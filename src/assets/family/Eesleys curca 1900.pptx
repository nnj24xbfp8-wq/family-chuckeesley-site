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3.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theme/theme4.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60" r:id="rId4"/>
    <p:sldMasterId id="2147483931" r:id="rId5"/>
    <p:sldMasterId id="2147483973" r:id="rId6"/>
    <p:sldMasterId id="2147484016" r:id="rId7"/>
  </p:sldMasterIdLst>
  <p:notesMasterIdLst>
    <p:notesMasterId r:id="rId10"/>
  </p:notesMasterIdLst>
  <p:handoutMasterIdLst>
    <p:handoutMasterId r:id="rId11"/>
  </p:handoutMasterIdLst>
  <p:sldIdLst>
    <p:sldId id="2139118308" r:id="rId8"/>
    <p:sldId id="2139118307" r:id="rId9"/>
  </p:sldIdLst>
  <p:sldSz cx="12192000" cy="6858000"/>
  <p:notesSz cx="9296400" cy="7010400"/>
  <p:custDataLst>
    <p:tags r:id="rId1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CE6"/>
    <a:srgbClr val="E5E5E5"/>
    <a:srgbClr val="00C7E6"/>
    <a:srgbClr val="BFCEF9"/>
    <a:srgbClr val="003DE6"/>
    <a:srgbClr val="F5821F"/>
    <a:srgbClr val="008423"/>
    <a:srgbClr val="8229B5"/>
    <a:srgbClr val="8C006E"/>
    <a:srgbClr val="FF0000"/>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27" autoAdjust="0"/>
    <p:restoredTop sz="82877" autoAdjust="0"/>
  </p:normalViewPr>
  <p:slideViewPr>
    <p:cSldViewPr snapToGrid="0">
      <p:cViewPr varScale="1">
        <p:scale>
          <a:sx n="104" d="100"/>
          <a:sy n="104" d="100"/>
        </p:scale>
        <p:origin x="1624" y="200"/>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commentAuthors" Target="commentAuthors.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tags" Target="tags/tag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viewProps" Target="viewProp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51737"/>
          </a:xfrm>
          <a:prstGeom prst="rect">
            <a:avLst/>
          </a:prstGeom>
        </p:spPr>
        <p:txBody>
          <a:bodyPr vert="horz" lIns="93177" tIns="46589" rIns="93177" bIns="46589" rtlCol="0"/>
          <a:lstStyle>
            <a:lvl1pPr algn="l">
              <a:defRPr sz="1200"/>
            </a:lvl1pPr>
          </a:lstStyle>
          <a:p>
            <a:endParaRPr lang="en-GB" dirty="0"/>
          </a:p>
        </p:txBody>
      </p:sp>
      <p:sp>
        <p:nvSpPr>
          <p:cNvPr id="3" name="Date Placeholder 2"/>
          <p:cNvSpPr>
            <a:spLocks noGrp="1"/>
          </p:cNvSpPr>
          <p:nvPr>
            <p:ph type="dt" sz="quarter" idx="1"/>
          </p:nvPr>
        </p:nvSpPr>
        <p:spPr>
          <a:xfrm>
            <a:off x="5265809" y="0"/>
            <a:ext cx="4028440" cy="351737"/>
          </a:xfrm>
          <a:prstGeom prst="rect">
            <a:avLst/>
          </a:prstGeom>
        </p:spPr>
        <p:txBody>
          <a:bodyPr vert="horz" lIns="93177" tIns="46589" rIns="93177" bIns="46589" rtlCol="0"/>
          <a:lstStyle>
            <a:lvl1pPr algn="r">
              <a:defRPr sz="1200"/>
            </a:lvl1pPr>
          </a:lstStyle>
          <a:p>
            <a:fld id="{A43E2305-466C-4623-BA03-7D1ABB7C9E8B}" type="datetimeFigureOut">
              <a:rPr lang="en-GB" smtClean="0"/>
              <a:t>04/06/2026</a:t>
            </a:fld>
            <a:endParaRPr lang="en-GB" dirty="0"/>
          </a:p>
        </p:txBody>
      </p:sp>
      <p:sp>
        <p:nvSpPr>
          <p:cNvPr id="4" name="Footer Placeholder 3"/>
          <p:cNvSpPr>
            <a:spLocks noGrp="1"/>
          </p:cNvSpPr>
          <p:nvPr>
            <p:ph type="ftr" sz="quarter" idx="2"/>
          </p:nvPr>
        </p:nvSpPr>
        <p:spPr>
          <a:xfrm>
            <a:off x="0" y="6658664"/>
            <a:ext cx="4028440" cy="351736"/>
          </a:xfrm>
          <a:prstGeom prst="rect">
            <a:avLst/>
          </a:prstGeom>
        </p:spPr>
        <p:txBody>
          <a:bodyPr vert="horz" lIns="93177" tIns="46589" rIns="93177" bIns="46589" rtlCol="0" anchor="b"/>
          <a:lstStyle>
            <a:lvl1pPr algn="l">
              <a:defRPr sz="1200"/>
            </a:lvl1pPr>
          </a:lstStyle>
          <a:p>
            <a:endParaRPr lang="en-GB" dirty="0"/>
          </a:p>
        </p:txBody>
      </p:sp>
      <p:sp>
        <p:nvSpPr>
          <p:cNvPr id="5" name="Slide Number Placeholder 4"/>
          <p:cNvSpPr>
            <a:spLocks noGrp="1"/>
          </p:cNvSpPr>
          <p:nvPr>
            <p:ph type="sldNum" sz="quarter" idx="3"/>
          </p:nvPr>
        </p:nvSpPr>
        <p:spPr>
          <a:xfrm>
            <a:off x="5265809" y="6658664"/>
            <a:ext cx="4028440" cy="351736"/>
          </a:xfrm>
          <a:prstGeom prst="rect">
            <a:avLst/>
          </a:prstGeom>
        </p:spPr>
        <p:txBody>
          <a:bodyPr vert="horz" lIns="93177" tIns="46589" rIns="93177" bIns="46589" rtlCol="0" anchor="b"/>
          <a:lstStyle>
            <a:lvl1pPr algn="r">
              <a:defRPr sz="1200"/>
            </a:lvl1pPr>
          </a:lstStyle>
          <a:p>
            <a:fld id="{2BAB2DDB-3F36-4FB8-8004-74C0E9CD6F54}" type="slidenum">
              <a:rPr lang="en-GB" smtClean="0"/>
              <a:t>‹#›</a:t>
            </a:fld>
            <a:endParaRPr lang="en-GB" dirty="0"/>
          </a:p>
        </p:txBody>
      </p:sp>
    </p:spTree>
    <p:extLst>
      <p:ext uri="{BB962C8B-B14F-4D97-AF65-F5344CB8AC3E}">
        <p14:creationId xmlns:p14="http://schemas.microsoft.com/office/powerpoint/2010/main" val="30513047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51737"/>
          </a:xfrm>
          <a:prstGeom prst="rect">
            <a:avLst/>
          </a:prstGeom>
        </p:spPr>
        <p:txBody>
          <a:bodyPr vert="horz" lIns="93177" tIns="46589" rIns="93177" bIns="46589" rtlCol="0"/>
          <a:lstStyle>
            <a:lvl1pPr algn="l">
              <a:defRPr sz="1200"/>
            </a:lvl1pPr>
          </a:lstStyle>
          <a:p>
            <a:endParaRPr lang="en-GB" dirty="0"/>
          </a:p>
        </p:txBody>
      </p:sp>
      <p:sp>
        <p:nvSpPr>
          <p:cNvPr id="3" name="Date Placeholder 2"/>
          <p:cNvSpPr>
            <a:spLocks noGrp="1"/>
          </p:cNvSpPr>
          <p:nvPr>
            <p:ph type="dt" idx="1"/>
          </p:nvPr>
        </p:nvSpPr>
        <p:spPr>
          <a:xfrm>
            <a:off x="5265809" y="0"/>
            <a:ext cx="4028440" cy="351737"/>
          </a:xfrm>
          <a:prstGeom prst="rect">
            <a:avLst/>
          </a:prstGeom>
        </p:spPr>
        <p:txBody>
          <a:bodyPr vert="horz" lIns="93177" tIns="46589" rIns="93177" bIns="46589" rtlCol="0"/>
          <a:lstStyle>
            <a:lvl1pPr algn="r">
              <a:defRPr sz="1200"/>
            </a:lvl1pPr>
          </a:lstStyle>
          <a:p>
            <a:fld id="{F894DEE1-CFED-4862-80A6-C1C29819A1DC}" type="datetimeFigureOut">
              <a:rPr lang="en-GB" smtClean="0"/>
              <a:t>04/06/2026</a:t>
            </a:fld>
            <a:endParaRPr lang="en-GB" dirty="0"/>
          </a:p>
        </p:txBody>
      </p:sp>
      <p:sp>
        <p:nvSpPr>
          <p:cNvPr id="4" name="Slide Image Placeholder 3"/>
          <p:cNvSpPr>
            <a:spLocks noGrp="1" noRot="1" noChangeAspect="1"/>
          </p:cNvSpPr>
          <p:nvPr>
            <p:ph type="sldImg" idx="2"/>
          </p:nvPr>
        </p:nvSpPr>
        <p:spPr>
          <a:xfrm>
            <a:off x="2546350" y="876300"/>
            <a:ext cx="4203700" cy="2365375"/>
          </a:xfrm>
          <a:prstGeom prst="rect">
            <a:avLst/>
          </a:prstGeom>
          <a:noFill/>
          <a:ln w="12700">
            <a:solidFill>
              <a:prstClr val="black"/>
            </a:solidFill>
          </a:ln>
        </p:spPr>
        <p:txBody>
          <a:bodyPr vert="horz" lIns="93177" tIns="46589" rIns="93177" bIns="46589" rtlCol="0" anchor="ctr"/>
          <a:lstStyle/>
          <a:p>
            <a:endParaRPr lang="en-GB" dirty="0"/>
          </a:p>
        </p:txBody>
      </p:sp>
      <p:sp>
        <p:nvSpPr>
          <p:cNvPr id="5" name="Notes Placeholder 4"/>
          <p:cNvSpPr>
            <a:spLocks noGrp="1"/>
          </p:cNvSpPr>
          <p:nvPr>
            <p:ph type="body" sz="quarter" idx="3"/>
          </p:nvPr>
        </p:nvSpPr>
        <p:spPr>
          <a:xfrm>
            <a:off x="929640" y="3373755"/>
            <a:ext cx="7437120" cy="2760345"/>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6658664"/>
            <a:ext cx="4028440" cy="351736"/>
          </a:xfrm>
          <a:prstGeom prst="rect">
            <a:avLst/>
          </a:prstGeom>
        </p:spPr>
        <p:txBody>
          <a:bodyPr vert="horz" lIns="93177" tIns="46589" rIns="93177" bIns="46589" rtlCol="0" anchor="b"/>
          <a:lstStyle>
            <a:lvl1pPr algn="l">
              <a:defRPr sz="1200"/>
            </a:lvl1pPr>
          </a:lstStyle>
          <a:p>
            <a:endParaRPr lang="en-GB" dirty="0"/>
          </a:p>
        </p:txBody>
      </p:sp>
      <p:sp>
        <p:nvSpPr>
          <p:cNvPr id="7" name="Slide Number Placeholder 6"/>
          <p:cNvSpPr>
            <a:spLocks noGrp="1"/>
          </p:cNvSpPr>
          <p:nvPr>
            <p:ph type="sldNum" sz="quarter" idx="5"/>
          </p:nvPr>
        </p:nvSpPr>
        <p:spPr>
          <a:xfrm>
            <a:off x="5265809" y="6658664"/>
            <a:ext cx="4028440" cy="351736"/>
          </a:xfrm>
          <a:prstGeom prst="rect">
            <a:avLst/>
          </a:prstGeom>
        </p:spPr>
        <p:txBody>
          <a:bodyPr vert="horz" lIns="93177" tIns="46589" rIns="93177" bIns="46589" rtlCol="0" anchor="b"/>
          <a:lstStyle>
            <a:lvl1pPr algn="r">
              <a:defRPr sz="1200"/>
            </a:lvl1pPr>
          </a:lstStyle>
          <a:p>
            <a:fld id="{94745B09-AD31-409C-B2BB-E7C534396A29}" type="slidenum">
              <a:rPr lang="en-GB" smtClean="0"/>
              <a:t>‹#›</a:t>
            </a:fld>
            <a:endParaRPr lang="en-GB" dirty="0"/>
          </a:p>
        </p:txBody>
      </p:sp>
    </p:spTree>
    <p:extLst>
      <p:ext uri="{BB962C8B-B14F-4D97-AF65-F5344CB8AC3E}">
        <p14:creationId xmlns:p14="http://schemas.microsoft.com/office/powerpoint/2010/main" val="1279038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745B09-AD31-409C-B2BB-E7C534396A29}" type="slidenum">
              <a:rPr lang="en-GB" smtClean="0"/>
              <a:t>1</a:t>
            </a:fld>
            <a:endParaRPr lang="en-GB" dirty="0"/>
          </a:p>
        </p:txBody>
      </p:sp>
    </p:spTree>
    <p:extLst>
      <p:ext uri="{BB962C8B-B14F-4D97-AF65-F5344CB8AC3E}">
        <p14:creationId xmlns:p14="http://schemas.microsoft.com/office/powerpoint/2010/main" val="1348807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745B09-AD31-409C-B2BB-E7C534396A29}" type="slidenum">
              <a:rPr kumimoji="0" lang="en-GB" sz="1200" b="0" i="0" u="none" strike="noStrike" kern="1200" cap="none" spc="0" normalizeH="0" baseline="0" noProof="0" smtClean="0">
                <a:ln>
                  <a:noFill/>
                </a:ln>
                <a:solidFill>
                  <a:prstClr val="black"/>
                </a:solidFill>
                <a:effectLst/>
                <a:uLnTx/>
                <a:uFillTx/>
                <a:latin typeface="3M Circular TT Boo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dirty="0">
              <a:ln>
                <a:noFill/>
              </a:ln>
              <a:solidFill>
                <a:prstClr val="black"/>
              </a:solidFill>
              <a:effectLst/>
              <a:uLnTx/>
              <a:uFillTx/>
              <a:latin typeface="3M Circular TT Book"/>
              <a:ea typeface="+mn-ea"/>
              <a:cs typeface="+mn-cs"/>
            </a:endParaRPr>
          </a:p>
        </p:txBody>
      </p:sp>
    </p:spTree>
    <p:extLst>
      <p:ext uri="{BB962C8B-B14F-4D97-AF65-F5344CB8AC3E}">
        <p14:creationId xmlns:p14="http://schemas.microsoft.com/office/powerpoint/2010/main" val="463138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6.xml"/><Relationship Id="rId4" Type="http://schemas.openxmlformats.org/officeDocument/2006/relationships/image" Target="../media/image4.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7.xml"/><Relationship Id="rId4" Type="http://schemas.openxmlformats.org/officeDocument/2006/relationships/image" Target="../media/image4.emf"/></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3.xml"/><Relationship Id="rId1" Type="http://schemas.openxmlformats.org/officeDocument/2006/relationships/tags" Target="../tags/tag10.xml"/><Relationship Id="rId4" Type="http://schemas.openxmlformats.org/officeDocument/2006/relationships/image" Target="../media/image4.emf"/></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3.xml"/><Relationship Id="rId1" Type="http://schemas.openxmlformats.org/officeDocument/2006/relationships/tags" Target="../tags/tag11.xml"/><Relationship Id="rId4" Type="http://schemas.openxmlformats.org/officeDocument/2006/relationships/image" Target="../media/image4.emf"/></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Content, Column right">
    <p:spTree>
      <p:nvGrpSpPr>
        <p:cNvPr id="1" name=""/>
        <p:cNvGrpSpPr/>
        <p:nvPr/>
      </p:nvGrpSpPr>
      <p:grpSpPr>
        <a:xfrm>
          <a:off x="0" y="0"/>
          <a:ext cx="0" cy="0"/>
          <a:chOff x="0" y="0"/>
          <a:chExt cx="0" cy="0"/>
        </a:xfrm>
      </p:grpSpPr>
      <p:sp>
        <p:nvSpPr>
          <p:cNvPr id="3" name="Title 1"/>
          <p:cNvSpPr>
            <a:spLocks noGrp="1"/>
          </p:cNvSpPr>
          <p:nvPr>
            <p:ph type="title"/>
          </p:nvPr>
        </p:nvSpPr>
        <p:spPr>
          <a:xfrm>
            <a:off x="379412" y="379414"/>
            <a:ext cx="11425237" cy="457200"/>
          </a:xfrm>
        </p:spPr>
        <p:txBody>
          <a:bodyPr/>
          <a:lstStyle/>
          <a:p>
            <a:endParaRPr lang="en-US"/>
          </a:p>
        </p:txBody>
      </p:sp>
      <p:sp>
        <p:nvSpPr>
          <p:cNvPr id="4" name="Content Placeholder 2"/>
          <p:cNvSpPr>
            <a:spLocks noGrp="1"/>
          </p:cNvSpPr>
          <p:nvPr>
            <p:ph sz="quarter" idx="4294967295"/>
          </p:nvPr>
        </p:nvSpPr>
        <p:spPr>
          <a:xfrm>
            <a:off x="8276571" y="838200"/>
            <a:ext cx="3266988" cy="4953000"/>
          </a:xfrm>
        </p:spPr>
        <p:txBody>
          <a:bodyPr/>
          <a:lstStyle/>
          <a:p>
            <a:r>
              <a:rPr lang="en-US" err="1">
                <a:latin typeface="+mj-lt"/>
              </a:rPr>
              <a:t>Subheadline</a:t>
            </a:r>
            <a:r>
              <a:rPr lang="en-US">
                <a:latin typeface="+mj-lt"/>
              </a:rPr>
              <a:t> </a:t>
            </a:r>
            <a:r>
              <a:rPr lang="en-US" err="1">
                <a:latin typeface="+mj-lt"/>
              </a:rPr>
              <a:t>fermentum</a:t>
            </a:r>
            <a:r>
              <a:rPr lang="en-US">
                <a:latin typeface="+mj-lt"/>
              </a:rPr>
              <a:t> </a:t>
            </a:r>
            <a:r>
              <a:rPr lang="en-US" err="1">
                <a:latin typeface="+mj-lt"/>
              </a:rPr>
              <a:t>turpis</a:t>
            </a:r>
            <a:r>
              <a:rPr lang="en-US">
                <a:latin typeface="+mj-lt"/>
              </a:rPr>
              <a:t> </a:t>
            </a:r>
            <a:r>
              <a:rPr lang="en-US" err="1">
                <a:latin typeface="+mj-lt"/>
              </a:rPr>
              <a:t>vel</a:t>
            </a:r>
            <a:r>
              <a:rPr lang="en-US">
                <a:latin typeface="+mj-lt"/>
              </a:rPr>
              <a:t>, </a:t>
            </a:r>
            <a:r>
              <a:rPr lang="en-US" err="1">
                <a:latin typeface="+mj-lt"/>
              </a:rPr>
              <a:t>dignissim</a:t>
            </a:r>
            <a:r>
              <a:rPr lang="en-US">
                <a:latin typeface="+mj-lt"/>
              </a:rPr>
              <a:t> </a:t>
            </a:r>
            <a:r>
              <a:rPr lang="en-US" err="1">
                <a:latin typeface="+mj-lt"/>
              </a:rPr>
              <a:t>risus</a:t>
            </a:r>
            <a:r>
              <a:rPr lang="en-US">
                <a:latin typeface="+mj-lt"/>
              </a:rPr>
              <a:t>. </a:t>
            </a:r>
            <a:r>
              <a:rPr lang="en-US" err="1">
                <a:latin typeface="+mj-lt"/>
              </a:rPr>
              <a:t>Donec</a:t>
            </a:r>
            <a:r>
              <a:rPr lang="en-US">
                <a:latin typeface="+mj-lt"/>
              </a:rPr>
              <a:t> </a:t>
            </a:r>
            <a:r>
              <a:rPr lang="en-US" err="1">
                <a:latin typeface="+mj-lt"/>
              </a:rPr>
              <a:t>aliquam</a:t>
            </a:r>
            <a:r>
              <a:rPr lang="en-US">
                <a:latin typeface="+mj-lt"/>
              </a:rPr>
              <a:t> </a:t>
            </a:r>
            <a:r>
              <a:rPr lang="en-US" err="1">
                <a:latin typeface="+mj-lt"/>
              </a:rPr>
              <a:t>augue</a:t>
            </a:r>
            <a:r>
              <a:rPr lang="en-US">
                <a:latin typeface="+mj-lt"/>
              </a:rPr>
              <a:t> </a:t>
            </a:r>
            <a:r>
              <a:rPr lang="en-US" err="1">
                <a:latin typeface="+mj-lt"/>
              </a:rPr>
              <a:t>sed</a:t>
            </a:r>
            <a:r>
              <a:rPr lang="en-US">
                <a:latin typeface="+mj-lt"/>
              </a:rPr>
              <a:t> </a:t>
            </a:r>
            <a:r>
              <a:rPr lang="en-US" err="1">
                <a:latin typeface="+mj-lt"/>
              </a:rPr>
              <a:t>risus</a:t>
            </a:r>
            <a:r>
              <a:rPr lang="en-US">
                <a:latin typeface="+mj-lt"/>
              </a:rPr>
              <a:t> </a:t>
            </a:r>
            <a:r>
              <a:rPr lang="en-US" err="1">
                <a:latin typeface="+mj-lt"/>
              </a:rPr>
              <a:t>posuere</a:t>
            </a:r>
            <a:r>
              <a:rPr lang="en-US">
                <a:latin typeface="+mj-lt"/>
              </a:rPr>
              <a:t> </a:t>
            </a:r>
            <a:r>
              <a:rPr lang="en-US" err="1">
                <a:latin typeface="+mj-lt"/>
              </a:rPr>
              <a:t>faucibus</a:t>
            </a:r>
            <a:r>
              <a:rPr lang="en-US">
                <a:latin typeface="+mj-lt"/>
              </a:rPr>
              <a:t>. </a:t>
            </a:r>
          </a:p>
          <a:p>
            <a:pPr marL="0" lvl="1" indent="0">
              <a:buNone/>
            </a:pPr>
            <a:r>
              <a:rPr lang="en-US" sz="1400" err="1"/>
              <a:t>Fusce</a:t>
            </a:r>
            <a:r>
              <a:rPr lang="en-US" sz="1400"/>
              <a:t> pharetra </a:t>
            </a:r>
            <a:r>
              <a:rPr lang="en-US" sz="1400" err="1"/>
              <a:t>purus</a:t>
            </a:r>
            <a:r>
              <a:rPr lang="en-US" sz="1400"/>
              <a:t> </a:t>
            </a:r>
            <a:r>
              <a:rPr lang="en-US" sz="1400" err="1"/>
              <a:t>purus</a:t>
            </a:r>
            <a:r>
              <a:rPr lang="en-US" sz="1400"/>
              <a:t>, </a:t>
            </a:r>
            <a:r>
              <a:rPr lang="en-US" sz="1400" err="1"/>
              <a:t>ut</a:t>
            </a:r>
            <a:r>
              <a:rPr lang="en-US" sz="1400"/>
              <a:t> </a:t>
            </a:r>
            <a:r>
              <a:rPr lang="en-US" sz="1400" err="1"/>
              <a:t>tristique</a:t>
            </a:r>
            <a:r>
              <a:rPr lang="en-US" sz="1400"/>
              <a:t> </a:t>
            </a:r>
            <a:r>
              <a:rPr lang="en-US" sz="1400" err="1"/>
              <a:t>velit</a:t>
            </a:r>
            <a:r>
              <a:rPr lang="en-US" sz="1400"/>
              <a:t> </a:t>
            </a:r>
            <a:r>
              <a:rPr lang="en-US" sz="1400" err="1"/>
              <a:t>aliquet</a:t>
            </a:r>
            <a:r>
              <a:rPr lang="en-US" sz="1400"/>
              <a:t> maximus. Do </a:t>
            </a:r>
            <a:r>
              <a:rPr lang="en-US" sz="1400" err="1"/>
              <a:t>consequat</a:t>
            </a:r>
            <a:r>
              <a:rPr lang="en-US" sz="1400"/>
              <a:t>. </a:t>
            </a:r>
            <a:r>
              <a:rPr lang="en-US" sz="1400" err="1"/>
              <a:t>Duis</a:t>
            </a:r>
            <a:r>
              <a:rPr lang="en-US" sz="1400"/>
              <a:t> </a:t>
            </a:r>
            <a:r>
              <a:rPr lang="en-US" sz="1400" err="1"/>
              <a:t>aute</a:t>
            </a:r>
            <a:r>
              <a:rPr lang="en-US" sz="1400"/>
              <a:t> </a:t>
            </a:r>
            <a:r>
              <a:rPr lang="en-US" sz="1400" err="1"/>
              <a:t>irure</a:t>
            </a:r>
            <a:r>
              <a:rPr lang="en-US" sz="1400"/>
              <a:t> dolor in </a:t>
            </a:r>
            <a:r>
              <a:rPr lang="en-US" sz="1400" err="1"/>
              <a:t>reprehenderit</a:t>
            </a:r>
            <a:r>
              <a:rPr lang="en-US" sz="1400"/>
              <a:t> in </a:t>
            </a:r>
            <a:r>
              <a:rPr lang="en-US" sz="1400" err="1"/>
              <a:t>voluptate</a:t>
            </a:r>
            <a:r>
              <a:rPr lang="en-US" sz="1400"/>
              <a:t> </a:t>
            </a:r>
            <a:r>
              <a:rPr lang="en-US" sz="1400" err="1"/>
              <a:t>velit</a:t>
            </a:r>
            <a:r>
              <a:rPr lang="en-US" sz="1400"/>
              <a:t> </a:t>
            </a:r>
            <a:r>
              <a:rPr lang="en-US" sz="1400" err="1"/>
              <a:t>esse</a:t>
            </a:r>
            <a:r>
              <a:rPr lang="en-US" sz="1400"/>
              <a:t> </a:t>
            </a:r>
            <a:r>
              <a:rPr lang="en-US" sz="1400" err="1"/>
              <a:t>cillum</a:t>
            </a:r>
            <a:r>
              <a:rPr lang="en-US" sz="1400"/>
              <a:t> </a:t>
            </a:r>
            <a:r>
              <a:rPr lang="en-US" sz="1400" err="1"/>
              <a:t>dolore</a:t>
            </a:r>
            <a:r>
              <a:rPr lang="en-US" sz="1400"/>
              <a:t> </a:t>
            </a:r>
            <a:r>
              <a:rPr lang="en-US" sz="1400" err="1"/>
              <a:t>eu</a:t>
            </a:r>
            <a:r>
              <a:rPr lang="en-US" sz="1400"/>
              <a:t> </a:t>
            </a:r>
            <a:r>
              <a:rPr lang="en-US" sz="1400" err="1"/>
              <a:t>fugiat</a:t>
            </a:r>
            <a:r>
              <a:rPr lang="en-US" sz="1400"/>
              <a:t> </a:t>
            </a:r>
            <a:r>
              <a:rPr lang="en-US" sz="1400" err="1"/>
              <a:t>nulla</a:t>
            </a:r>
            <a:r>
              <a:rPr lang="en-US" sz="1400"/>
              <a:t>. </a:t>
            </a:r>
          </a:p>
          <a:p>
            <a:pPr marL="174625" lvl="2"/>
            <a:r>
              <a:rPr lang="en-US" sz="1400"/>
              <a:t>Nunc </a:t>
            </a:r>
            <a:r>
              <a:rPr lang="en-US" sz="1400" err="1"/>
              <a:t>tempor</a:t>
            </a:r>
            <a:r>
              <a:rPr lang="en-US" sz="1400"/>
              <a:t> </a:t>
            </a:r>
            <a:r>
              <a:rPr lang="en-US" sz="1400" err="1"/>
              <a:t>metus</a:t>
            </a:r>
            <a:r>
              <a:rPr lang="en-US" sz="1400"/>
              <a:t> </a:t>
            </a:r>
            <a:r>
              <a:rPr lang="en-US" sz="1400" err="1"/>
              <a:t>eget</a:t>
            </a:r>
            <a:r>
              <a:rPr lang="en-US" sz="1400"/>
              <a:t> </a:t>
            </a:r>
            <a:r>
              <a:rPr lang="en-US" sz="1400" err="1"/>
              <a:t>sapien</a:t>
            </a:r>
            <a:r>
              <a:rPr lang="en-US" sz="1400"/>
              <a:t> </a:t>
            </a:r>
            <a:r>
              <a:rPr lang="en-US" sz="1400" err="1"/>
              <a:t>rhoncus</a:t>
            </a:r>
            <a:r>
              <a:rPr lang="en-US" sz="1400"/>
              <a:t> </a:t>
            </a:r>
            <a:r>
              <a:rPr lang="en-US" sz="1400" err="1"/>
              <a:t>fermentum</a:t>
            </a:r>
            <a:endParaRPr lang="en-US" sz="1400"/>
          </a:p>
          <a:p>
            <a:pPr marL="174625" lvl="2"/>
            <a:r>
              <a:rPr lang="en-US" sz="1400" err="1"/>
              <a:t>Ut</a:t>
            </a:r>
            <a:r>
              <a:rPr lang="en-US" sz="1400"/>
              <a:t> </a:t>
            </a:r>
            <a:r>
              <a:rPr lang="en-US" sz="1400" err="1"/>
              <a:t>eu</a:t>
            </a:r>
            <a:r>
              <a:rPr lang="en-US" sz="1400"/>
              <a:t> </a:t>
            </a:r>
            <a:r>
              <a:rPr lang="en-US" sz="1400" err="1"/>
              <a:t>nibh</a:t>
            </a:r>
            <a:r>
              <a:rPr lang="en-US" sz="1400"/>
              <a:t> mi</a:t>
            </a:r>
          </a:p>
          <a:p>
            <a:pPr marL="174625" lvl="2"/>
            <a:r>
              <a:rPr lang="en-US" sz="1400" err="1"/>
              <a:t>Morbi</a:t>
            </a:r>
            <a:r>
              <a:rPr lang="en-US" sz="1400"/>
              <a:t> </a:t>
            </a:r>
            <a:r>
              <a:rPr lang="en-US" sz="1400" err="1"/>
              <a:t>pellentesque</a:t>
            </a:r>
            <a:r>
              <a:rPr lang="en-US" sz="1400"/>
              <a:t> </a:t>
            </a:r>
            <a:r>
              <a:rPr lang="en-US" sz="1400" err="1"/>
              <a:t>lectus</a:t>
            </a:r>
            <a:r>
              <a:rPr lang="en-US" sz="1400"/>
              <a:t> ex, sit </a:t>
            </a:r>
            <a:r>
              <a:rPr lang="en-US" sz="1400" err="1"/>
              <a:t>amet</a:t>
            </a:r>
            <a:r>
              <a:rPr lang="en-US" sz="1400"/>
              <a:t> </a:t>
            </a:r>
            <a:r>
              <a:rPr lang="en-US" sz="1400" err="1"/>
              <a:t>tempor</a:t>
            </a:r>
            <a:r>
              <a:rPr lang="en-US" sz="1400"/>
              <a:t> </a:t>
            </a:r>
            <a:r>
              <a:rPr lang="en-US" sz="1400" err="1"/>
              <a:t>neque</a:t>
            </a:r>
            <a:r>
              <a:rPr lang="en-US" sz="1400"/>
              <a:t> </a:t>
            </a:r>
            <a:r>
              <a:rPr lang="en-US" sz="1400" err="1"/>
              <a:t>faucibus</a:t>
            </a:r>
            <a:r>
              <a:rPr lang="en-US" sz="1400"/>
              <a:t> id  </a:t>
            </a:r>
            <a:r>
              <a:rPr lang="en-US" sz="1400" err="1"/>
              <a:t>aliquam</a:t>
            </a:r>
            <a:r>
              <a:rPr lang="en-US" sz="1400"/>
              <a:t> </a:t>
            </a:r>
            <a:r>
              <a:rPr lang="en-US" sz="1400" err="1"/>
              <a:t>ultrices</a:t>
            </a:r>
            <a:r>
              <a:rPr lang="en-US" sz="1400"/>
              <a:t> </a:t>
            </a:r>
            <a:r>
              <a:rPr lang="en-US" sz="1400" err="1"/>
              <a:t>bibendum</a:t>
            </a:r>
            <a:r>
              <a:rPr lang="en-US" sz="1400"/>
              <a:t> </a:t>
            </a:r>
            <a:r>
              <a:rPr lang="en-US" sz="1400" err="1"/>
              <a:t>nunc</a:t>
            </a:r>
            <a:endParaRPr lang="en-US" sz="1400"/>
          </a:p>
          <a:p>
            <a:pPr marL="174625" lvl="2"/>
            <a:r>
              <a:rPr lang="en-US" sz="1400"/>
              <a:t>Nam </a:t>
            </a:r>
            <a:r>
              <a:rPr lang="en-US" sz="1400" err="1"/>
              <a:t>rhoncus</a:t>
            </a:r>
            <a:r>
              <a:rPr lang="en-US" sz="1400"/>
              <a:t>, </a:t>
            </a:r>
            <a:r>
              <a:rPr lang="en-US" sz="1400" err="1"/>
              <a:t>neque</a:t>
            </a:r>
            <a:r>
              <a:rPr lang="en-US" sz="1400"/>
              <a:t> </a:t>
            </a:r>
            <a:r>
              <a:rPr lang="en-US" sz="1400" err="1"/>
              <a:t>ut</a:t>
            </a:r>
            <a:r>
              <a:rPr lang="en-US" sz="1400"/>
              <a:t> </a:t>
            </a:r>
            <a:r>
              <a:rPr lang="en-US" sz="1400" err="1"/>
              <a:t>auctor</a:t>
            </a:r>
            <a:r>
              <a:rPr lang="en-US" sz="1400"/>
              <a:t> </a:t>
            </a:r>
            <a:r>
              <a:rPr lang="en-US" sz="1400" err="1"/>
              <a:t>ornare</a:t>
            </a:r>
            <a:r>
              <a:rPr lang="en-US" sz="1400"/>
              <a:t>, </a:t>
            </a:r>
            <a:r>
              <a:rPr lang="en-US" sz="1400" err="1"/>
              <a:t>leo</a:t>
            </a:r>
            <a:r>
              <a:rPr lang="en-US" sz="1400"/>
              <a:t> </a:t>
            </a:r>
            <a:r>
              <a:rPr lang="en-US" sz="1400" err="1"/>
              <a:t>neque</a:t>
            </a:r>
            <a:r>
              <a:rPr lang="en-US" sz="1400"/>
              <a:t> gravida quam, </a:t>
            </a:r>
            <a:r>
              <a:rPr lang="en-US" sz="1400" err="1"/>
              <a:t>nec</a:t>
            </a:r>
            <a:r>
              <a:rPr lang="en-US" sz="1400"/>
              <a:t> </a:t>
            </a:r>
            <a:r>
              <a:rPr lang="en-US" sz="1400" err="1"/>
              <a:t>imperdiet</a:t>
            </a:r>
            <a:r>
              <a:rPr lang="en-US" sz="1400"/>
              <a:t> </a:t>
            </a:r>
            <a:r>
              <a:rPr lang="en-US" sz="1400" err="1"/>
              <a:t>erat</a:t>
            </a:r>
            <a:r>
              <a:rPr lang="en-US" sz="1400"/>
              <a:t> quam </a:t>
            </a:r>
            <a:r>
              <a:rPr lang="en-US" sz="1400" err="1"/>
              <a:t>eu</a:t>
            </a:r>
            <a:r>
              <a:rPr lang="en-US" sz="1400"/>
              <a:t> ante</a:t>
            </a:r>
          </a:p>
          <a:p>
            <a:pPr marL="174625" lvl="2"/>
            <a:endParaRPr lang="en-US" sz="1400"/>
          </a:p>
        </p:txBody>
      </p:sp>
      <p:sp>
        <p:nvSpPr>
          <p:cNvPr id="6"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dirty="0"/>
          </a:p>
        </p:txBody>
      </p:sp>
      <p:sp>
        <p:nvSpPr>
          <p:cNvPr id="7" name="TextBox 6"/>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a:p>
        </p:txBody>
      </p:sp>
    </p:spTree>
    <p:extLst>
      <p:ext uri="{BB962C8B-B14F-4D97-AF65-F5344CB8AC3E}">
        <p14:creationId xmlns:p14="http://schemas.microsoft.com/office/powerpoint/2010/main" val="2592349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Content">
    <p:spTree>
      <p:nvGrpSpPr>
        <p:cNvPr id="1" name=""/>
        <p:cNvGrpSpPr/>
        <p:nvPr/>
      </p:nvGrpSpPr>
      <p:grpSpPr>
        <a:xfrm>
          <a:off x="0" y="0"/>
          <a:ext cx="0" cy="0"/>
          <a:chOff x="0" y="0"/>
          <a:chExt cx="0" cy="0"/>
        </a:xfrm>
      </p:grpSpPr>
      <p:sp>
        <p:nvSpPr>
          <p:cNvPr id="4" name="Title 3"/>
          <p:cNvSpPr>
            <a:spLocks noGrp="1"/>
          </p:cNvSpPr>
          <p:nvPr>
            <p:ph type="title"/>
          </p:nvPr>
        </p:nvSpPr>
        <p:spPr>
          <a:xfrm>
            <a:off x="379412" y="379413"/>
            <a:ext cx="11425237" cy="822960"/>
          </a:xfrm>
        </p:spPr>
        <p:txBody>
          <a:bodyPr/>
          <a:lstStyle/>
          <a:p>
            <a:r>
              <a:rPr lang="en-US"/>
              <a:t>Click to edit Master title style</a:t>
            </a:r>
            <a:endParaRPr lang="en-GB"/>
          </a:p>
        </p:txBody>
      </p:sp>
      <p:sp>
        <p:nvSpPr>
          <p:cNvPr id="5" name="Content Placeholder 4"/>
          <p:cNvSpPr>
            <a:spLocks noGrp="1"/>
          </p:cNvSpPr>
          <p:nvPr>
            <p:ph sz="quarter" idx="15"/>
          </p:nvPr>
        </p:nvSpPr>
        <p:spPr>
          <a:xfrm>
            <a:off x="379410" y="1295401"/>
            <a:ext cx="1143000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a:ln>
                <a:noFill/>
              </a:ln>
              <a:solidFill>
                <a:prstClr val="black"/>
              </a:solidFill>
              <a:effectLst/>
              <a:uLnTx/>
              <a:uFillTx/>
              <a:latin typeface="+mn-lt"/>
              <a:ea typeface="+mn-ea"/>
              <a:cs typeface="+mn-cs"/>
            </a:endParaRPr>
          </a:p>
        </p:txBody>
      </p:sp>
      <p:sp>
        <p:nvSpPr>
          <p:cNvPr id="6"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dirty="0"/>
          </a:p>
        </p:txBody>
      </p:sp>
      <p:sp>
        <p:nvSpPr>
          <p:cNvPr id="7" name="TextBox 6"/>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a:p>
        </p:txBody>
      </p:sp>
    </p:spTree>
    <p:extLst>
      <p:ext uri="{BB962C8B-B14F-4D97-AF65-F5344CB8AC3E}">
        <p14:creationId xmlns:p14="http://schemas.microsoft.com/office/powerpoint/2010/main" val="1652424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images, copy">
    <p:spTree>
      <p:nvGrpSpPr>
        <p:cNvPr id="1" name=""/>
        <p:cNvGrpSpPr/>
        <p:nvPr/>
      </p:nvGrpSpPr>
      <p:grpSpPr>
        <a:xfrm>
          <a:off x="0" y="0"/>
          <a:ext cx="0" cy="0"/>
          <a:chOff x="0" y="0"/>
          <a:chExt cx="0" cy="0"/>
        </a:xfrm>
      </p:grpSpPr>
      <p:sp>
        <p:nvSpPr>
          <p:cNvPr id="17" name="Picture Placeholder 9"/>
          <p:cNvSpPr>
            <a:spLocks noGrp="1"/>
          </p:cNvSpPr>
          <p:nvPr>
            <p:ph type="pic" sz="quarter" idx="13"/>
          </p:nvPr>
        </p:nvSpPr>
        <p:spPr>
          <a:xfrm>
            <a:off x="378794" y="1360699"/>
            <a:ext cx="3581400" cy="1954001"/>
          </a:xfrm>
          <a:solidFill>
            <a:schemeClr val="bg1">
              <a:lumMod val="85000"/>
            </a:schemeClr>
          </a:solidFill>
        </p:spPr>
        <p:txBody>
          <a:bodyPr lIns="0" rIns="0"/>
          <a:lstStyle/>
          <a:p>
            <a:r>
              <a:rPr lang="en-US" dirty="0"/>
              <a:t>Click icon to add picture</a:t>
            </a:r>
            <a:endParaRPr lang="en-GB" dirty="0"/>
          </a:p>
        </p:txBody>
      </p:sp>
      <p:sp>
        <p:nvSpPr>
          <p:cNvPr id="18" name="Picture Placeholder 9"/>
          <p:cNvSpPr>
            <a:spLocks noGrp="1"/>
          </p:cNvSpPr>
          <p:nvPr>
            <p:ph type="pic" sz="quarter" idx="16"/>
          </p:nvPr>
        </p:nvSpPr>
        <p:spPr>
          <a:xfrm>
            <a:off x="378794" y="3638550"/>
            <a:ext cx="3581400" cy="1981200"/>
          </a:xfrm>
          <a:solidFill>
            <a:schemeClr val="bg1">
              <a:lumMod val="85000"/>
            </a:schemeClr>
          </a:solidFill>
        </p:spPr>
        <p:txBody>
          <a:bodyPr lIns="0" rIns="0"/>
          <a:lstStyle/>
          <a:p>
            <a:r>
              <a:rPr lang="en-US" dirty="0"/>
              <a:t>Click icon to add picture</a:t>
            </a:r>
            <a:endParaRPr lang="en-GB" dirty="0"/>
          </a:p>
        </p:txBody>
      </p:sp>
      <p:sp>
        <p:nvSpPr>
          <p:cNvPr id="3" name="Title 4"/>
          <p:cNvSpPr>
            <a:spLocks noGrp="1"/>
          </p:cNvSpPr>
          <p:nvPr>
            <p:ph type="title"/>
          </p:nvPr>
        </p:nvSpPr>
        <p:spPr>
          <a:xfrm>
            <a:off x="379412" y="387580"/>
            <a:ext cx="11425237" cy="763586"/>
          </a:xfrm>
        </p:spPr>
        <p:txBody>
          <a:bodyPr/>
          <a:lstStyle/>
          <a:p>
            <a:endParaRPr lang="en-US"/>
          </a:p>
        </p:txBody>
      </p:sp>
      <p:sp>
        <p:nvSpPr>
          <p:cNvPr id="4" name="Content Placeholder 5"/>
          <p:cNvSpPr>
            <a:spLocks noGrp="1"/>
          </p:cNvSpPr>
          <p:nvPr>
            <p:ph sz="quarter" idx="4294967295"/>
          </p:nvPr>
        </p:nvSpPr>
        <p:spPr>
          <a:xfrm>
            <a:off x="4215765" y="1314450"/>
            <a:ext cx="7588884" cy="2000250"/>
          </a:xfrm>
          <a:prstGeom prst="rect">
            <a:avLst/>
          </a:prstGeom>
        </p:spPr>
        <p:txBody>
          <a:bodyPr/>
          <a:lstStyle/>
          <a:p>
            <a:pPr lvl="0"/>
            <a:r>
              <a:rPr lang="en-US">
                <a:solidFill>
                  <a:schemeClr val="tx1"/>
                </a:solidFill>
              </a:rPr>
              <a:t>Subheadline lorem ipsum dolor sit amet, consectetur adispiscing</a:t>
            </a:r>
          </a:p>
          <a:p>
            <a:pPr lvl="2"/>
            <a:r>
              <a:rPr lang="en-US" sz="1400">
                <a:solidFill>
                  <a:schemeClr val="tx1"/>
                </a:solidFill>
              </a:rPr>
              <a:t>Body copy ut enim ad suspendisse et enim condimentum, malesuada sapien id, dapibus mi. Duis odio odio, mollis vel scelerisque id, rhoncus vel urna. Sed nibh ipsum, dignissim vel gravida ut, sodales lacinia est. Nam eget cursus tellus, quis viverra leo. Duis ornare, turpis id molestie vulputate, risus justo placerat sem.</a:t>
            </a:r>
          </a:p>
          <a:p>
            <a:pPr lvl="2"/>
            <a:endParaRPr lang="en-US">
              <a:solidFill>
                <a:schemeClr val="tx1"/>
              </a:solidFill>
            </a:endParaRPr>
          </a:p>
          <a:p>
            <a:pPr lvl="2"/>
            <a:endParaRPr lang="en-US">
              <a:solidFill>
                <a:schemeClr val="tx1"/>
              </a:solidFill>
            </a:endParaRPr>
          </a:p>
        </p:txBody>
      </p:sp>
      <p:sp>
        <p:nvSpPr>
          <p:cNvPr id="5" name="Content Placeholder 6"/>
          <p:cNvSpPr>
            <a:spLocks noGrp="1"/>
          </p:cNvSpPr>
          <p:nvPr>
            <p:ph sz="quarter" idx="4294967295"/>
          </p:nvPr>
        </p:nvSpPr>
        <p:spPr>
          <a:xfrm>
            <a:off x="4215765" y="3598250"/>
            <a:ext cx="7588884" cy="2000250"/>
          </a:xfrm>
          <a:prstGeom prst="rect">
            <a:avLst/>
          </a:prstGeom>
        </p:spPr>
        <p:txBody>
          <a:bodyPr/>
          <a:lstStyle/>
          <a:p>
            <a:r>
              <a:rPr lang="en-US">
                <a:solidFill>
                  <a:schemeClr val="tx1"/>
                </a:solidFill>
              </a:rPr>
              <a:t>Subheadline lorem ipsum dolor sit amet, consectetur adispiscing</a:t>
            </a:r>
          </a:p>
          <a:p>
            <a:pPr lvl="2"/>
            <a:r>
              <a:rPr lang="en-US" sz="1400">
                <a:solidFill>
                  <a:schemeClr val="tx1"/>
                </a:solidFill>
              </a:rPr>
              <a:t>Body copy ut enim ad suspendisse et enim condimentum, malesuada sapien id, dapibus mi. Duis odio odio, mollis vel scelerisque id, rhoncus vel urna. Sed nibh ipsum, dignissim vel gravida ut, sodales lacinia est. Nam eget cursus tellus, quis viverra leo. Duis ornare, turpis id molestie vulputate, risus justo placerat sem.</a:t>
            </a:r>
          </a:p>
          <a:p>
            <a:pPr lvl="2"/>
            <a:endParaRPr lang="en-US">
              <a:solidFill>
                <a:schemeClr val="tx1"/>
              </a:solidFill>
            </a:endParaRPr>
          </a:p>
          <a:p>
            <a:endParaRPr lang="en-US">
              <a:solidFill>
                <a:schemeClr val="tx1"/>
              </a:solidFill>
            </a:endParaRPr>
          </a:p>
        </p:txBody>
      </p:sp>
      <p:sp>
        <p:nvSpPr>
          <p:cNvPr id="8"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dirty="0"/>
          </a:p>
        </p:txBody>
      </p:sp>
      <p:sp>
        <p:nvSpPr>
          <p:cNvPr id="9" name="TextBox 8"/>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a:p>
        </p:txBody>
      </p:sp>
    </p:spTree>
    <p:extLst>
      <p:ext uri="{BB962C8B-B14F-4D97-AF65-F5344CB8AC3E}">
        <p14:creationId xmlns:p14="http://schemas.microsoft.com/office/powerpoint/2010/main" val="1379406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Content">
    <p:spTree>
      <p:nvGrpSpPr>
        <p:cNvPr id="1" name=""/>
        <p:cNvGrpSpPr/>
        <p:nvPr/>
      </p:nvGrpSpPr>
      <p:grpSpPr>
        <a:xfrm>
          <a:off x="0" y="0"/>
          <a:ext cx="0" cy="0"/>
          <a:chOff x="0" y="0"/>
          <a:chExt cx="0" cy="0"/>
        </a:xfrm>
      </p:grpSpPr>
      <p:sp>
        <p:nvSpPr>
          <p:cNvPr id="4" name="Title 3"/>
          <p:cNvSpPr>
            <a:spLocks noGrp="1"/>
          </p:cNvSpPr>
          <p:nvPr>
            <p:ph type="title"/>
          </p:nvPr>
        </p:nvSpPr>
        <p:spPr>
          <a:xfrm>
            <a:off x="379412" y="379414"/>
            <a:ext cx="11425237" cy="457200"/>
          </a:xfrm>
        </p:spPr>
        <p:txBody>
          <a:bodyPr/>
          <a:lstStyle/>
          <a:p>
            <a:r>
              <a:rPr lang="en-US"/>
              <a:t>Click to edit Master title style</a:t>
            </a:r>
            <a:endParaRPr lang="en-GB"/>
          </a:p>
        </p:txBody>
      </p:sp>
      <p:sp>
        <p:nvSpPr>
          <p:cNvPr id="5" name="Content Placeholder 4"/>
          <p:cNvSpPr>
            <a:spLocks noGrp="1"/>
          </p:cNvSpPr>
          <p:nvPr>
            <p:ph sz="quarter" idx="15"/>
          </p:nvPr>
        </p:nvSpPr>
        <p:spPr>
          <a:xfrm>
            <a:off x="379410" y="1295401"/>
            <a:ext cx="1143000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a:ln>
                <a:noFill/>
              </a:ln>
              <a:solidFill>
                <a:prstClr val="black"/>
              </a:solidFill>
              <a:effectLst/>
              <a:uLnTx/>
              <a:uFillTx/>
              <a:latin typeface="+mn-lt"/>
              <a:ea typeface="+mn-ea"/>
              <a:cs typeface="+mn-cs"/>
            </a:endParaRPr>
          </a:p>
        </p:txBody>
      </p:sp>
      <p:sp>
        <p:nvSpPr>
          <p:cNvPr id="6" name="Text Placeholder 4"/>
          <p:cNvSpPr>
            <a:spLocks noGrp="1"/>
          </p:cNvSpPr>
          <p:nvPr>
            <p:ph type="body" sz="quarter" idx="10"/>
          </p:nvPr>
        </p:nvSpPr>
        <p:spPr>
          <a:xfrm>
            <a:off x="381000" y="841248"/>
            <a:ext cx="11430000" cy="365760"/>
          </a:xfrm>
        </p:spPr>
        <p:txBody>
          <a:bodyPr/>
          <a:lstStyle>
            <a:lvl1pPr>
              <a:defRPr sz="2400"/>
            </a:lvl1pPr>
          </a:lstStyle>
          <a:p>
            <a:pPr lvl="0"/>
            <a:r>
              <a:rPr lang="en-US"/>
              <a:t>Click to edit Master text styles</a:t>
            </a:r>
          </a:p>
        </p:txBody>
      </p:sp>
      <p:sp>
        <p:nvSpPr>
          <p:cNvPr id="7"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dirty="0"/>
          </a:p>
        </p:txBody>
      </p:sp>
      <p:sp>
        <p:nvSpPr>
          <p:cNvPr id="8" name="TextBox 7"/>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a:p>
        </p:txBody>
      </p:sp>
    </p:spTree>
    <p:extLst>
      <p:ext uri="{BB962C8B-B14F-4D97-AF65-F5344CB8AC3E}">
        <p14:creationId xmlns:p14="http://schemas.microsoft.com/office/powerpoint/2010/main" val="3007106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rIns="0"/>
          <a:lstStyle/>
          <a:p>
            <a:r>
              <a:rPr lang="en-US"/>
              <a:t>Click to edit Master title style</a:t>
            </a:r>
            <a:endParaRPr lang="en-GB"/>
          </a:p>
        </p:txBody>
      </p:sp>
      <p:sp>
        <p:nvSpPr>
          <p:cNvPr id="3"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dirty="0"/>
          </a:p>
        </p:txBody>
      </p:sp>
      <p:sp>
        <p:nvSpPr>
          <p:cNvPr id="4" name="TextBox 3"/>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a:p>
        </p:txBody>
      </p:sp>
    </p:spTree>
    <p:extLst>
      <p:ext uri="{BB962C8B-B14F-4D97-AF65-F5344CB8AC3E}">
        <p14:creationId xmlns:p14="http://schemas.microsoft.com/office/powerpoint/2010/main" val="2881154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Title 1"/>
          <p:cNvSpPr>
            <a:spLocks noGrp="1"/>
          </p:cNvSpPr>
          <p:nvPr>
            <p:ph type="title"/>
          </p:nvPr>
        </p:nvSpPr>
        <p:spPr>
          <a:xfrm>
            <a:off x="379412" y="381000"/>
            <a:ext cx="11425237" cy="457200"/>
          </a:xfrm>
        </p:spPr>
        <p:txBody>
          <a:bodyPr rIns="0"/>
          <a:lstStyle/>
          <a:p>
            <a:r>
              <a:rPr lang="en-US"/>
              <a:t>Click to edit Master title style</a:t>
            </a:r>
            <a:endParaRPr lang="en-GB"/>
          </a:p>
        </p:txBody>
      </p:sp>
      <p:sp>
        <p:nvSpPr>
          <p:cNvPr id="5" name="Text Placeholder 4"/>
          <p:cNvSpPr>
            <a:spLocks noGrp="1"/>
          </p:cNvSpPr>
          <p:nvPr>
            <p:ph type="body" sz="quarter" idx="10"/>
          </p:nvPr>
        </p:nvSpPr>
        <p:spPr>
          <a:xfrm>
            <a:off x="381000" y="841248"/>
            <a:ext cx="11430000" cy="365760"/>
          </a:xfrm>
        </p:spPr>
        <p:txBody>
          <a:bodyPr/>
          <a:lstStyle>
            <a:lvl1pPr>
              <a:defRPr sz="2400"/>
            </a:lvl1pPr>
          </a:lstStyle>
          <a:p>
            <a:pPr lvl="0"/>
            <a:r>
              <a:rPr lang="en-US"/>
              <a:t>Click to edit Master text styles</a:t>
            </a:r>
          </a:p>
        </p:txBody>
      </p:sp>
      <p:sp>
        <p:nvSpPr>
          <p:cNvPr id="4"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dirty="0"/>
          </a:p>
        </p:txBody>
      </p:sp>
      <p:sp>
        <p:nvSpPr>
          <p:cNvPr id="6" name="TextBox 5"/>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a:p>
        </p:txBody>
      </p:sp>
    </p:spTree>
    <p:extLst>
      <p:ext uri="{BB962C8B-B14F-4D97-AF65-F5344CB8AC3E}">
        <p14:creationId xmlns:p14="http://schemas.microsoft.com/office/powerpoint/2010/main" val="2939547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Content">
    <p:spTree>
      <p:nvGrpSpPr>
        <p:cNvPr id="1" name=""/>
        <p:cNvGrpSpPr/>
        <p:nvPr/>
      </p:nvGrpSpPr>
      <p:grpSpPr>
        <a:xfrm>
          <a:off x="0" y="0"/>
          <a:ext cx="0" cy="0"/>
          <a:chOff x="0" y="0"/>
          <a:chExt cx="0" cy="0"/>
        </a:xfrm>
      </p:grpSpPr>
      <p:sp>
        <p:nvSpPr>
          <p:cNvPr id="4" name="Title 3"/>
          <p:cNvSpPr>
            <a:spLocks noGrp="1"/>
          </p:cNvSpPr>
          <p:nvPr>
            <p:ph type="title"/>
          </p:nvPr>
        </p:nvSpPr>
        <p:spPr>
          <a:xfrm>
            <a:off x="379412" y="379414"/>
            <a:ext cx="11425237" cy="822960"/>
          </a:xfrm>
        </p:spPr>
        <p:txBody>
          <a:bodyPr/>
          <a:lstStyle/>
          <a:p>
            <a:r>
              <a:rPr lang="en-US"/>
              <a:t>Click to edit Master title style</a:t>
            </a:r>
            <a:endParaRPr lang="en-GB"/>
          </a:p>
        </p:txBody>
      </p:sp>
      <p:sp>
        <p:nvSpPr>
          <p:cNvPr id="5" name="Content Placeholder 4"/>
          <p:cNvSpPr>
            <a:spLocks noGrp="1"/>
          </p:cNvSpPr>
          <p:nvPr>
            <p:ph sz="quarter" idx="15"/>
          </p:nvPr>
        </p:nvSpPr>
        <p:spPr>
          <a:xfrm>
            <a:off x="379410" y="1295401"/>
            <a:ext cx="571500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a:ln>
                <a:noFill/>
              </a:ln>
              <a:solidFill>
                <a:prstClr val="black"/>
              </a:solidFill>
              <a:effectLst/>
              <a:uLnTx/>
              <a:uFillTx/>
              <a:latin typeface="+mn-lt"/>
              <a:ea typeface="+mn-ea"/>
              <a:cs typeface="+mn-cs"/>
            </a:endParaRPr>
          </a:p>
        </p:txBody>
      </p:sp>
      <p:sp>
        <p:nvSpPr>
          <p:cNvPr id="10" name="Content Placeholder 9"/>
          <p:cNvSpPr>
            <a:spLocks noGrp="1"/>
          </p:cNvSpPr>
          <p:nvPr>
            <p:ph sz="quarter" idx="16"/>
          </p:nvPr>
        </p:nvSpPr>
        <p:spPr>
          <a:xfrm>
            <a:off x="6096000" y="1295401"/>
            <a:ext cx="571500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a:ln>
                <a:noFill/>
              </a:ln>
              <a:solidFill>
                <a:prstClr val="black"/>
              </a:solidFill>
              <a:effectLst/>
              <a:uLnTx/>
              <a:uFillTx/>
              <a:latin typeface="+mn-lt"/>
              <a:ea typeface="+mn-ea"/>
              <a:cs typeface="+mn-cs"/>
            </a:endParaRPr>
          </a:p>
        </p:txBody>
      </p:sp>
      <p:sp>
        <p:nvSpPr>
          <p:cNvPr id="6"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dirty="0"/>
          </a:p>
        </p:txBody>
      </p:sp>
      <p:sp>
        <p:nvSpPr>
          <p:cNvPr id="7" name="TextBox 6"/>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a:p>
        </p:txBody>
      </p:sp>
    </p:spTree>
    <p:extLst>
      <p:ext uri="{BB962C8B-B14F-4D97-AF65-F5344CB8AC3E}">
        <p14:creationId xmlns:p14="http://schemas.microsoft.com/office/powerpoint/2010/main" val="200213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ubtitle, 2 Content">
    <p:spTree>
      <p:nvGrpSpPr>
        <p:cNvPr id="1" name=""/>
        <p:cNvGrpSpPr/>
        <p:nvPr/>
      </p:nvGrpSpPr>
      <p:grpSpPr>
        <a:xfrm>
          <a:off x="0" y="0"/>
          <a:ext cx="0" cy="0"/>
          <a:chOff x="0" y="0"/>
          <a:chExt cx="0" cy="0"/>
        </a:xfrm>
      </p:grpSpPr>
      <p:sp>
        <p:nvSpPr>
          <p:cNvPr id="4" name="Title 3"/>
          <p:cNvSpPr>
            <a:spLocks noGrp="1"/>
          </p:cNvSpPr>
          <p:nvPr>
            <p:ph type="title"/>
          </p:nvPr>
        </p:nvSpPr>
        <p:spPr>
          <a:xfrm>
            <a:off x="379412" y="379414"/>
            <a:ext cx="11425237" cy="457200"/>
          </a:xfrm>
        </p:spPr>
        <p:txBody>
          <a:bodyPr/>
          <a:lstStyle/>
          <a:p>
            <a:r>
              <a:rPr lang="en-US"/>
              <a:t>Click to edit Master title style</a:t>
            </a:r>
            <a:endParaRPr lang="en-GB"/>
          </a:p>
        </p:txBody>
      </p:sp>
      <p:sp>
        <p:nvSpPr>
          <p:cNvPr id="5" name="Content Placeholder 4"/>
          <p:cNvSpPr>
            <a:spLocks noGrp="1"/>
          </p:cNvSpPr>
          <p:nvPr>
            <p:ph sz="quarter" idx="15"/>
          </p:nvPr>
        </p:nvSpPr>
        <p:spPr>
          <a:xfrm>
            <a:off x="379410" y="1295401"/>
            <a:ext cx="571500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a:ln>
                <a:noFill/>
              </a:ln>
              <a:solidFill>
                <a:prstClr val="black"/>
              </a:solidFill>
              <a:effectLst/>
              <a:uLnTx/>
              <a:uFillTx/>
              <a:latin typeface="+mn-lt"/>
              <a:ea typeface="+mn-ea"/>
              <a:cs typeface="+mn-cs"/>
            </a:endParaRPr>
          </a:p>
        </p:txBody>
      </p:sp>
      <p:sp>
        <p:nvSpPr>
          <p:cNvPr id="10" name="Content Placeholder 9"/>
          <p:cNvSpPr>
            <a:spLocks noGrp="1"/>
          </p:cNvSpPr>
          <p:nvPr>
            <p:ph sz="quarter" idx="16"/>
          </p:nvPr>
        </p:nvSpPr>
        <p:spPr>
          <a:xfrm>
            <a:off x="6096000" y="1295401"/>
            <a:ext cx="571500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a:ln>
                <a:noFill/>
              </a:ln>
              <a:solidFill>
                <a:prstClr val="black"/>
              </a:solidFill>
              <a:effectLst/>
              <a:uLnTx/>
              <a:uFillTx/>
              <a:latin typeface="+mn-lt"/>
              <a:ea typeface="+mn-ea"/>
              <a:cs typeface="+mn-cs"/>
            </a:endParaRPr>
          </a:p>
        </p:txBody>
      </p:sp>
      <p:sp>
        <p:nvSpPr>
          <p:cNvPr id="6" name="Text Placeholder 4"/>
          <p:cNvSpPr>
            <a:spLocks noGrp="1"/>
          </p:cNvSpPr>
          <p:nvPr>
            <p:ph type="body" sz="quarter" idx="10"/>
          </p:nvPr>
        </p:nvSpPr>
        <p:spPr>
          <a:xfrm>
            <a:off x="381000" y="841248"/>
            <a:ext cx="11430000" cy="365760"/>
          </a:xfrm>
        </p:spPr>
        <p:txBody>
          <a:bodyPr/>
          <a:lstStyle>
            <a:lvl1pPr>
              <a:defRPr sz="2400"/>
            </a:lvl1pPr>
          </a:lstStyle>
          <a:p>
            <a:pPr lvl="0"/>
            <a:r>
              <a:rPr lang="en-US"/>
              <a:t>Click to edit Master text styles</a:t>
            </a:r>
          </a:p>
        </p:txBody>
      </p:sp>
      <p:sp>
        <p:nvSpPr>
          <p:cNvPr id="7"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dirty="0"/>
          </a:p>
        </p:txBody>
      </p:sp>
      <p:sp>
        <p:nvSpPr>
          <p:cNvPr id="8" name="TextBox 7"/>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a:p>
        </p:txBody>
      </p:sp>
    </p:spTree>
    <p:extLst>
      <p:ext uri="{BB962C8B-B14F-4D97-AF65-F5344CB8AC3E}">
        <p14:creationId xmlns:p14="http://schemas.microsoft.com/office/powerpoint/2010/main" val="1850233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3 Content">
    <p:spTree>
      <p:nvGrpSpPr>
        <p:cNvPr id="1" name=""/>
        <p:cNvGrpSpPr/>
        <p:nvPr/>
      </p:nvGrpSpPr>
      <p:grpSpPr>
        <a:xfrm>
          <a:off x="0" y="0"/>
          <a:ext cx="0" cy="0"/>
          <a:chOff x="0" y="0"/>
          <a:chExt cx="0" cy="0"/>
        </a:xfrm>
      </p:grpSpPr>
      <p:sp>
        <p:nvSpPr>
          <p:cNvPr id="4" name="Title 3"/>
          <p:cNvSpPr>
            <a:spLocks noGrp="1"/>
          </p:cNvSpPr>
          <p:nvPr>
            <p:ph type="title"/>
          </p:nvPr>
        </p:nvSpPr>
        <p:spPr>
          <a:xfrm>
            <a:off x="379412" y="380999"/>
            <a:ext cx="11425237" cy="821373"/>
          </a:xfrm>
        </p:spPr>
        <p:txBody>
          <a:bodyPr/>
          <a:lstStyle/>
          <a:p>
            <a:r>
              <a:rPr lang="en-US"/>
              <a:t>Click to edit Master title style</a:t>
            </a:r>
            <a:endParaRPr lang="en-GB"/>
          </a:p>
        </p:txBody>
      </p:sp>
      <p:sp>
        <p:nvSpPr>
          <p:cNvPr id="5" name="Content Placeholder 4"/>
          <p:cNvSpPr>
            <a:spLocks noGrp="1"/>
          </p:cNvSpPr>
          <p:nvPr>
            <p:ph sz="quarter" idx="13"/>
          </p:nvPr>
        </p:nvSpPr>
        <p:spPr>
          <a:xfrm>
            <a:off x="379412" y="1295401"/>
            <a:ext cx="379476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a:ln>
                <a:noFill/>
              </a:ln>
              <a:solidFill>
                <a:prstClr val="black"/>
              </a:solidFill>
              <a:effectLst/>
              <a:uLnTx/>
              <a:uFillTx/>
              <a:latin typeface="+mn-lt"/>
              <a:ea typeface="+mn-ea"/>
              <a:cs typeface="+mn-cs"/>
            </a:endParaRPr>
          </a:p>
        </p:txBody>
      </p:sp>
      <p:sp>
        <p:nvSpPr>
          <p:cNvPr id="10" name="Content Placeholder 4"/>
          <p:cNvSpPr>
            <a:spLocks noGrp="1"/>
          </p:cNvSpPr>
          <p:nvPr>
            <p:ph sz="quarter" idx="14"/>
          </p:nvPr>
        </p:nvSpPr>
        <p:spPr>
          <a:xfrm>
            <a:off x="4187952" y="1295401"/>
            <a:ext cx="3803904"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4"/>
          <p:cNvSpPr>
            <a:spLocks noGrp="1"/>
          </p:cNvSpPr>
          <p:nvPr>
            <p:ph sz="quarter" idx="15"/>
          </p:nvPr>
        </p:nvSpPr>
        <p:spPr>
          <a:xfrm>
            <a:off x="8010144" y="1295401"/>
            <a:ext cx="379476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dirty="0"/>
          </a:p>
        </p:txBody>
      </p:sp>
      <p:sp>
        <p:nvSpPr>
          <p:cNvPr id="7" name="TextBox 6"/>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a:p>
        </p:txBody>
      </p:sp>
    </p:spTree>
    <p:extLst>
      <p:ext uri="{BB962C8B-B14F-4D97-AF65-F5344CB8AC3E}">
        <p14:creationId xmlns:p14="http://schemas.microsoft.com/office/powerpoint/2010/main" val="767340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3 Content">
    <p:spTree>
      <p:nvGrpSpPr>
        <p:cNvPr id="1" name=""/>
        <p:cNvGrpSpPr/>
        <p:nvPr/>
      </p:nvGrpSpPr>
      <p:grpSpPr>
        <a:xfrm>
          <a:off x="0" y="0"/>
          <a:ext cx="0" cy="0"/>
          <a:chOff x="0" y="0"/>
          <a:chExt cx="0" cy="0"/>
        </a:xfrm>
      </p:grpSpPr>
      <p:sp>
        <p:nvSpPr>
          <p:cNvPr id="4" name="Title 3"/>
          <p:cNvSpPr>
            <a:spLocks noGrp="1"/>
          </p:cNvSpPr>
          <p:nvPr>
            <p:ph type="title"/>
          </p:nvPr>
        </p:nvSpPr>
        <p:spPr>
          <a:xfrm>
            <a:off x="379412" y="380999"/>
            <a:ext cx="11425237" cy="457200"/>
          </a:xfrm>
        </p:spPr>
        <p:txBody>
          <a:bodyPr/>
          <a:lstStyle/>
          <a:p>
            <a:r>
              <a:rPr lang="en-US"/>
              <a:t>Click to edit Master title style</a:t>
            </a:r>
            <a:endParaRPr lang="en-GB"/>
          </a:p>
        </p:txBody>
      </p:sp>
      <p:sp>
        <p:nvSpPr>
          <p:cNvPr id="6" name="Text Placeholder 4"/>
          <p:cNvSpPr>
            <a:spLocks noGrp="1"/>
          </p:cNvSpPr>
          <p:nvPr>
            <p:ph type="body" sz="quarter" idx="10"/>
          </p:nvPr>
        </p:nvSpPr>
        <p:spPr>
          <a:xfrm>
            <a:off x="384048" y="841248"/>
            <a:ext cx="11430000" cy="365760"/>
          </a:xfrm>
        </p:spPr>
        <p:txBody>
          <a:bodyPr/>
          <a:lstStyle>
            <a:lvl1pPr>
              <a:defRPr sz="2400"/>
            </a:lvl1pPr>
          </a:lstStyle>
          <a:p>
            <a:pPr lvl="0"/>
            <a:r>
              <a:rPr lang="en-US"/>
              <a:t>Click to edit Master text styles</a:t>
            </a:r>
          </a:p>
        </p:txBody>
      </p:sp>
      <p:sp>
        <p:nvSpPr>
          <p:cNvPr id="7" name="Content Placeholder 4"/>
          <p:cNvSpPr>
            <a:spLocks noGrp="1"/>
          </p:cNvSpPr>
          <p:nvPr>
            <p:ph sz="quarter" idx="13"/>
          </p:nvPr>
        </p:nvSpPr>
        <p:spPr>
          <a:xfrm>
            <a:off x="379412" y="1295401"/>
            <a:ext cx="379476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a:ln>
                <a:noFill/>
              </a:ln>
              <a:solidFill>
                <a:prstClr val="black"/>
              </a:solidFill>
              <a:effectLst/>
              <a:uLnTx/>
              <a:uFillTx/>
              <a:latin typeface="+mn-lt"/>
              <a:ea typeface="+mn-ea"/>
              <a:cs typeface="+mn-cs"/>
            </a:endParaRPr>
          </a:p>
        </p:txBody>
      </p:sp>
      <p:sp>
        <p:nvSpPr>
          <p:cNvPr id="8" name="Content Placeholder 4"/>
          <p:cNvSpPr>
            <a:spLocks noGrp="1"/>
          </p:cNvSpPr>
          <p:nvPr>
            <p:ph sz="quarter" idx="14"/>
          </p:nvPr>
        </p:nvSpPr>
        <p:spPr>
          <a:xfrm>
            <a:off x="4187952" y="1295401"/>
            <a:ext cx="3803904"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4"/>
          <p:cNvSpPr>
            <a:spLocks noGrp="1"/>
          </p:cNvSpPr>
          <p:nvPr>
            <p:ph sz="quarter" idx="15"/>
          </p:nvPr>
        </p:nvSpPr>
        <p:spPr>
          <a:xfrm>
            <a:off x="8010144" y="1295401"/>
            <a:ext cx="379476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dirty="0"/>
          </a:p>
        </p:txBody>
      </p:sp>
      <p:sp>
        <p:nvSpPr>
          <p:cNvPr id="11" name="TextBox 10"/>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a:p>
        </p:txBody>
      </p:sp>
    </p:spTree>
    <p:extLst>
      <p:ext uri="{BB962C8B-B14F-4D97-AF65-F5344CB8AC3E}">
        <p14:creationId xmlns:p14="http://schemas.microsoft.com/office/powerpoint/2010/main" val="3959026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rge Message">
    <p:spTree>
      <p:nvGrpSpPr>
        <p:cNvPr id="1" name=""/>
        <p:cNvGrpSpPr/>
        <p:nvPr/>
      </p:nvGrpSpPr>
      <p:grpSpPr>
        <a:xfrm>
          <a:off x="0" y="0"/>
          <a:ext cx="0" cy="0"/>
          <a:chOff x="0" y="0"/>
          <a:chExt cx="0" cy="0"/>
        </a:xfrm>
      </p:grpSpPr>
      <p:sp>
        <p:nvSpPr>
          <p:cNvPr id="5" name="Content Placeholder 4"/>
          <p:cNvSpPr>
            <a:spLocks noGrp="1"/>
          </p:cNvSpPr>
          <p:nvPr>
            <p:ph sz="quarter" idx="15"/>
          </p:nvPr>
        </p:nvSpPr>
        <p:spPr>
          <a:xfrm>
            <a:off x="379410" y="1298448"/>
            <a:ext cx="11431590" cy="4956048"/>
          </a:xfrm>
        </p:spPr>
        <p:txBody>
          <a:bodyPr/>
          <a:lstStyle>
            <a:lvl1pPr>
              <a:lnSpc>
                <a:spcPct val="90000"/>
              </a:lnSpc>
              <a:defRPr sz="4800">
                <a:latin typeface="+mj-lt"/>
              </a:defRPr>
            </a:lvl1pPr>
            <a:lvl2pPr>
              <a:defRPr sz="4400">
                <a:latin typeface="+mj-lt"/>
              </a:defRPr>
            </a:lvl2pPr>
            <a:lvl3pPr>
              <a:defRPr sz="4000">
                <a:latin typeface="+mj-lt"/>
              </a:defRPr>
            </a:lvl3pPr>
            <a:lvl4pPr>
              <a:defRPr sz="3600">
                <a:latin typeface="+mj-lt"/>
              </a:defRPr>
            </a:lvl4pPr>
            <a:lvl5pPr>
              <a:defRPr sz="3200">
                <a:latin typeface="+mj-lt"/>
              </a:defRPr>
            </a:lvl5pPr>
          </a:lstStyle>
          <a:p>
            <a:pPr lvl="0"/>
            <a:r>
              <a:rPr lang="en-US"/>
              <a:t>Click to edit Master text styles</a:t>
            </a:r>
          </a:p>
        </p:txBody>
      </p:sp>
      <p:sp>
        <p:nvSpPr>
          <p:cNvPr id="3"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dirty="0"/>
          </a:p>
        </p:txBody>
      </p:sp>
      <p:sp>
        <p:nvSpPr>
          <p:cNvPr id="4" name="TextBox 3"/>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a:p>
        </p:txBody>
      </p:sp>
    </p:spTree>
    <p:extLst>
      <p:ext uri="{BB962C8B-B14F-4D97-AF65-F5344CB8AC3E}">
        <p14:creationId xmlns:p14="http://schemas.microsoft.com/office/powerpoint/2010/main" val="1330704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 name="Content Placeholder 2"/>
          <p:cNvSpPr>
            <a:spLocks noGrp="1"/>
          </p:cNvSpPr>
          <p:nvPr>
            <p:ph idx="1"/>
          </p:nvPr>
        </p:nvSpPr>
        <p:spPr>
          <a:xfrm>
            <a:off x="379412" y="384048"/>
            <a:ext cx="11430000" cy="5864352"/>
          </a:xfrm>
        </p:spPr>
        <p:txBody>
          <a:bodyPr rIns="0"/>
          <a:lstStyle>
            <a:lvl1pPr>
              <a:lnSpc>
                <a:spcPct val="90000"/>
              </a:lnSpc>
              <a:defRPr sz="3200">
                <a:latin typeface="+mj-lt"/>
              </a:defRPr>
            </a:lvl1pPr>
            <a:lvl2pPr marL="0" indent="0">
              <a:spcAft>
                <a:spcPts val="1200"/>
              </a:spcAft>
              <a:buNone/>
              <a:defRPr sz="2200">
                <a:latin typeface="+mj-lt"/>
              </a:defRPr>
            </a:lvl2pPr>
          </a:lstStyle>
          <a:p>
            <a:pPr lvl="0"/>
            <a:r>
              <a:rPr lang="en-US"/>
              <a:t>Click to edit Master text styles</a:t>
            </a:r>
          </a:p>
        </p:txBody>
      </p:sp>
      <p:sp>
        <p:nvSpPr>
          <p:cNvPr id="4"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dirty="0"/>
          </a:p>
        </p:txBody>
      </p:sp>
      <p:sp>
        <p:nvSpPr>
          <p:cNvPr id="5" name="TextBox 4"/>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a:p>
        </p:txBody>
      </p:sp>
    </p:spTree>
    <p:extLst>
      <p:ext uri="{BB962C8B-B14F-4D97-AF65-F5344CB8AC3E}">
        <p14:creationId xmlns:p14="http://schemas.microsoft.com/office/powerpoint/2010/main" val="1198147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3" name="Content Placeholder 2"/>
          <p:cNvSpPr>
            <a:spLocks noGrp="1"/>
          </p:cNvSpPr>
          <p:nvPr>
            <p:ph idx="1"/>
          </p:nvPr>
        </p:nvSpPr>
        <p:spPr>
          <a:xfrm>
            <a:off x="384048" y="384048"/>
            <a:ext cx="11426952" cy="5861304"/>
          </a:xfrm>
        </p:spPr>
        <p:txBody>
          <a:bodyPr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dirty="0"/>
          </a:p>
        </p:txBody>
      </p:sp>
      <p:sp>
        <p:nvSpPr>
          <p:cNvPr id="5" name="TextBox 4"/>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a:p>
        </p:txBody>
      </p:sp>
    </p:spTree>
    <p:extLst>
      <p:ext uri="{BB962C8B-B14F-4D97-AF65-F5344CB8AC3E}">
        <p14:creationId xmlns:p14="http://schemas.microsoft.com/office/powerpoint/2010/main" val="1909826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Content Only_ 1/3  2/3">
    <p:spTree>
      <p:nvGrpSpPr>
        <p:cNvPr id="1" name=""/>
        <p:cNvGrpSpPr/>
        <p:nvPr/>
      </p:nvGrpSpPr>
      <p:grpSpPr>
        <a:xfrm>
          <a:off x="0" y="0"/>
          <a:ext cx="0" cy="0"/>
          <a:chOff x="0" y="0"/>
          <a:chExt cx="0" cy="0"/>
        </a:xfrm>
      </p:grpSpPr>
      <p:sp>
        <p:nvSpPr>
          <p:cNvPr id="4" name="Content Placeholder 4"/>
          <p:cNvSpPr>
            <a:spLocks noGrp="1"/>
          </p:cNvSpPr>
          <p:nvPr>
            <p:ph sz="quarter" idx="13"/>
          </p:nvPr>
        </p:nvSpPr>
        <p:spPr>
          <a:xfrm>
            <a:off x="379412" y="384048"/>
            <a:ext cx="3794760" cy="5861304"/>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a:ln>
                <a:noFill/>
              </a:ln>
              <a:solidFill>
                <a:prstClr val="black"/>
              </a:solidFill>
              <a:effectLst/>
              <a:uLnTx/>
              <a:uFillTx/>
              <a:latin typeface="+mn-lt"/>
              <a:ea typeface="+mn-ea"/>
              <a:cs typeface="+mn-cs"/>
            </a:endParaRPr>
          </a:p>
        </p:txBody>
      </p:sp>
      <p:sp>
        <p:nvSpPr>
          <p:cNvPr id="5" name="Content Placeholder 4"/>
          <p:cNvSpPr>
            <a:spLocks noGrp="1"/>
          </p:cNvSpPr>
          <p:nvPr>
            <p:ph sz="quarter" idx="14"/>
          </p:nvPr>
        </p:nvSpPr>
        <p:spPr>
          <a:xfrm>
            <a:off x="4187952" y="384048"/>
            <a:ext cx="7623048" cy="58613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dirty="0"/>
          </a:p>
        </p:txBody>
      </p:sp>
      <p:sp>
        <p:nvSpPr>
          <p:cNvPr id="7" name="TextBox 6"/>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a:p>
        </p:txBody>
      </p:sp>
    </p:spTree>
    <p:extLst>
      <p:ext uri="{BB962C8B-B14F-4D97-AF65-F5344CB8AC3E}">
        <p14:creationId xmlns:p14="http://schemas.microsoft.com/office/powerpoint/2010/main" val="1004501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Content Only">
    <p:spTree>
      <p:nvGrpSpPr>
        <p:cNvPr id="1" name=""/>
        <p:cNvGrpSpPr/>
        <p:nvPr/>
      </p:nvGrpSpPr>
      <p:grpSpPr>
        <a:xfrm>
          <a:off x="0" y="0"/>
          <a:ext cx="0" cy="0"/>
          <a:chOff x="0" y="0"/>
          <a:chExt cx="0" cy="0"/>
        </a:xfrm>
      </p:grpSpPr>
      <p:sp>
        <p:nvSpPr>
          <p:cNvPr id="5" name="Content Placeholder 4"/>
          <p:cNvSpPr>
            <a:spLocks noGrp="1"/>
          </p:cNvSpPr>
          <p:nvPr>
            <p:ph sz="quarter" idx="13"/>
          </p:nvPr>
        </p:nvSpPr>
        <p:spPr>
          <a:xfrm>
            <a:off x="379412" y="384048"/>
            <a:ext cx="3794760" cy="5861304"/>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a:ln>
                <a:noFill/>
              </a:ln>
              <a:solidFill>
                <a:prstClr val="black"/>
              </a:solidFill>
              <a:effectLst/>
              <a:uLnTx/>
              <a:uFillTx/>
              <a:latin typeface="+mn-lt"/>
              <a:ea typeface="+mn-ea"/>
              <a:cs typeface="+mn-cs"/>
            </a:endParaRPr>
          </a:p>
        </p:txBody>
      </p:sp>
      <p:sp>
        <p:nvSpPr>
          <p:cNvPr id="6" name="Content Placeholder 4"/>
          <p:cNvSpPr>
            <a:spLocks noGrp="1"/>
          </p:cNvSpPr>
          <p:nvPr>
            <p:ph sz="quarter" idx="14"/>
          </p:nvPr>
        </p:nvSpPr>
        <p:spPr>
          <a:xfrm>
            <a:off x="4187952" y="384048"/>
            <a:ext cx="3803904" cy="58613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4"/>
          <p:cNvSpPr>
            <a:spLocks noGrp="1"/>
          </p:cNvSpPr>
          <p:nvPr>
            <p:ph sz="quarter" idx="15"/>
          </p:nvPr>
        </p:nvSpPr>
        <p:spPr>
          <a:xfrm>
            <a:off x="8010144" y="384048"/>
            <a:ext cx="3794760" cy="58613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dirty="0"/>
          </a:p>
        </p:txBody>
      </p:sp>
      <p:sp>
        <p:nvSpPr>
          <p:cNvPr id="9" name="TextBox 8"/>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a:p>
        </p:txBody>
      </p:sp>
    </p:spTree>
    <p:extLst>
      <p:ext uri="{BB962C8B-B14F-4D97-AF65-F5344CB8AC3E}">
        <p14:creationId xmlns:p14="http://schemas.microsoft.com/office/powerpoint/2010/main" val="2895824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Image">
    <p:spTree>
      <p:nvGrpSpPr>
        <p:cNvPr id="1" name=""/>
        <p:cNvGrpSpPr/>
        <p:nvPr/>
      </p:nvGrpSpPr>
      <p:grpSpPr>
        <a:xfrm>
          <a:off x="0" y="0"/>
          <a:ext cx="0" cy="0"/>
          <a:chOff x="0" y="0"/>
          <a:chExt cx="0" cy="0"/>
        </a:xfrm>
      </p:grpSpPr>
      <p:sp>
        <p:nvSpPr>
          <p:cNvPr id="8" name="Content Placeholder 4"/>
          <p:cNvSpPr>
            <a:spLocks noGrp="1"/>
          </p:cNvSpPr>
          <p:nvPr>
            <p:ph sz="quarter" idx="13"/>
          </p:nvPr>
        </p:nvSpPr>
        <p:spPr>
          <a:xfrm>
            <a:off x="384048" y="383675"/>
            <a:ext cx="7616952" cy="58613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Picture Placeholder 2"/>
          <p:cNvSpPr>
            <a:spLocks noGrp="1"/>
          </p:cNvSpPr>
          <p:nvPr>
            <p:ph type="pic" sz="quarter" idx="14"/>
          </p:nvPr>
        </p:nvSpPr>
        <p:spPr>
          <a:xfrm>
            <a:off x="8019288" y="381000"/>
            <a:ext cx="3794760" cy="5864225"/>
          </a:xfrm>
          <a:solidFill>
            <a:schemeClr val="bg1">
              <a:lumMod val="85000"/>
            </a:schemeClr>
          </a:solidFill>
        </p:spPr>
        <p:txBody>
          <a:bodyPr/>
          <a:lstStyle/>
          <a:p>
            <a:r>
              <a:rPr lang="en-US" dirty="0"/>
              <a:t>Click icon to add picture</a:t>
            </a:r>
          </a:p>
        </p:txBody>
      </p:sp>
      <p:sp>
        <p:nvSpPr>
          <p:cNvPr id="4"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dirty="0"/>
          </a:p>
        </p:txBody>
      </p:sp>
      <p:sp>
        <p:nvSpPr>
          <p:cNvPr id="5" name="TextBox 4"/>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a:p>
        </p:txBody>
      </p:sp>
    </p:spTree>
    <p:extLst>
      <p:ext uri="{BB962C8B-B14F-4D97-AF65-F5344CB8AC3E}">
        <p14:creationId xmlns:p14="http://schemas.microsoft.com/office/powerpoint/2010/main" val="2452948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 Image">
    <p:spTree>
      <p:nvGrpSpPr>
        <p:cNvPr id="1" name=""/>
        <p:cNvGrpSpPr/>
        <p:nvPr/>
      </p:nvGrpSpPr>
      <p:grpSpPr>
        <a:xfrm>
          <a:off x="0" y="0"/>
          <a:ext cx="0" cy="0"/>
          <a:chOff x="0" y="0"/>
          <a:chExt cx="0" cy="0"/>
        </a:xfrm>
      </p:grpSpPr>
      <p:sp>
        <p:nvSpPr>
          <p:cNvPr id="10" name="Picture Placeholder 9"/>
          <p:cNvSpPr>
            <a:spLocks noGrp="1"/>
          </p:cNvSpPr>
          <p:nvPr>
            <p:ph type="pic" sz="quarter" idx="13"/>
          </p:nvPr>
        </p:nvSpPr>
        <p:spPr>
          <a:xfrm>
            <a:off x="384048" y="384048"/>
            <a:ext cx="3816000" cy="2930652"/>
          </a:xfrm>
          <a:solidFill>
            <a:schemeClr val="bg1">
              <a:lumMod val="85000"/>
            </a:schemeClr>
          </a:solidFill>
        </p:spPr>
        <p:txBody>
          <a:bodyPr lIns="0" rIns="0"/>
          <a:lstStyle/>
          <a:p>
            <a:r>
              <a:rPr lang="en-US" dirty="0"/>
              <a:t>Click icon to add picture</a:t>
            </a:r>
            <a:endParaRPr lang="en-GB" dirty="0"/>
          </a:p>
        </p:txBody>
      </p:sp>
      <p:sp>
        <p:nvSpPr>
          <p:cNvPr id="13" name="Picture Placeholder 9"/>
          <p:cNvSpPr>
            <a:spLocks noGrp="1"/>
          </p:cNvSpPr>
          <p:nvPr>
            <p:ph type="pic" sz="quarter" idx="16"/>
          </p:nvPr>
        </p:nvSpPr>
        <p:spPr>
          <a:xfrm>
            <a:off x="384048" y="3314646"/>
            <a:ext cx="3816000" cy="2935224"/>
          </a:xfrm>
          <a:solidFill>
            <a:schemeClr val="bg1">
              <a:lumMod val="85000"/>
            </a:schemeClr>
          </a:solidFill>
        </p:spPr>
        <p:txBody>
          <a:bodyPr lIns="0" rIns="0"/>
          <a:lstStyle/>
          <a:p>
            <a:r>
              <a:rPr lang="en-US" dirty="0"/>
              <a:t>Click icon to add picture</a:t>
            </a:r>
            <a:endParaRPr lang="en-GB" dirty="0"/>
          </a:p>
        </p:txBody>
      </p:sp>
      <p:sp>
        <p:nvSpPr>
          <p:cNvPr id="11" name="Picture Placeholder 9"/>
          <p:cNvSpPr>
            <a:spLocks noGrp="1"/>
          </p:cNvSpPr>
          <p:nvPr>
            <p:ph type="pic" sz="quarter" idx="14"/>
          </p:nvPr>
        </p:nvSpPr>
        <p:spPr>
          <a:xfrm>
            <a:off x="4187310" y="384048"/>
            <a:ext cx="3816000" cy="2930652"/>
          </a:xfrm>
          <a:solidFill>
            <a:schemeClr val="bg1">
              <a:lumMod val="85000"/>
            </a:schemeClr>
          </a:solidFill>
        </p:spPr>
        <p:txBody>
          <a:bodyPr lIns="0" rIns="0"/>
          <a:lstStyle/>
          <a:p>
            <a:r>
              <a:rPr lang="en-US" dirty="0"/>
              <a:t>Click icon to add picture</a:t>
            </a:r>
            <a:endParaRPr lang="en-GB" dirty="0"/>
          </a:p>
        </p:txBody>
      </p:sp>
      <p:sp>
        <p:nvSpPr>
          <p:cNvPr id="14" name="Picture Placeholder 9"/>
          <p:cNvSpPr>
            <a:spLocks noGrp="1"/>
          </p:cNvSpPr>
          <p:nvPr>
            <p:ph type="pic" sz="quarter" idx="17"/>
          </p:nvPr>
        </p:nvSpPr>
        <p:spPr>
          <a:xfrm>
            <a:off x="4187310" y="3314646"/>
            <a:ext cx="3816000" cy="2938462"/>
          </a:xfrm>
          <a:solidFill>
            <a:schemeClr val="bg1">
              <a:lumMod val="85000"/>
            </a:schemeClr>
          </a:solidFill>
        </p:spPr>
        <p:txBody>
          <a:bodyPr lIns="0" rIns="0"/>
          <a:lstStyle/>
          <a:p>
            <a:r>
              <a:rPr lang="en-US" dirty="0"/>
              <a:t>Click icon to add picture</a:t>
            </a:r>
            <a:endParaRPr lang="en-GB" dirty="0"/>
          </a:p>
        </p:txBody>
      </p:sp>
      <p:sp>
        <p:nvSpPr>
          <p:cNvPr id="12" name="Picture Placeholder 9"/>
          <p:cNvSpPr>
            <a:spLocks noGrp="1"/>
          </p:cNvSpPr>
          <p:nvPr>
            <p:ph type="pic" sz="quarter" idx="15"/>
          </p:nvPr>
        </p:nvSpPr>
        <p:spPr>
          <a:xfrm>
            <a:off x="8001000" y="384048"/>
            <a:ext cx="3816000" cy="2930652"/>
          </a:xfrm>
          <a:solidFill>
            <a:schemeClr val="bg1">
              <a:lumMod val="85000"/>
            </a:schemeClr>
          </a:solidFill>
        </p:spPr>
        <p:txBody>
          <a:bodyPr lIns="0" rIns="0"/>
          <a:lstStyle/>
          <a:p>
            <a:r>
              <a:rPr lang="en-US" dirty="0"/>
              <a:t>Click icon to add picture</a:t>
            </a:r>
            <a:endParaRPr lang="en-GB" dirty="0"/>
          </a:p>
        </p:txBody>
      </p:sp>
      <p:sp>
        <p:nvSpPr>
          <p:cNvPr id="15" name="Picture Placeholder 9"/>
          <p:cNvSpPr>
            <a:spLocks noGrp="1"/>
          </p:cNvSpPr>
          <p:nvPr>
            <p:ph type="pic" sz="quarter" idx="18"/>
          </p:nvPr>
        </p:nvSpPr>
        <p:spPr>
          <a:xfrm>
            <a:off x="8001000" y="3314646"/>
            <a:ext cx="3816000" cy="2938462"/>
          </a:xfrm>
          <a:solidFill>
            <a:schemeClr val="bg1">
              <a:lumMod val="85000"/>
            </a:schemeClr>
          </a:solidFill>
        </p:spPr>
        <p:txBody>
          <a:bodyPr lIns="0" rIns="0"/>
          <a:lstStyle/>
          <a:p>
            <a:r>
              <a:rPr lang="en-US" dirty="0"/>
              <a:t>Click icon to add picture</a:t>
            </a:r>
            <a:endParaRPr lang="en-GB" dirty="0"/>
          </a:p>
        </p:txBody>
      </p:sp>
      <p:sp>
        <p:nvSpPr>
          <p:cNvPr id="8"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dirty="0"/>
          </a:p>
        </p:txBody>
      </p:sp>
      <p:sp>
        <p:nvSpPr>
          <p:cNvPr id="9" name="TextBox 8"/>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a:p>
        </p:txBody>
      </p:sp>
    </p:spTree>
    <p:extLst>
      <p:ext uri="{BB962C8B-B14F-4D97-AF65-F5344CB8AC3E}">
        <p14:creationId xmlns:p14="http://schemas.microsoft.com/office/powerpoint/2010/main" val="2589092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dirty="0"/>
          </a:p>
        </p:txBody>
      </p:sp>
      <p:sp>
        <p:nvSpPr>
          <p:cNvPr id="3" name="TextBox 2"/>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a:p>
        </p:txBody>
      </p:sp>
    </p:spTree>
    <p:extLst>
      <p:ext uri="{BB962C8B-B14F-4D97-AF65-F5344CB8AC3E}">
        <p14:creationId xmlns:p14="http://schemas.microsoft.com/office/powerpoint/2010/main" val="2885058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Option 2">
    <p:spTree>
      <p:nvGrpSpPr>
        <p:cNvPr id="1" name=""/>
        <p:cNvGrpSpPr/>
        <p:nvPr/>
      </p:nvGrpSpPr>
      <p:grpSpPr>
        <a:xfrm>
          <a:off x="0" y="0"/>
          <a:ext cx="0" cy="0"/>
          <a:chOff x="0" y="0"/>
          <a:chExt cx="0" cy="0"/>
        </a:xfrm>
      </p:grpSpPr>
      <p:sp>
        <p:nvSpPr>
          <p:cNvPr id="41" name="Rectangle 40"/>
          <p:cNvSpPr/>
          <p:nvPr userDrawn="1"/>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grpSp>
        <p:nvGrpSpPr>
          <p:cNvPr id="3" name="Group 2"/>
          <p:cNvGrpSpPr/>
          <p:nvPr userDrawn="1"/>
        </p:nvGrpSpPr>
        <p:grpSpPr>
          <a:xfrm>
            <a:off x="-9845" y="-7221"/>
            <a:ext cx="12210731" cy="6884165"/>
            <a:chOff x="-9845" y="-7221"/>
            <a:chExt cx="12210731" cy="6884165"/>
          </a:xfrm>
        </p:grpSpPr>
        <p:sp>
          <p:nvSpPr>
            <p:cNvPr id="6" name="Freeform 5"/>
            <p:cNvSpPr/>
            <p:nvPr/>
          </p:nvSpPr>
          <p:spPr>
            <a:xfrm>
              <a:off x="-6314" y="3602940"/>
              <a:ext cx="3593122" cy="3267566"/>
            </a:xfrm>
            <a:custGeom>
              <a:avLst/>
              <a:gdLst>
                <a:gd name="connsiteX0" fmla="*/ 1392248 w 3580909"/>
                <a:gd name="connsiteY0" fmla="*/ 0 h 3209249"/>
                <a:gd name="connsiteX1" fmla="*/ 0 w 3580909"/>
                <a:gd name="connsiteY1" fmla="*/ 3209249 h 3209249"/>
                <a:gd name="connsiteX2" fmla="*/ 3580909 w 3580909"/>
                <a:gd name="connsiteY2" fmla="*/ 1215267 h 3209249"/>
                <a:gd name="connsiteX3" fmla="*/ 1392248 w 3580909"/>
                <a:gd name="connsiteY3" fmla="*/ 0 h 3209249"/>
                <a:gd name="connsiteX0" fmla="*/ 1406371 w 3595032"/>
                <a:gd name="connsiteY0" fmla="*/ 0 h 3209249"/>
                <a:gd name="connsiteX1" fmla="*/ 0 w 3595032"/>
                <a:gd name="connsiteY1" fmla="*/ 3209249 h 3209249"/>
                <a:gd name="connsiteX2" fmla="*/ 3595032 w 3595032"/>
                <a:gd name="connsiteY2" fmla="*/ 1215267 h 3209249"/>
                <a:gd name="connsiteX3" fmla="*/ 1406371 w 3595032"/>
                <a:gd name="connsiteY3" fmla="*/ 0 h 3209249"/>
                <a:gd name="connsiteX0" fmla="*/ 1399310 w 3587971"/>
                <a:gd name="connsiteY0" fmla="*/ 0 h 3209249"/>
                <a:gd name="connsiteX1" fmla="*/ 0 w 3587971"/>
                <a:gd name="connsiteY1" fmla="*/ 3209249 h 3209249"/>
                <a:gd name="connsiteX2" fmla="*/ 3587971 w 3587971"/>
                <a:gd name="connsiteY2" fmla="*/ 1215267 h 3209249"/>
                <a:gd name="connsiteX3" fmla="*/ 1399310 w 3587971"/>
                <a:gd name="connsiteY3" fmla="*/ 0 h 3209249"/>
                <a:gd name="connsiteX0" fmla="*/ 1399310 w 3587971"/>
                <a:gd name="connsiteY0" fmla="*/ 0 h 3252111"/>
                <a:gd name="connsiteX1" fmla="*/ 0 w 3587971"/>
                <a:gd name="connsiteY1" fmla="*/ 3252111 h 3252111"/>
                <a:gd name="connsiteX2" fmla="*/ 3587971 w 3587971"/>
                <a:gd name="connsiteY2" fmla="*/ 1258129 h 3252111"/>
                <a:gd name="connsiteX3" fmla="*/ 1399310 w 3587971"/>
                <a:gd name="connsiteY3" fmla="*/ 0 h 3252111"/>
                <a:gd name="connsiteX0" fmla="*/ 1396734 w 3585395"/>
                <a:gd name="connsiteY0" fmla="*/ 0 h 3264990"/>
                <a:gd name="connsiteX1" fmla="*/ 0 w 3585395"/>
                <a:gd name="connsiteY1" fmla="*/ 3264990 h 3264990"/>
                <a:gd name="connsiteX2" fmla="*/ 3585395 w 3585395"/>
                <a:gd name="connsiteY2" fmla="*/ 1258129 h 3264990"/>
                <a:gd name="connsiteX3" fmla="*/ 1396734 w 3585395"/>
                <a:gd name="connsiteY3" fmla="*/ 0 h 3264990"/>
                <a:gd name="connsiteX0" fmla="*/ 1404461 w 3593122"/>
                <a:gd name="connsiteY0" fmla="*/ 0 h 3267566"/>
                <a:gd name="connsiteX1" fmla="*/ 0 w 3593122"/>
                <a:gd name="connsiteY1" fmla="*/ 3267566 h 3267566"/>
                <a:gd name="connsiteX2" fmla="*/ 3593122 w 3593122"/>
                <a:gd name="connsiteY2" fmla="*/ 1258129 h 3267566"/>
                <a:gd name="connsiteX3" fmla="*/ 1404461 w 3593122"/>
                <a:gd name="connsiteY3" fmla="*/ 0 h 3267566"/>
              </a:gdLst>
              <a:ahLst/>
              <a:cxnLst>
                <a:cxn ang="0">
                  <a:pos x="connsiteX0" y="connsiteY0"/>
                </a:cxn>
                <a:cxn ang="0">
                  <a:pos x="connsiteX1" y="connsiteY1"/>
                </a:cxn>
                <a:cxn ang="0">
                  <a:pos x="connsiteX2" y="connsiteY2"/>
                </a:cxn>
                <a:cxn ang="0">
                  <a:pos x="connsiteX3" y="connsiteY3"/>
                </a:cxn>
              </a:cxnLst>
              <a:rect l="l" t="t" r="r" b="b"/>
              <a:pathLst>
                <a:path w="3593122" h="3267566">
                  <a:moveTo>
                    <a:pt x="1404461" y="0"/>
                  </a:moveTo>
                  <a:lnTo>
                    <a:pt x="0" y="3267566"/>
                  </a:lnTo>
                  <a:lnTo>
                    <a:pt x="3593122" y="1258129"/>
                  </a:lnTo>
                  <a:lnTo>
                    <a:pt x="1404461" y="0"/>
                  </a:lnTo>
                  <a:close/>
                </a:path>
              </a:pathLst>
            </a:custGeom>
            <a:gradFill>
              <a:gsLst>
                <a:gs pos="100000">
                  <a:schemeClr val="accent3"/>
                </a:gs>
                <a:gs pos="44000">
                  <a:schemeClr val="accent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7" name="Freeform 6"/>
            <p:cNvSpPr/>
            <p:nvPr/>
          </p:nvSpPr>
          <p:spPr>
            <a:xfrm>
              <a:off x="1390330" y="1741468"/>
              <a:ext cx="2199979" cy="3164694"/>
            </a:xfrm>
            <a:custGeom>
              <a:avLst/>
              <a:gdLst>
                <a:gd name="connsiteX0" fmla="*/ 1739462 w 2186152"/>
                <a:gd name="connsiteY0" fmla="*/ 0 h 3095296"/>
                <a:gd name="connsiteX1" fmla="*/ 0 w 2186152"/>
                <a:gd name="connsiteY1" fmla="*/ 1891862 h 3095296"/>
                <a:gd name="connsiteX2" fmla="*/ 2186152 w 2186152"/>
                <a:gd name="connsiteY2" fmla="*/ 3095296 h 3095296"/>
                <a:gd name="connsiteX3" fmla="*/ 1739462 w 2186152"/>
                <a:gd name="connsiteY3" fmla="*/ 0 h 3095296"/>
                <a:gd name="connsiteX0" fmla="*/ 1733563 w 2186152"/>
                <a:gd name="connsiteY0" fmla="*/ 0 h 3112994"/>
                <a:gd name="connsiteX1" fmla="*/ 0 w 2186152"/>
                <a:gd name="connsiteY1" fmla="*/ 1909560 h 3112994"/>
                <a:gd name="connsiteX2" fmla="*/ 2186152 w 2186152"/>
                <a:gd name="connsiteY2" fmla="*/ 3112994 h 3112994"/>
                <a:gd name="connsiteX3" fmla="*/ 1733563 w 2186152"/>
                <a:gd name="connsiteY3" fmla="*/ 0 h 3112994"/>
                <a:gd name="connsiteX0" fmla="*/ 1752613 w 2186152"/>
                <a:gd name="connsiteY0" fmla="*/ 0 h 3108232"/>
                <a:gd name="connsiteX1" fmla="*/ 0 w 2186152"/>
                <a:gd name="connsiteY1" fmla="*/ 1904798 h 3108232"/>
                <a:gd name="connsiteX2" fmla="*/ 2186152 w 2186152"/>
                <a:gd name="connsiteY2" fmla="*/ 3108232 h 3108232"/>
                <a:gd name="connsiteX3" fmla="*/ 1752613 w 2186152"/>
                <a:gd name="connsiteY3" fmla="*/ 0 h 3108232"/>
                <a:gd name="connsiteX0" fmla="*/ 1738326 w 2186152"/>
                <a:gd name="connsiteY0" fmla="*/ 0 h 3108232"/>
                <a:gd name="connsiteX1" fmla="*/ 0 w 2186152"/>
                <a:gd name="connsiteY1" fmla="*/ 1904798 h 3108232"/>
                <a:gd name="connsiteX2" fmla="*/ 2186152 w 2186152"/>
                <a:gd name="connsiteY2" fmla="*/ 3108232 h 3108232"/>
                <a:gd name="connsiteX3" fmla="*/ 1738326 w 2186152"/>
                <a:gd name="connsiteY3" fmla="*/ 0 h 3108232"/>
                <a:gd name="connsiteX0" fmla="*/ 1724039 w 2186152"/>
                <a:gd name="connsiteY0" fmla="*/ 0 h 3089182"/>
                <a:gd name="connsiteX1" fmla="*/ 0 w 2186152"/>
                <a:gd name="connsiteY1" fmla="*/ 1885748 h 3089182"/>
                <a:gd name="connsiteX2" fmla="*/ 2186152 w 2186152"/>
                <a:gd name="connsiteY2" fmla="*/ 3089182 h 3089182"/>
                <a:gd name="connsiteX3" fmla="*/ 1724039 w 2186152"/>
                <a:gd name="connsiteY3" fmla="*/ 0 h 3089182"/>
                <a:gd name="connsiteX0" fmla="*/ 1743089 w 2205202"/>
                <a:gd name="connsiteY0" fmla="*/ 0 h 3089182"/>
                <a:gd name="connsiteX1" fmla="*/ 0 w 2205202"/>
                <a:gd name="connsiteY1" fmla="*/ 1861935 h 3089182"/>
                <a:gd name="connsiteX2" fmla="*/ 2205202 w 2205202"/>
                <a:gd name="connsiteY2" fmla="*/ 3089182 h 3089182"/>
                <a:gd name="connsiteX3" fmla="*/ 1743089 w 2205202"/>
                <a:gd name="connsiteY3" fmla="*/ 0 h 3089182"/>
                <a:gd name="connsiteX0" fmla="*/ 1733564 w 2205202"/>
                <a:gd name="connsiteY0" fmla="*/ 0 h 3079657"/>
                <a:gd name="connsiteX1" fmla="*/ 0 w 2205202"/>
                <a:gd name="connsiteY1" fmla="*/ 1852410 h 3079657"/>
                <a:gd name="connsiteX2" fmla="*/ 2205202 w 2205202"/>
                <a:gd name="connsiteY2" fmla="*/ 3079657 h 3079657"/>
                <a:gd name="connsiteX3" fmla="*/ 1733564 w 2205202"/>
                <a:gd name="connsiteY3" fmla="*/ 0 h 3079657"/>
                <a:gd name="connsiteX0" fmla="*/ 1695464 w 2167102"/>
                <a:gd name="connsiteY0" fmla="*/ 0 h 3079657"/>
                <a:gd name="connsiteX1" fmla="*/ 0 w 2167102"/>
                <a:gd name="connsiteY1" fmla="*/ 1871460 h 3079657"/>
                <a:gd name="connsiteX2" fmla="*/ 2167102 w 2167102"/>
                <a:gd name="connsiteY2" fmla="*/ 3079657 h 3079657"/>
                <a:gd name="connsiteX3" fmla="*/ 1695464 w 2167102"/>
                <a:gd name="connsiteY3" fmla="*/ 0 h 3079657"/>
                <a:gd name="connsiteX0" fmla="*/ 1724039 w 2195677"/>
                <a:gd name="connsiteY0" fmla="*/ 0 h 3079657"/>
                <a:gd name="connsiteX1" fmla="*/ 0 w 2195677"/>
                <a:gd name="connsiteY1" fmla="*/ 1866698 h 3079657"/>
                <a:gd name="connsiteX2" fmla="*/ 2195677 w 2195677"/>
                <a:gd name="connsiteY2" fmla="*/ 3079657 h 3079657"/>
                <a:gd name="connsiteX3" fmla="*/ 1724039 w 2195677"/>
                <a:gd name="connsiteY3" fmla="*/ 0 h 3079657"/>
                <a:gd name="connsiteX0" fmla="*/ 1746073 w 2195677"/>
                <a:gd name="connsiteY0" fmla="*/ 0 h 3079657"/>
                <a:gd name="connsiteX1" fmla="*/ 0 w 2195677"/>
                <a:gd name="connsiteY1" fmla="*/ 1866698 h 3079657"/>
                <a:gd name="connsiteX2" fmla="*/ 2195677 w 2195677"/>
                <a:gd name="connsiteY2" fmla="*/ 3079657 h 3079657"/>
                <a:gd name="connsiteX3" fmla="*/ 1746073 w 2195677"/>
                <a:gd name="connsiteY3" fmla="*/ 0 h 3079657"/>
                <a:gd name="connsiteX0" fmla="*/ 1714323 w 2195677"/>
                <a:gd name="connsiteY0" fmla="*/ 0 h 3098707"/>
                <a:gd name="connsiteX1" fmla="*/ 0 w 2195677"/>
                <a:gd name="connsiteY1" fmla="*/ 1885748 h 3098707"/>
                <a:gd name="connsiteX2" fmla="*/ 2195677 w 2195677"/>
                <a:gd name="connsiteY2" fmla="*/ 3098707 h 3098707"/>
                <a:gd name="connsiteX3" fmla="*/ 1714323 w 2195677"/>
                <a:gd name="connsiteY3" fmla="*/ 0 h 3098707"/>
                <a:gd name="connsiteX0" fmla="*/ 1720673 w 2195677"/>
                <a:gd name="connsiteY0" fmla="*/ 0 h 3092357"/>
                <a:gd name="connsiteX1" fmla="*/ 0 w 2195677"/>
                <a:gd name="connsiteY1" fmla="*/ 1879398 h 3092357"/>
                <a:gd name="connsiteX2" fmla="*/ 2195677 w 2195677"/>
                <a:gd name="connsiteY2" fmla="*/ 3092357 h 3092357"/>
                <a:gd name="connsiteX3" fmla="*/ 1720673 w 2195677"/>
                <a:gd name="connsiteY3" fmla="*/ 0 h 3092357"/>
                <a:gd name="connsiteX0" fmla="*/ 1739723 w 2195677"/>
                <a:gd name="connsiteY0" fmla="*/ 0 h 3086007"/>
                <a:gd name="connsiteX1" fmla="*/ 0 w 2195677"/>
                <a:gd name="connsiteY1" fmla="*/ 1873048 h 3086007"/>
                <a:gd name="connsiteX2" fmla="*/ 2195677 w 2195677"/>
                <a:gd name="connsiteY2" fmla="*/ 3086007 h 3086007"/>
                <a:gd name="connsiteX3" fmla="*/ 1739723 w 2195677"/>
                <a:gd name="connsiteY3" fmla="*/ 0 h 3086007"/>
                <a:gd name="connsiteX0" fmla="*/ 1720673 w 2195677"/>
                <a:gd name="connsiteY0" fmla="*/ 0 h 3155857"/>
                <a:gd name="connsiteX1" fmla="*/ 0 w 2195677"/>
                <a:gd name="connsiteY1" fmla="*/ 1942898 h 3155857"/>
                <a:gd name="connsiteX2" fmla="*/ 2195677 w 2195677"/>
                <a:gd name="connsiteY2" fmla="*/ 3155857 h 3155857"/>
                <a:gd name="connsiteX3" fmla="*/ 1720673 w 2195677"/>
                <a:gd name="connsiteY3" fmla="*/ 0 h 3155857"/>
                <a:gd name="connsiteX0" fmla="*/ 1720673 w 2195677"/>
                <a:gd name="connsiteY0" fmla="*/ 0 h 3079657"/>
                <a:gd name="connsiteX1" fmla="*/ 0 w 2195677"/>
                <a:gd name="connsiteY1" fmla="*/ 1866698 h 3079657"/>
                <a:gd name="connsiteX2" fmla="*/ 2195677 w 2195677"/>
                <a:gd name="connsiteY2" fmla="*/ 3079657 h 3079657"/>
                <a:gd name="connsiteX3" fmla="*/ 1720673 w 2195677"/>
                <a:gd name="connsiteY3" fmla="*/ 0 h 3079657"/>
                <a:gd name="connsiteX0" fmla="*/ 1720673 w 2195677"/>
                <a:gd name="connsiteY0" fmla="*/ 0 h 3149507"/>
                <a:gd name="connsiteX1" fmla="*/ 0 w 2195677"/>
                <a:gd name="connsiteY1" fmla="*/ 1936548 h 3149507"/>
                <a:gd name="connsiteX2" fmla="*/ 2195677 w 2195677"/>
                <a:gd name="connsiteY2" fmla="*/ 3149507 h 3149507"/>
                <a:gd name="connsiteX3" fmla="*/ 1720673 w 2195677"/>
                <a:gd name="connsiteY3" fmla="*/ 0 h 3149507"/>
                <a:gd name="connsiteX0" fmla="*/ 1739723 w 2214727"/>
                <a:gd name="connsiteY0" fmla="*/ 0 h 3149507"/>
                <a:gd name="connsiteX1" fmla="*/ 0 w 2214727"/>
                <a:gd name="connsiteY1" fmla="*/ 1936548 h 3149507"/>
                <a:gd name="connsiteX2" fmla="*/ 2214727 w 2214727"/>
                <a:gd name="connsiteY2" fmla="*/ 3149507 h 3149507"/>
                <a:gd name="connsiteX3" fmla="*/ 1739723 w 2214727"/>
                <a:gd name="connsiteY3" fmla="*/ 0 h 3149507"/>
                <a:gd name="connsiteX0" fmla="*/ 1739723 w 2214727"/>
                <a:gd name="connsiteY0" fmla="*/ 0 h 3149507"/>
                <a:gd name="connsiteX1" fmla="*/ 0 w 2214727"/>
                <a:gd name="connsiteY1" fmla="*/ 1936548 h 3149507"/>
                <a:gd name="connsiteX2" fmla="*/ 2214727 w 2214727"/>
                <a:gd name="connsiteY2" fmla="*/ 3149507 h 3149507"/>
                <a:gd name="connsiteX3" fmla="*/ 1739723 w 2214727"/>
                <a:gd name="connsiteY3" fmla="*/ 0 h 3149507"/>
                <a:gd name="connsiteX0" fmla="*/ 1724975 w 2199979"/>
                <a:gd name="connsiteY0" fmla="*/ 0 h 3149507"/>
                <a:gd name="connsiteX1" fmla="*/ 0 w 2199979"/>
                <a:gd name="connsiteY1" fmla="*/ 1921800 h 3149507"/>
                <a:gd name="connsiteX2" fmla="*/ 2199979 w 2199979"/>
                <a:gd name="connsiteY2" fmla="*/ 3149507 h 3149507"/>
                <a:gd name="connsiteX3" fmla="*/ 1724975 w 2199979"/>
                <a:gd name="connsiteY3" fmla="*/ 0 h 3149507"/>
                <a:gd name="connsiteX0" fmla="*/ 1722399 w 2199979"/>
                <a:gd name="connsiteY0" fmla="*/ 0 h 3072234"/>
                <a:gd name="connsiteX1" fmla="*/ 0 w 2199979"/>
                <a:gd name="connsiteY1" fmla="*/ 1844527 h 3072234"/>
                <a:gd name="connsiteX2" fmla="*/ 2199979 w 2199979"/>
                <a:gd name="connsiteY2" fmla="*/ 3072234 h 3072234"/>
                <a:gd name="connsiteX3" fmla="*/ 1722399 w 2199979"/>
                <a:gd name="connsiteY3" fmla="*/ 0 h 3072234"/>
                <a:gd name="connsiteX0" fmla="*/ 1722399 w 2199979"/>
                <a:gd name="connsiteY0" fmla="*/ 0 h 3123750"/>
                <a:gd name="connsiteX1" fmla="*/ 0 w 2199979"/>
                <a:gd name="connsiteY1" fmla="*/ 1896043 h 3123750"/>
                <a:gd name="connsiteX2" fmla="*/ 2199979 w 2199979"/>
                <a:gd name="connsiteY2" fmla="*/ 3123750 h 3123750"/>
                <a:gd name="connsiteX3" fmla="*/ 1722399 w 2199979"/>
                <a:gd name="connsiteY3" fmla="*/ 0 h 3123750"/>
                <a:gd name="connsiteX0" fmla="*/ 1736047 w 2199979"/>
                <a:gd name="connsiteY0" fmla="*/ 0 h 3164694"/>
                <a:gd name="connsiteX1" fmla="*/ 0 w 2199979"/>
                <a:gd name="connsiteY1" fmla="*/ 1936987 h 3164694"/>
                <a:gd name="connsiteX2" fmla="*/ 2199979 w 2199979"/>
                <a:gd name="connsiteY2" fmla="*/ 3164694 h 3164694"/>
                <a:gd name="connsiteX3" fmla="*/ 1736047 w 2199979"/>
                <a:gd name="connsiteY3" fmla="*/ 0 h 3164694"/>
              </a:gdLst>
              <a:ahLst/>
              <a:cxnLst>
                <a:cxn ang="0">
                  <a:pos x="connsiteX0" y="connsiteY0"/>
                </a:cxn>
                <a:cxn ang="0">
                  <a:pos x="connsiteX1" y="connsiteY1"/>
                </a:cxn>
                <a:cxn ang="0">
                  <a:pos x="connsiteX2" y="connsiteY2"/>
                </a:cxn>
                <a:cxn ang="0">
                  <a:pos x="connsiteX3" y="connsiteY3"/>
                </a:cxn>
              </a:cxnLst>
              <a:rect l="l" t="t" r="r" b="b"/>
              <a:pathLst>
                <a:path w="2199979" h="3164694">
                  <a:moveTo>
                    <a:pt x="1736047" y="0"/>
                  </a:moveTo>
                  <a:lnTo>
                    <a:pt x="0" y="1936987"/>
                  </a:lnTo>
                  <a:lnTo>
                    <a:pt x="2199979" y="3164694"/>
                  </a:lnTo>
                  <a:lnTo>
                    <a:pt x="1736047" y="0"/>
                  </a:lnTo>
                  <a:close/>
                </a:path>
              </a:pathLst>
            </a:custGeom>
            <a:gradFill>
              <a:gsLst>
                <a:gs pos="100000">
                  <a:schemeClr val="accent3"/>
                </a:gs>
                <a:gs pos="44000">
                  <a:schemeClr val="accent2"/>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8" name="Freeform 7"/>
            <p:cNvSpPr/>
            <p:nvPr/>
          </p:nvSpPr>
          <p:spPr>
            <a:xfrm>
              <a:off x="6375805" y="1"/>
              <a:ext cx="4644129" cy="1222744"/>
            </a:xfrm>
            <a:custGeom>
              <a:avLst/>
              <a:gdLst>
                <a:gd name="connsiteX0" fmla="*/ 0 w 4550735"/>
                <a:gd name="connsiteY0" fmla="*/ 0 h 1222745"/>
                <a:gd name="connsiteX1" fmla="*/ 1222744 w 4550735"/>
                <a:gd name="connsiteY1" fmla="*/ 1222745 h 1222745"/>
                <a:gd name="connsiteX2" fmla="*/ 4550735 w 4550735"/>
                <a:gd name="connsiteY2" fmla="*/ 10633 h 1222745"/>
                <a:gd name="connsiteX3" fmla="*/ 0 w 4550735"/>
                <a:gd name="connsiteY3" fmla="*/ 0 h 1222745"/>
                <a:gd name="connsiteX0" fmla="*/ 0 w 4582633"/>
                <a:gd name="connsiteY0" fmla="*/ 10633 h 1212112"/>
                <a:gd name="connsiteX1" fmla="*/ 1254642 w 4582633"/>
                <a:gd name="connsiteY1" fmla="*/ 1212112 h 1212112"/>
                <a:gd name="connsiteX2" fmla="*/ 4582633 w 4582633"/>
                <a:gd name="connsiteY2" fmla="*/ 0 h 1212112"/>
                <a:gd name="connsiteX3" fmla="*/ 0 w 4582633"/>
                <a:gd name="connsiteY3" fmla="*/ 10633 h 1212112"/>
                <a:gd name="connsiteX0" fmla="*/ 0 w 4566685"/>
                <a:gd name="connsiteY0" fmla="*/ 0 h 1228061"/>
                <a:gd name="connsiteX1" fmla="*/ 1238694 w 4566685"/>
                <a:gd name="connsiteY1" fmla="*/ 1228061 h 1228061"/>
                <a:gd name="connsiteX2" fmla="*/ 4566685 w 4566685"/>
                <a:gd name="connsiteY2" fmla="*/ 15949 h 1228061"/>
                <a:gd name="connsiteX3" fmla="*/ 0 w 4566685"/>
                <a:gd name="connsiteY3" fmla="*/ 0 h 1228061"/>
                <a:gd name="connsiteX0" fmla="*/ 0 w 4566685"/>
                <a:gd name="connsiteY0" fmla="*/ 0 h 1217428"/>
                <a:gd name="connsiteX1" fmla="*/ 1238694 w 4566685"/>
                <a:gd name="connsiteY1" fmla="*/ 1217428 h 1217428"/>
                <a:gd name="connsiteX2" fmla="*/ 4566685 w 4566685"/>
                <a:gd name="connsiteY2" fmla="*/ 5316 h 1217428"/>
                <a:gd name="connsiteX3" fmla="*/ 0 w 4566685"/>
                <a:gd name="connsiteY3" fmla="*/ 0 h 1217428"/>
                <a:gd name="connsiteX0" fmla="*/ 0 w 4614532"/>
                <a:gd name="connsiteY0" fmla="*/ 0 h 1217428"/>
                <a:gd name="connsiteX1" fmla="*/ 1238694 w 4614532"/>
                <a:gd name="connsiteY1" fmla="*/ 1217428 h 1217428"/>
                <a:gd name="connsiteX2" fmla="*/ 4614532 w 4614532"/>
                <a:gd name="connsiteY2" fmla="*/ 5316 h 1217428"/>
                <a:gd name="connsiteX3" fmla="*/ 0 w 4614532"/>
                <a:gd name="connsiteY3" fmla="*/ 0 h 1217428"/>
                <a:gd name="connsiteX0" fmla="*/ 0 w 4614532"/>
                <a:gd name="connsiteY0" fmla="*/ 0 h 1228060"/>
                <a:gd name="connsiteX1" fmla="*/ 1286541 w 4614532"/>
                <a:gd name="connsiteY1" fmla="*/ 1228060 h 1228060"/>
                <a:gd name="connsiteX2" fmla="*/ 4614532 w 4614532"/>
                <a:gd name="connsiteY2" fmla="*/ 5316 h 1228060"/>
                <a:gd name="connsiteX3" fmla="*/ 0 w 4614532"/>
                <a:gd name="connsiteY3" fmla="*/ 0 h 1228060"/>
                <a:gd name="connsiteX0" fmla="*/ 0 w 4614532"/>
                <a:gd name="connsiteY0" fmla="*/ 10633 h 1222744"/>
                <a:gd name="connsiteX1" fmla="*/ 1286541 w 4614532"/>
                <a:gd name="connsiteY1" fmla="*/ 1222744 h 1222744"/>
                <a:gd name="connsiteX2" fmla="*/ 4614532 w 4614532"/>
                <a:gd name="connsiteY2" fmla="*/ 0 h 1222744"/>
                <a:gd name="connsiteX3" fmla="*/ 0 w 4614532"/>
                <a:gd name="connsiteY3" fmla="*/ 10633 h 1222744"/>
                <a:gd name="connsiteX0" fmla="*/ 0 w 4614532"/>
                <a:gd name="connsiteY0" fmla="*/ 10633 h 1201479"/>
                <a:gd name="connsiteX1" fmla="*/ 1238695 w 4614532"/>
                <a:gd name="connsiteY1" fmla="*/ 1201479 h 1201479"/>
                <a:gd name="connsiteX2" fmla="*/ 4614532 w 4614532"/>
                <a:gd name="connsiteY2" fmla="*/ 0 h 1201479"/>
                <a:gd name="connsiteX3" fmla="*/ 0 w 4614532"/>
                <a:gd name="connsiteY3" fmla="*/ 10633 h 1201479"/>
                <a:gd name="connsiteX0" fmla="*/ 0 w 4614532"/>
                <a:gd name="connsiteY0" fmla="*/ 10633 h 1222744"/>
                <a:gd name="connsiteX1" fmla="*/ 1249328 w 4614532"/>
                <a:gd name="connsiteY1" fmla="*/ 1222744 h 1222744"/>
                <a:gd name="connsiteX2" fmla="*/ 4614532 w 4614532"/>
                <a:gd name="connsiteY2" fmla="*/ 0 h 1222744"/>
                <a:gd name="connsiteX3" fmla="*/ 0 w 4614532"/>
                <a:gd name="connsiteY3" fmla="*/ 10633 h 1222744"/>
                <a:gd name="connsiteX0" fmla="*/ 0 w 4614532"/>
                <a:gd name="connsiteY0" fmla="*/ 0 h 1222744"/>
                <a:gd name="connsiteX1" fmla="*/ 1249328 w 4614532"/>
                <a:gd name="connsiteY1" fmla="*/ 1222744 h 1222744"/>
                <a:gd name="connsiteX2" fmla="*/ 4614532 w 4614532"/>
                <a:gd name="connsiteY2" fmla="*/ 0 h 1222744"/>
                <a:gd name="connsiteX3" fmla="*/ 0 w 4614532"/>
                <a:gd name="connsiteY3" fmla="*/ 0 h 1222744"/>
                <a:gd name="connsiteX0" fmla="*/ 0 w 4630481"/>
                <a:gd name="connsiteY0" fmla="*/ 0 h 1222744"/>
                <a:gd name="connsiteX1" fmla="*/ 1249328 w 4630481"/>
                <a:gd name="connsiteY1" fmla="*/ 1222744 h 1222744"/>
                <a:gd name="connsiteX2" fmla="*/ 4630481 w 4630481"/>
                <a:gd name="connsiteY2" fmla="*/ 0 h 1222744"/>
                <a:gd name="connsiteX3" fmla="*/ 0 w 4630481"/>
                <a:gd name="connsiteY3" fmla="*/ 0 h 1222744"/>
                <a:gd name="connsiteX0" fmla="*/ 0 w 4671425"/>
                <a:gd name="connsiteY0" fmla="*/ 0 h 1222744"/>
                <a:gd name="connsiteX1" fmla="*/ 1290272 w 4671425"/>
                <a:gd name="connsiteY1" fmla="*/ 1222744 h 1222744"/>
                <a:gd name="connsiteX2" fmla="*/ 4671425 w 4671425"/>
                <a:gd name="connsiteY2" fmla="*/ 0 h 1222744"/>
                <a:gd name="connsiteX3" fmla="*/ 0 w 4671425"/>
                <a:gd name="connsiteY3" fmla="*/ 0 h 1222744"/>
                <a:gd name="connsiteX0" fmla="*/ 0 w 4671425"/>
                <a:gd name="connsiteY0" fmla="*/ 0 h 1222744"/>
                <a:gd name="connsiteX1" fmla="*/ 1290272 w 4671425"/>
                <a:gd name="connsiteY1" fmla="*/ 1222744 h 1222744"/>
                <a:gd name="connsiteX2" fmla="*/ 4671425 w 4671425"/>
                <a:gd name="connsiteY2" fmla="*/ 614149 h 1222744"/>
                <a:gd name="connsiteX3" fmla="*/ 0 w 4671425"/>
                <a:gd name="connsiteY3" fmla="*/ 0 h 1222744"/>
                <a:gd name="connsiteX0" fmla="*/ 0 w 4657777"/>
                <a:gd name="connsiteY0" fmla="*/ 13648 h 1236392"/>
                <a:gd name="connsiteX1" fmla="*/ 1290272 w 4657777"/>
                <a:gd name="connsiteY1" fmla="*/ 1236392 h 1236392"/>
                <a:gd name="connsiteX2" fmla="*/ 4657777 w 4657777"/>
                <a:gd name="connsiteY2" fmla="*/ 0 h 1236392"/>
                <a:gd name="connsiteX3" fmla="*/ 0 w 4657777"/>
                <a:gd name="connsiteY3" fmla="*/ 13648 h 1236392"/>
                <a:gd name="connsiteX0" fmla="*/ 0 w 4644129"/>
                <a:gd name="connsiteY0" fmla="*/ 0 h 1222744"/>
                <a:gd name="connsiteX1" fmla="*/ 1290272 w 4644129"/>
                <a:gd name="connsiteY1" fmla="*/ 1222744 h 1222744"/>
                <a:gd name="connsiteX2" fmla="*/ 4644129 w 4644129"/>
                <a:gd name="connsiteY2" fmla="*/ 0 h 1222744"/>
                <a:gd name="connsiteX3" fmla="*/ 0 w 4644129"/>
                <a:gd name="connsiteY3" fmla="*/ 0 h 1222744"/>
              </a:gdLst>
              <a:ahLst/>
              <a:cxnLst>
                <a:cxn ang="0">
                  <a:pos x="connsiteX0" y="connsiteY0"/>
                </a:cxn>
                <a:cxn ang="0">
                  <a:pos x="connsiteX1" y="connsiteY1"/>
                </a:cxn>
                <a:cxn ang="0">
                  <a:pos x="connsiteX2" y="connsiteY2"/>
                </a:cxn>
                <a:cxn ang="0">
                  <a:pos x="connsiteX3" y="connsiteY3"/>
                </a:cxn>
              </a:cxnLst>
              <a:rect l="l" t="t" r="r" b="b"/>
              <a:pathLst>
                <a:path w="4644129" h="1222744">
                  <a:moveTo>
                    <a:pt x="0" y="0"/>
                  </a:moveTo>
                  <a:lnTo>
                    <a:pt x="1290272" y="1222744"/>
                  </a:lnTo>
                  <a:lnTo>
                    <a:pt x="4644129" y="0"/>
                  </a:lnTo>
                  <a:lnTo>
                    <a:pt x="0" y="0"/>
                  </a:lnTo>
                  <a:close/>
                </a:path>
              </a:pathLst>
            </a:custGeom>
            <a:gradFill>
              <a:gsLst>
                <a:gs pos="100000">
                  <a:schemeClr val="accent3"/>
                </a:gs>
                <a:gs pos="35000">
                  <a:schemeClr val="accent2"/>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8"/>
            <p:cNvSpPr/>
            <p:nvPr/>
          </p:nvSpPr>
          <p:spPr>
            <a:xfrm>
              <a:off x="4052439" y="2989173"/>
              <a:ext cx="3708351" cy="2971471"/>
            </a:xfrm>
            <a:custGeom>
              <a:avLst/>
              <a:gdLst>
                <a:gd name="connsiteX0" fmla="*/ 2291255 w 3641834"/>
                <a:gd name="connsiteY0" fmla="*/ 0 h 2958662"/>
                <a:gd name="connsiteX1" fmla="*/ 3641834 w 3641834"/>
                <a:gd name="connsiteY1" fmla="*/ 1692165 h 2958662"/>
                <a:gd name="connsiteX2" fmla="*/ 0 w 3641834"/>
                <a:gd name="connsiteY2" fmla="*/ 2958662 h 2958662"/>
                <a:gd name="connsiteX3" fmla="*/ 2291255 w 3641834"/>
                <a:gd name="connsiteY3" fmla="*/ 0 h 2958662"/>
                <a:gd name="connsiteX0" fmla="*/ 2291255 w 3641834"/>
                <a:gd name="connsiteY0" fmla="*/ 0 h 2963917"/>
                <a:gd name="connsiteX1" fmla="*/ 3641834 w 3641834"/>
                <a:gd name="connsiteY1" fmla="*/ 1697420 h 2963917"/>
                <a:gd name="connsiteX2" fmla="*/ 0 w 3641834"/>
                <a:gd name="connsiteY2" fmla="*/ 2963917 h 2963917"/>
                <a:gd name="connsiteX3" fmla="*/ 2291255 w 3641834"/>
                <a:gd name="connsiteY3" fmla="*/ 0 h 2963917"/>
                <a:gd name="connsiteX0" fmla="*/ 2301765 w 3641834"/>
                <a:gd name="connsiteY0" fmla="*/ 0 h 2948152"/>
                <a:gd name="connsiteX1" fmla="*/ 3641834 w 3641834"/>
                <a:gd name="connsiteY1" fmla="*/ 1681655 h 2948152"/>
                <a:gd name="connsiteX2" fmla="*/ 0 w 3641834"/>
                <a:gd name="connsiteY2" fmla="*/ 2948152 h 2948152"/>
                <a:gd name="connsiteX3" fmla="*/ 2301765 w 3641834"/>
                <a:gd name="connsiteY3" fmla="*/ 0 h 2948152"/>
                <a:gd name="connsiteX0" fmla="*/ 2293452 w 3641834"/>
                <a:gd name="connsiteY0" fmla="*/ 0 h 2948152"/>
                <a:gd name="connsiteX1" fmla="*/ 3641834 w 3641834"/>
                <a:gd name="connsiteY1" fmla="*/ 1681655 h 2948152"/>
                <a:gd name="connsiteX2" fmla="*/ 0 w 3641834"/>
                <a:gd name="connsiteY2" fmla="*/ 2948152 h 2948152"/>
                <a:gd name="connsiteX3" fmla="*/ 2293452 w 3641834"/>
                <a:gd name="connsiteY3" fmla="*/ 0 h 2948152"/>
                <a:gd name="connsiteX0" fmla="*/ 2305379 w 3653761"/>
                <a:gd name="connsiteY0" fmla="*/ 0 h 2944176"/>
                <a:gd name="connsiteX1" fmla="*/ 3653761 w 3653761"/>
                <a:gd name="connsiteY1" fmla="*/ 1681655 h 2944176"/>
                <a:gd name="connsiteX2" fmla="*/ 0 w 3653761"/>
                <a:gd name="connsiteY2" fmla="*/ 2944176 h 2944176"/>
                <a:gd name="connsiteX3" fmla="*/ 2305379 w 3653761"/>
                <a:gd name="connsiteY3" fmla="*/ 0 h 2944176"/>
                <a:gd name="connsiteX0" fmla="*/ 2291731 w 3653761"/>
                <a:gd name="connsiteY0" fmla="*/ 0 h 2944176"/>
                <a:gd name="connsiteX1" fmla="*/ 3653761 w 3653761"/>
                <a:gd name="connsiteY1" fmla="*/ 1681655 h 2944176"/>
                <a:gd name="connsiteX2" fmla="*/ 0 w 3653761"/>
                <a:gd name="connsiteY2" fmla="*/ 2944176 h 2944176"/>
                <a:gd name="connsiteX3" fmla="*/ 2291731 w 3653761"/>
                <a:gd name="connsiteY3" fmla="*/ 0 h 2944176"/>
                <a:gd name="connsiteX0" fmla="*/ 2305378 w 3653761"/>
                <a:gd name="connsiteY0" fmla="*/ 0 h 2971471"/>
                <a:gd name="connsiteX1" fmla="*/ 3653761 w 3653761"/>
                <a:gd name="connsiteY1" fmla="*/ 1708950 h 2971471"/>
                <a:gd name="connsiteX2" fmla="*/ 0 w 3653761"/>
                <a:gd name="connsiteY2" fmla="*/ 2971471 h 2971471"/>
                <a:gd name="connsiteX3" fmla="*/ 2305378 w 3653761"/>
                <a:gd name="connsiteY3" fmla="*/ 0 h 2971471"/>
                <a:gd name="connsiteX0" fmla="*/ 2305378 w 3694704"/>
                <a:gd name="connsiteY0" fmla="*/ 0 h 2971471"/>
                <a:gd name="connsiteX1" fmla="*/ 3694704 w 3694704"/>
                <a:gd name="connsiteY1" fmla="*/ 1722598 h 2971471"/>
                <a:gd name="connsiteX2" fmla="*/ 0 w 3694704"/>
                <a:gd name="connsiteY2" fmla="*/ 2971471 h 2971471"/>
                <a:gd name="connsiteX3" fmla="*/ 2305378 w 3694704"/>
                <a:gd name="connsiteY3" fmla="*/ 0 h 2971471"/>
                <a:gd name="connsiteX0" fmla="*/ 2319025 w 3708351"/>
                <a:gd name="connsiteY0" fmla="*/ 0 h 2971471"/>
                <a:gd name="connsiteX1" fmla="*/ 3708351 w 3708351"/>
                <a:gd name="connsiteY1" fmla="*/ 1722598 h 2971471"/>
                <a:gd name="connsiteX2" fmla="*/ 0 w 3708351"/>
                <a:gd name="connsiteY2" fmla="*/ 2971471 h 2971471"/>
                <a:gd name="connsiteX3" fmla="*/ 2319025 w 3708351"/>
                <a:gd name="connsiteY3" fmla="*/ 0 h 2971471"/>
              </a:gdLst>
              <a:ahLst/>
              <a:cxnLst>
                <a:cxn ang="0">
                  <a:pos x="connsiteX0" y="connsiteY0"/>
                </a:cxn>
                <a:cxn ang="0">
                  <a:pos x="connsiteX1" y="connsiteY1"/>
                </a:cxn>
                <a:cxn ang="0">
                  <a:pos x="connsiteX2" y="connsiteY2"/>
                </a:cxn>
                <a:cxn ang="0">
                  <a:pos x="connsiteX3" y="connsiteY3"/>
                </a:cxn>
              </a:cxnLst>
              <a:rect l="l" t="t" r="r" b="b"/>
              <a:pathLst>
                <a:path w="3708351" h="2971471">
                  <a:moveTo>
                    <a:pt x="2319025" y="0"/>
                  </a:moveTo>
                  <a:lnTo>
                    <a:pt x="3708351" y="1722598"/>
                  </a:lnTo>
                  <a:lnTo>
                    <a:pt x="0" y="2971471"/>
                  </a:lnTo>
                  <a:lnTo>
                    <a:pt x="2319025" y="0"/>
                  </a:lnTo>
                  <a:close/>
                </a:path>
              </a:pathLst>
            </a:custGeom>
            <a:gradFill>
              <a:gsLst>
                <a:gs pos="100000">
                  <a:schemeClr val="accent3"/>
                </a:gs>
                <a:gs pos="44000">
                  <a:schemeClr val="accent2"/>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0" name="Freeform 9"/>
            <p:cNvSpPr/>
            <p:nvPr/>
          </p:nvSpPr>
          <p:spPr>
            <a:xfrm>
              <a:off x="-3085" y="0"/>
              <a:ext cx="3366670" cy="1804474"/>
            </a:xfrm>
            <a:custGeom>
              <a:avLst/>
              <a:gdLst>
                <a:gd name="connsiteX0" fmla="*/ 0 w 3172858"/>
                <a:gd name="connsiteY0" fmla="*/ 0 h 1773716"/>
                <a:gd name="connsiteX1" fmla="*/ 1079653 w 3172858"/>
                <a:gd name="connsiteY1" fmla="*/ 1773716 h 1773716"/>
                <a:gd name="connsiteX2" fmla="*/ 3172858 w 3172858"/>
                <a:gd name="connsiteY2" fmla="*/ 1751682 h 1773716"/>
                <a:gd name="connsiteX3" fmla="*/ 0 w 3172858"/>
                <a:gd name="connsiteY3" fmla="*/ 0 h 1773716"/>
                <a:gd name="connsiteX0" fmla="*/ 0 w 3114492"/>
                <a:gd name="connsiteY0" fmla="*/ 0 h 1773716"/>
                <a:gd name="connsiteX1" fmla="*/ 1079653 w 3114492"/>
                <a:gd name="connsiteY1" fmla="*/ 1773716 h 1773716"/>
                <a:gd name="connsiteX2" fmla="*/ 3114492 w 3114492"/>
                <a:gd name="connsiteY2" fmla="*/ 1177750 h 1773716"/>
                <a:gd name="connsiteX3" fmla="*/ 0 w 3114492"/>
                <a:gd name="connsiteY3" fmla="*/ 0 h 1773716"/>
                <a:gd name="connsiteX0" fmla="*/ 0 w 3153403"/>
                <a:gd name="connsiteY0" fmla="*/ 0 h 1773716"/>
                <a:gd name="connsiteX1" fmla="*/ 1079653 w 3153403"/>
                <a:gd name="connsiteY1" fmla="*/ 1773716 h 1773716"/>
                <a:gd name="connsiteX2" fmla="*/ 3153403 w 3153403"/>
                <a:gd name="connsiteY2" fmla="*/ 1771137 h 1773716"/>
                <a:gd name="connsiteX3" fmla="*/ 0 w 3153403"/>
                <a:gd name="connsiteY3" fmla="*/ 0 h 1773716"/>
                <a:gd name="connsiteX0" fmla="*/ 0 w 3346198"/>
                <a:gd name="connsiteY0" fmla="*/ 0 h 1771137"/>
                <a:gd name="connsiteX1" fmla="*/ 3346198 w 3346198"/>
                <a:gd name="connsiteY1" fmla="*/ 3282 h 1771137"/>
                <a:gd name="connsiteX2" fmla="*/ 3153403 w 3346198"/>
                <a:gd name="connsiteY2" fmla="*/ 1771137 h 1771137"/>
                <a:gd name="connsiteX3" fmla="*/ 0 w 3346198"/>
                <a:gd name="connsiteY3" fmla="*/ 0 h 1771137"/>
                <a:gd name="connsiteX0" fmla="*/ 0 w 3346198"/>
                <a:gd name="connsiteY0" fmla="*/ 0 h 1766374"/>
                <a:gd name="connsiteX1" fmla="*/ 3346198 w 3346198"/>
                <a:gd name="connsiteY1" fmla="*/ 3282 h 1766374"/>
                <a:gd name="connsiteX2" fmla="*/ 3110540 w 3346198"/>
                <a:gd name="connsiteY2" fmla="*/ 1766374 h 1766374"/>
                <a:gd name="connsiteX3" fmla="*/ 0 w 3346198"/>
                <a:gd name="connsiteY3" fmla="*/ 0 h 1766374"/>
                <a:gd name="connsiteX0" fmla="*/ 0 w 3346198"/>
                <a:gd name="connsiteY0" fmla="*/ 0 h 1780662"/>
                <a:gd name="connsiteX1" fmla="*/ 3346198 w 3346198"/>
                <a:gd name="connsiteY1" fmla="*/ 3282 h 1780662"/>
                <a:gd name="connsiteX2" fmla="*/ 3091490 w 3346198"/>
                <a:gd name="connsiteY2" fmla="*/ 1780662 h 1780662"/>
                <a:gd name="connsiteX3" fmla="*/ 0 w 3346198"/>
                <a:gd name="connsiteY3" fmla="*/ 0 h 1780662"/>
                <a:gd name="connsiteX0" fmla="*/ 0 w 3346198"/>
                <a:gd name="connsiteY0" fmla="*/ 0 h 1804474"/>
                <a:gd name="connsiteX1" fmla="*/ 3346198 w 3346198"/>
                <a:gd name="connsiteY1" fmla="*/ 3282 h 1804474"/>
                <a:gd name="connsiteX2" fmla="*/ 3115303 w 3346198"/>
                <a:gd name="connsiteY2" fmla="*/ 1804474 h 1804474"/>
                <a:gd name="connsiteX3" fmla="*/ 0 w 3346198"/>
                <a:gd name="connsiteY3" fmla="*/ 0 h 1804474"/>
                <a:gd name="connsiteX0" fmla="*/ 0 w 3346198"/>
                <a:gd name="connsiteY0" fmla="*/ 10366 h 1801192"/>
                <a:gd name="connsiteX1" fmla="*/ 3346198 w 3346198"/>
                <a:gd name="connsiteY1" fmla="*/ 0 h 1801192"/>
                <a:gd name="connsiteX2" fmla="*/ 3115303 w 3346198"/>
                <a:gd name="connsiteY2" fmla="*/ 1801192 h 1801192"/>
                <a:gd name="connsiteX3" fmla="*/ 0 w 3346198"/>
                <a:gd name="connsiteY3" fmla="*/ 10366 h 1801192"/>
                <a:gd name="connsiteX0" fmla="*/ 0 w 3366670"/>
                <a:gd name="connsiteY0" fmla="*/ 0 h 1818122"/>
                <a:gd name="connsiteX1" fmla="*/ 3366670 w 3366670"/>
                <a:gd name="connsiteY1" fmla="*/ 16930 h 1818122"/>
                <a:gd name="connsiteX2" fmla="*/ 3135775 w 3366670"/>
                <a:gd name="connsiteY2" fmla="*/ 1818122 h 1818122"/>
                <a:gd name="connsiteX3" fmla="*/ 0 w 3366670"/>
                <a:gd name="connsiteY3" fmla="*/ 0 h 1818122"/>
                <a:gd name="connsiteX0" fmla="*/ 0 w 3363258"/>
                <a:gd name="connsiteY0" fmla="*/ 0 h 1811298"/>
                <a:gd name="connsiteX1" fmla="*/ 3363258 w 3363258"/>
                <a:gd name="connsiteY1" fmla="*/ 10106 h 1811298"/>
                <a:gd name="connsiteX2" fmla="*/ 3132363 w 3363258"/>
                <a:gd name="connsiteY2" fmla="*/ 1811298 h 1811298"/>
                <a:gd name="connsiteX3" fmla="*/ 0 w 3363258"/>
                <a:gd name="connsiteY3" fmla="*/ 0 h 1811298"/>
                <a:gd name="connsiteX0" fmla="*/ 0 w 3363258"/>
                <a:gd name="connsiteY0" fmla="*/ 0 h 1807886"/>
                <a:gd name="connsiteX1" fmla="*/ 3363258 w 3363258"/>
                <a:gd name="connsiteY1" fmla="*/ 6694 h 1807886"/>
                <a:gd name="connsiteX2" fmla="*/ 3132363 w 3363258"/>
                <a:gd name="connsiteY2" fmla="*/ 1807886 h 1807886"/>
                <a:gd name="connsiteX3" fmla="*/ 0 w 3363258"/>
                <a:gd name="connsiteY3" fmla="*/ 0 h 1807886"/>
                <a:gd name="connsiteX0" fmla="*/ 0 w 3363258"/>
                <a:gd name="connsiteY0" fmla="*/ 3542 h 1801192"/>
                <a:gd name="connsiteX1" fmla="*/ 3363258 w 3363258"/>
                <a:gd name="connsiteY1" fmla="*/ 0 h 1801192"/>
                <a:gd name="connsiteX2" fmla="*/ 3132363 w 3363258"/>
                <a:gd name="connsiteY2" fmla="*/ 1801192 h 1801192"/>
                <a:gd name="connsiteX3" fmla="*/ 0 w 3363258"/>
                <a:gd name="connsiteY3" fmla="*/ 3542 h 1801192"/>
                <a:gd name="connsiteX0" fmla="*/ 0 w 3366670"/>
                <a:gd name="connsiteY0" fmla="*/ 0 h 1804474"/>
                <a:gd name="connsiteX1" fmla="*/ 3366670 w 3366670"/>
                <a:gd name="connsiteY1" fmla="*/ 3282 h 1804474"/>
                <a:gd name="connsiteX2" fmla="*/ 3135775 w 3366670"/>
                <a:gd name="connsiteY2" fmla="*/ 1804474 h 1804474"/>
                <a:gd name="connsiteX3" fmla="*/ 0 w 3366670"/>
                <a:gd name="connsiteY3" fmla="*/ 0 h 1804474"/>
              </a:gdLst>
              <a:ahLst/>
              <a:cxnLst>
                <a:cxn ang="0">
                  <a:pos x="connsiteX0" y="connsiteY0"/>
                </a:cxn>
                <a:cxn ang="0">
                  <a:pos x="connsiteX1" y="connsiteY1"/>
                </a:cxn>
                <a:cxn ang="0">
                  <a:pos x="connsiteX2" y="connsiteY2"/>
                </a:cxn>
                <a:cxn ang="0">
                  <a:pos x="connsiteX3" y="connsiteY3"/>
                </a:cxn>
              </a:cxnLst>
              <a:rect l="l" t="t" r="r" b="b"/>
              <a:pathLst>
                <a:path w="3366670" h="1804474">
                  <a:moveTo>
                    <a:pt x="0" y="0"/>
                  </a:moveTo>
                  <a:lnTo>
                    <a:pt x="3366670" y="3282"/>
                  </a:lnTo>
                  <a:lnTo>
                    <a:pt x="3135775" y="1804474"/>
                  </a:lnTo>
                  <a:lnTo>
                    <a:pt x="0" y="0"/>
                  </a:lnTo>
                  <a:close/>
                </a:path>
              </a:pathLst>
            </a:custGeom>
            <a:gradFill>
              <a:gsLst>
                <a:gs pos="100000">
                  <a:schemeClr val="accent3"/>
                </a:gs>
                <a:gs pos="39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1" name="Freeform 10"/>
            <p:cNvSpPr/>
            <p:nvPr/>
          </p:nvSpPr>
          <p:spPr>
            <a:xfrm>
              <a:off x="3111696" y="1778988"/>
              <a:ext cx="3269644" cy="3085357"/>
            </a:xfrm>
            <a:custGeom>
              <a:avLst/>
              <a:gdLst>
                <a:gd name="connsiteX0" fmla="*/ 0 w 3237186"/>
                <a:gd name="connsiteY0" fmla="*/ 0 h 3095296"/>
                <a:gd name="connsiteX1" fmla="*/ 441434 w 3237186"/>
                <a:gd name="connsiteY1" fmla="*/ 3095296 h 3095296"/>
                <a:gd name="connsiteX2" fmla="*/ 3237186 w 3237186"/>
                <a:gd name="connsiteY2" fmla="*/ 1255986 h 3095296"/>
                <a:gd name="connsiteX3" fmla="*/ 0 w 3237186"/>
                <a:gd name="connsiteY3" fmla="*/ 0 h 3095296"/>
                <a:gd name="connsiteX0" fmla="*/ 0 w 3237186"/>
                <a:gd name="connsiteY0" fmla="*/ 0 h 3109584"/>
                <a:gd name="connsiteX1" fmla="*/ 441434 w 3237186"/>
                <a:gd name="connsiteY1" fmla="*/ 3109584 h 3109584"/>
                <a:gd name="connsiteX2" fmla="*/ 3237186 w 3237186"/>
                <a:gd name="connsiteY2" fmla="*/ 1270274 h 3109584"/>
                <a:gd name="connsiteX3" fmla="*/ 0 w 3237186"/>
                <a:gd name="connsiteY3" fmla="*/ 0 h 3109584"/>
                <a:gd name="connsiteX0" fmla="*/ 0 w 3237186"/>
                <a:gd name="connsiteY0" fmla="*/ 0 h 3085764"/>
                <a:gd name="connsiteX1" fmla="*/ 441434 w 3237186"/>
                <a:gd name="connsiteY1" fmla="*/ 3085764 h 3085764"/>
                <a:gd name="connsiteX2" fmla="*/ 3237186 w 3237186"/>
                <a:gd name="connsiteY2" fmla="*/ 1246454 h 3085764"/>
                <a:gd name="connsiteX3" fmla="*/ 0 w 3237186"/>
                <a:gd name="connsiteY3" fmla="*/ 0 h 3085764"/>
                <a:gd name="connsiteX0" fmla="*/ 0 w 3255520"/>
                <a:gd name="connsiteY0" fmla="*/ 0 h 3085764"/>
                <a:gd name="connsiteX1" fmla="*/ 441434 w 3255520"/>
                <a:gd name="connsiteY1" fmla="*/ 3085764 h 3085764"/>
                <a:gd name="connsiteX2" fmla="*/ 3255520 w 3255520"/>
                <a:gd name="connsiteY2" fmla="*/ 1239108 h 3085764"/>
                <a:gd name="connsiteX3" fmla="*/ 0 w 3255520"/>
                <a:gd name="connsiteY3" fmla="*/ 0 h 3085764"/>
                <a:gd name="connsiteX0" fmla="*/ 0 w 3255520"/>
                <a:gd name="connsiteY0" fmla="*/ 0 h 3088940"/>
                <a:gd name="connsiteX1" fmla="*/ 460457 w 3255520"/>
                <a:gd name="connsiteY1" fmla="*/ 3088940 h 3088940"/>
                <a:gd name="connsiteX2" fmla="*/ 3255520 w 3255520"/>
                <a:gd name="connsiteY2" fmla="*/ 1239108 h 3088940"/>
                <a:gd name="connsiteX3" fmla="*/ 0 w 3255520"/>
                <a:gd name="connsiteY3" fmla="*/ 0 h 3088940"/>
                <a:gd name="connsiteX0" fmla="*/ 0 w 3262334"/>
                <a:gd name="connsiteY0" fmla="*/ 0 h 3088940"/>
                <a:gd name="connsiteX1" fmla="*/ 460457 w 3262334"/>
                <a:gd name="connsiteY1" fmla="*/ 3088940 h 3088940"/>
                <a:gd name="connsiteX2" fmla="*/ 3262334 w 3262334"/>
                <a:gd name="connsiteY2" fmla="*/ 1239108 h 3088940"/>
                <a:gd name="connsiteX3" fmla="*/ 0 w 3262334"/>
                <a:gd name="connsiteY3" fmla="*/ 0 h 3088940"/>
                <a:gd name="connsiteX0" fmla="*/ 0 w 3264905"/>
                <a:gd name="connsiteY0" fmla="*/ 0 h 3086363"/>
                <a:gd name="connsiteX1" fmla="*/ 463028 w 3264905"/>
                <a:gd name="connsiteY1" fmla="*/ 3086363 h 3086363"/>
                <a:gd name="connsiteX2" fmla="*/ 3264905 w 3264905"/>
                <a:gd name="connsiteY2" fmla="*/ 1236531 h 3086363"/>
                <a:gd name="connsiteX3" fmla="*/ 0 w 3264905"/>
                <a:gd name="connsiteY3" fmla="*/ 0 h 3086363"/>
              </a:gdLst>
              <a:ahLst/>
              <a:cxnLst>
                <a:cxn ang="0">
                  <a:pos x="connsiteX0" y="connsiteY0"/>
                </a:cxn>
                <a:cxn ang="0">
                  <a:pos x="connsiteX1" y="connsiteY1"/>
                </a:cxn>
                <a:cxn ang="0">
                  <a:pos x="connsiteX2" y="connsiteY2"/>
                </a:cxn>
                <a:cxn ang="0">
                  <a:pos x="connsiteX3" y="connsiteY3"/>
                </a:cxn>
              </a:cxnLst>
              <a:rect l="l" t="t" r="r" b="b"/>
              <a:pathLst>
                <a:path w="3264905" h="3086363">
                  <a:moveTo>
                    <a:pt x="0" y="0"/>
                  </a:moveTo>
                  <a:lnTo>
                    <a:pt x="463028" y="3086363"/>
                  </a:lnTo>
                  <a:lnTo>
                    <a:pt x="3264905" y="1236531"/>
                  </a:lnTo>
                  <a:lnTo>
                    <a:pt x="0" y="0"/>
                  </a:lnTo>
                  <a:close/>
                </a:path>
              </a:pathLst>
            </a:custGeom>
            <a:gradFill>
              <a:gsLst>
                <a:gs pos="100000">
                  <a:schemeClr val="accent3"/>
                </a:gs>
                <a:gs pos="44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2" name="Freeform 11"/>
            <p:cNvSpPr/>
            <p:nvPr/>
          </p:nvSpPr>
          <p:spPr>
            <a:xfrm>
              <a:off x="7713406" y="2411362"/>
              <a:ext cx="1983659" cy="4457360"/>
            </a:xfrm>
            <a:custGeom>
              <a:avLst/>
              <a:gdLst>
                <a:gd name="connsiteX0" fmla="*/ 1983659 w 1983659"/>
                <a:gd name="connsiteY0" fmla="*/ 0 h 4431891"/>
                <a:gd name="connsiteX1" fmla="*/ 1032388 w 1983659"/>
                <a:gd name="connsiteY1" fmla="*/ 4431891 h 4431891"/>
                <a:gd name="connsiteX2" fmla="*/ 0 w 1983659"/>
                <a:gd name="connsiteY2" fmla="*/ 2286000 h 4431891"/>
                <a:gd name="connsiteX3" fmla="*/ 1983659 w 1983659"/>
                <a:gd name="connsiteY3" fmla="*/ 0 h 4431891"/>
                <a:gd name="connsiteX0" fmla="*/ 1983659 w 1983659"/>
                <a:gd name="connsiteY0" fmla="*/ 0 h 4439842"/>
                <a:gd name="connsiteX1" fmla="*/ 1000583 w 1983659"/>
                <a:gd name="connsiteY1" fmla="*/ 4439842 h 4439842"/>
                <a:gd name="connsiteX2" fmla="*/ 0 w 1983659"/>
                <a:gd name="connsiteY2" fmla="*/ 2286000 h 4439842"/>
                <a:gd name="connsiteX3" fmla="*/ 1983659 w 1983659"/>
                <a:gd name="connsiteY3" fmla="*/ 0 h 4439842"/>
                <a:gd name="connsiteX0" fmla="*/ 1983659 w 1983659"/>
                <a:gd name="connsiteY0" fmla="*/ 0 h 4447794"/>
                <a:gd name="connsiteX1" fmla="*/ 1000583 w 1983659"/>
                <a:gd name="connsiteY1" fmla="*/ 4447794 h 4447794"/>
                <a:gd name="connsiteX2" fmla="*/ 0 w 1983659"/>
                <a:gd name="connsiteY2" fmla="*/ 2286000 h 4447794"/>
                <a:gd name="connsiteX3" fmla="*/ 1983659 w 1983659"/>
                <a:gd name="connsiteY3" fmla="*/ 0 h 4447794"/>
                <a:gd name="connsiteX0" fmla="*/ 1983659 w 1983659"/>
                <a:gd name="connsiteY0" fmla="*/ 0 h 4471648"/>
                <a:gd name="connsiteX1" fmla="*/ 1000583 w 1983659"/>
                <a:gd name="connsiteY1" fmla="*/ 4471648 h 4471648"/>
                <a:gd name="connsiteX2" fmla="*/ 0 w 1983659"/>
                <a:gd name="connsiteY2" fmla="*/ 2286000 h 4471648"/>
                <a:gd name="connsiteX3" fmla="*/ 1983659 w 1983659"/>
                <a:gd name="connsiteY3" fmla="*/ 0 h 4471648"/>
                <a:gd name="connsiteX0" fmla="*/ 1983659 w 1983659"/>
                <a:gd name="connsiteY0" fmla="*/ 0 h 4457360"/>
                <a:gd name="connsiteX1" fmla="*/ 995820 w 1983659"/>
                <a:gd name="connsiteY1" fmla="*/ 4457360 h 4457360"/>
                <a:gd name="connsiteX2" fmla="*/ 0 w 1983659"/>
                <a:gd name="connsiteY2" fmla="*/ 2286000 h 4457360"/>
                <a:gd name="connsiteX3" fmla="*/ 1983659 w 1983659"/>
                <a:gd name="connsiteY3" fmla="*/ 0 h 4457360"/>
                <a:gd name="connsiteX0" fmla="*/ 1983659 w 1983659"/>
                <a:gd name="connsiteY0" fmla="*/ 0 h 4457360"/>
                <a:gd name="connsiteX1" fmla="*/ 991058 w 1983659"/>
                <a:gd name="connsiteY1" fmla="*/ 4457360 h 4457360"/>
                <a:gd name="connsiteX2" fmla="*/ 0 w 1983659"/>
                <a:gd name="connsiteY2" fmla="*/ 2286000 h 4457360"/>
                <a:gd name="connsiteX3" fmla="*/ 1983659 w 1983659"/>
                <a:gd name="connsiteY3" fmla="*/ 0 h 4457360"/>
              </a:gdLst>
              <a:ahLst/>
              <a:cxnLst>
                <a:cxn ang="0">
                  <a:pos x="connsiteX0" y="connsiteY0"/>
                </a:cxn>
                <a:cxn ang="0">
                  <a:pos x="connsiteX1" y="connsiteY1"/>
                </a:cxn>
                <a:cxn ang="0">
                  <a:pos x="connsiteX2" y="connsiteY2"/>
                </a:cxn>
                <a:cxn ang="0">
                  <a:pos x="connsiteX3" y="connsiteY3"/>
                </a:cxn>
              </a:cxnLst>
              <a:rect l="l" t="t" r="r" b="b"/>
              <a:pathLst>
                <a:path w="1983659" h="4457360">
                  <a:moveTo>
                    <a:pt x="1983659" y="0"/>
                  </a:moveTo>
                  <a:lnTo>
                    <a:pt x="991058" y="4457360"/>
                  </a:lnTo>
                  <a:lnTo>
                    <a:pt x="0" y="2286000"/>
                  </a:lnTo>
                  <a:lnTo>
                    <a:pt x="1983659" y="0"/>
                  </a:lnTo>
                  <a:close/>
                </a:path>
              </a:pathLst>
            </a:custGeom>
            <a:gradFill>
              <a:gsLst>
                <a:gs pos="100000">
                  <a:schemeClr val="accent3"/>
                </a:gs>
                <a:gs pos="3600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3" name="Freeform 12"/>
            <p:cNvSpPr/>
            <p:nvPr/>
          </p:nvSpPr>
          <p:spPr>
            <a:xfrm>
              <a:off x="6341757" y="1209676"/>
              <a:ext cx="3359456" cy="1822946"/>
            </a:xfrm>
            <a:custGeom>
              <a:avLst/>
              <a:gdLst>
                <a:gd name="connsiteX0" fmla="*/ 1271587 w 3305175"/>
                <a:gd name="connsiteY0" fmla="*/ 0 h 1809750"/>
                <a:gd name="connsiteX1" fmla="*/ 3305175 w 3305175"/>
                <a:gd name="connsiteY1" fmla="*/ 1233487 h 1809750"/>
                <a:gd name="connsiteX2" fmla="*/ 0 w 3305175"/>
                <a:gd name="connsiteY2" fmla="*/ 1809750 h 1809750"/>
                <a:gd name="connsiteX3" fmla="*/ 1271587 w 3305175"/>
                <a:gd name="connsiteY3" fmla="*/ 0 h 1809750"/>
                <a:gd name="connsiteX0" fmla="*/ 1281112 w 3314700"/>
                <a:gd name="connsiteY0" fmla="*/ 0 h 1828800"/>
                <a:gd name="connsiteX1" fmla="*/ 3314700 w 3314700"/>
                <a:gd name="connsiteY1" fmla="*/ 1233487 h 1828800"/>
                <a:gd name="connsiteX2" fmla="*/ 0 w 3314700"/>
                <a:gd name="connsiteY2" fmla="*/ 1828800 h 1828800"/>
                <a:gd name="connsiteX3" fmla="*/ 1281112 w 3314700"/>
                <a:gd name="connsiteY3" fmla="*/ 0 h 1828800"/>
                <a:gd name="connsiteX0" fmla="*/ 1300162 w 3333750"/>
                <a:gd name="connsiteY0" fmla="*/ 0 h 1824037"/>
                <a:gd name="connsiteX1" fmla="*/ 3333750 w 3333750"/>
                <a:gd name="connsiteY1" fmla="*/ 1233487 h 1824037"/>
                <a:gd name="connsiteX2" fmla="*/ 0 w 3333750"/>
                <a:gd name="connsiteY2" fmla="*/ 1824037 h 1824037"/>
                <a:gd name="connsiteX3" fmla="*/ 1300162 w 3333750"/>
                <a:gd name="connsiteY3" fmla="*/ 0 h 1824037"/>
                <a:gd name="connsiteX0" fmla="*/ 1314449 w 3333750"/>
                <a:gd name="connsiteY0" fmla="*/ 0 h 1381124"/>
                <a:gd name="connsiteX1" fmla="*/ 3333750 w 3333750"/>
                <a:gd name="connsiteY1" fmla="*/ 790574 h 1381124"/>
                <a:gd name="connsiteX2" fmla="*/ 0 w 3333750"/>
                <a:gd name="connsiteY2" fmla="*/ 1381124 h 1381124"/>
                <a:gd name="connsiteX3" fmla="*/ 1314449 w 3333750"/>
                <a:gd name="connsiteY3" fmla="*/ 0 h 1381124"/>
                <a:gd name="connsiteX0" fmla="*/ 1300162 w 3333750"/>
                <a:gd name="connsiteY0" fmla="*/ 0 h 1819274"/>
                <a:gd name="connsiteX1" fmla="*/ 3333750 w 3333750"/>
                <a:gd name="connsiteY1" fmla="*/ 1228724 h 1819274"/>
                <a:gd name="connsiteX2" fmla="*/ 0 w 3333750"/>
                <a:gd name="connsiteY2" fmla="*/ 1819274 h 1819274"/>
                <a:gd name="connsiteX3" fmla="*/ 1300162 w 3333750"/>
                <a:gd name="connsiteY3" fmla="*/ 0 h 1819274"/>
                <a:gd name="connsiteX0" fmla="*/ 1300162 w 3333750"/>
                <a:gd name="connsiteY0" fmla="*/ 0 h 1819274"/>
                <a:gd name="connsiteX1" fmla="*/ 3333750 w 3333750"/>
                <a:gd name="connsiteY1" fmla="*/ 1228724 h 1819274"/>
                <a:gd name="connsiteX2" fmla="*/ 0 w 3333750"/>
                <a:gd name="connsiteY2" fmla="*/ 1819274 h 1819274"/>
                <a:gd name="connsiteX3" fmla="*/ 1300162 w 3333750"/>
                <a:gd name="connsiteY3" fmla="*/ 0 h 1819274"/>
                <a:gd name="connsiteX0" fmla="*/ 1325868 w 3359456"/>
                <a:gd name="connsiteY0" fmla="*/ 0 h 1822946"/>
                <a:gd name="connsiteX1" fmla="*/ 3359456 w 3359456"/>
                <a:gd name="connsiteY1" fmla="*/ 1228724 h 1822946"/>
                <a:gd name="connsiteX2" fmla="*/ 0 w 3359456"/>
                <a:gd name="connsiteY2" fmla="*/ 1822946 h 1822946"/>
                <a:gd name="connsiteX3" fmla="*/ 1325868 w 3359456"/>
                <a:gd name="connsiteY3" fmla="*/ 0 h 1822946"/>
                <a:gd name="connsiteX0" fmla="*/ 1325868 w 3359456"/>
                <a:gd name="connsiteY0" fmla="*/ 0 h 1822946"/>
                <a:gd name="connsiteX1" fmla="*/ 3359456 w 3359456"/>
                <a:gd name="connsiteY1" fmla="*/ 1228724 h 1822946"/>
                <a:gd name="connsiteX2" fmla="*/ 0 w 3359456"/>
                <a:gd name="connsiteY2" fmla="*/ 1822946 h 1822946"/>
                <a:gd name="connsiteX3" fmla="*/ 1325868 w 3359456"/>
                <a:gd name="connsiteY3" fmla="*/ 0 h 1822946"/>
              </a:gdLst>
              <a:ahLst/>
              <a:cxnLst>
                <a:cxn ang="0">
                  <a:pos x="connsiteX0" y="connsiteY0"/>
                </a:cxn>
                <a:cxn ang="0">
                  <a:pos x="connsiteX1" y="connsiteY1"/>
                </a:cxn>
                <a:cxn ang="0">
                  <a:pos x="connsiteX2" y="connsiteY2"/>
                </a:cxn>
                <a:cxn ang="0">
                  <a:pos x="connsiteX3" y="connsiteY3"/>
                </a:cxn>
              </a:cxnLst>
              <a:rect l="l" t="t" r="r" b="b"/>
              <a:pathLst>
                <a:path w="3359456" h="1822946">
                  <a:moveTo>
                    <a:pt x="1325868" y="0"/>
                  </a:moveTo>
                  <a:lnTo>
                    <a:pt x="3359456" y="1228724"/>
                  </a:lnTo>
                  <a:lnTo>
                    <a:pt x="0" y="1822946"/>
                  </a:lnTo>
                  <a:lnTo>
                    <a:pt x="1325868" y="0"/>
                  </a:lnTo>
                  <a:close/>
                </a:path>
              </a:pathLst>
            </a:custGeom>
            <a:gradFill>
              <a:gsLst>
                <a:gs pos="100000">
                  <a:schemeClr val="accent3"/>
                </a:gs>
                <a:gs pos="44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4" name="Freeform 13"/>
            <p:cNvSpPr/>
            <p:nvPr/>
          </p:nvSpPr>
          <p:spPr>
            <a:xfrm>
              <a:off x="-227" y="-2"/>
              <a:ext cx="1040749" cy="6875699"/>
            </a:xfrm>
            <a:custGeom>
              <a:avLst/>
              <a:gdLst>
                <a:gd name="connsiteX0" fmla="*/ 0 w 1076445"/>
                <a:gd name="connsiteY0" fmla="*/ 0 h 6817489"/>
                <a:gd name="connsiteX1" fmla="*/ 1076445 w 1076445"/>
                <a:gd name="connsiteY1" fmla="*/ 1805651 h 6817489"/>
                <a:gd name="connsiteX2" fmla="*/ 11574 w 1076445"/>
                <a:gd name="connsiteY2" fmla="*/ 6817489 h 6817489"/>
                <a:gd name="connsiteX3" fmla="*/ 0 w 1076445"/>
                <a:gd name="connsiteY3" fmla="*/ 0 h 6817489"/>
                <a:gd name="connsiteX0" fmla="*/ 0 w 873245"/>
                <a:gd name="connsiteY0" fmla="*/ 0 h 6817489"/>
                <a:gd name="connsiteX1" fmla="*/ 873245 w 873245"/>
                <a:gd name="connsiteY1" fmla="*/ 1764376 h 6817489"/>
                <a:gd name="connsiteX2" fmla="*/ 11574 w 873245"/>
                <a:gd name="connsiteY2" fmla="*/ 6817489 h 6817489"/>
                <a:gd name="connsiteX3" fmla="*/ 0 w 873245"/>
                <a:gd name="connsiteY3" fmla="*/ 0 h 6817489"/>
                <a:gd name="connsiteX0" fmla="*/ 0 w 1047870"/>
                <a:gd name="connsiteY0" fmla="*/ 0 h 6817489"/>
                <a:gd name="connsiteX1" fmla="*/ 1047870 w 1047870"/>
                <a:gd name="connsiteY1" fmla="*/ 1770726 h 6817489"/>
                <a:gd name="connsiteX2" fmla="*/ 11574 w 1047870"/>
                <a:gd name="connsiteY2" fmla="*/ 6817489 h 6817489"/>
                <a:gd name="connsiteX3" fmla="*/ 0 w 1047870"/>
                <a:gd name="connsiteY3" fmla="*/ 0 h 6817489"/>
                <a:gd name="connsiteX0" fmla="*/ 0 w 698013"/>
                <a:gd name="connsiteY0" fmla="*/ 0 h 6817489"/>
                <a:gd name="connsiteX1" fmla="*/ 698013 w 698013"/>
                <a:gd name="connsiteY1" fmla="*/ 2181752 h 6817489"/>
                <a:gd name="connsiteX2" fmla="*/ 11574 w 698013"/>
                <a:gd name="connsiteY2" fmla="*/ 6817489 h 6817489"/>
                <a:gd name="connsiteX3" fmla="*/ 0 w 698013"/>
                <a:gd name="connsiteY3" fmla="*/ 0 h 6817489"/>
                <a:gd name="connsiteX0" fmla="*/ 0 w 1039919"/>
                <a:gd name="connsiteY0" fmla="*/ 0 h 6817489"/>
                <a:gd name="connsiteX1" fmla="*/ 1039919 w 1039919"/>
                <a:gd name="connsiteY1" fmla="*/ 1762823 h 6817489"/>
                <a:gd name="connsiteX2" fmla="*/ 11574 w 1039919"/>
                <a:gd name="connsiteY2" fmla="*/ 6817489 h 6817489"/>
                <a:gd name="connsiteX3" fmla="*/ 0 w 1039919"/>
                <a:gd name="connsiteY3" fmla="*/ 0 h 6817489"/>
                <a:gd name="connsiteX0" fmla="*/ 0 w 823788"/>
                <a:gd name="connsiteY0" fmla="*/ 0 h 6817489"/>
                <a:gd name="connsiteX1" fmla="*/ 823788 w 823788"/>
                <a:gd name="connsiteY1" fmla="*/ 1820668 h 6817489"/>
                <a:gd name="connsiteX2" fmla="*/ 11574 w 823788"/>
                <a:gd name="connsiteY2" fmla="*/ 6817489 h 6817489"/>
                <a:gd name="connsiteX3" fmla="*/ 0 w 823788"/>
                <a:gd name="connsiteY3" fmla="*/ 0 h 6817489"/>
                <a:gd name="connsiteX0" fmla="*/ 0 w 1035762"/>
                <a:gd name="connsiteY0" fmla="*/ 0 h 6817489"/>
                <a:gd name="connsiteX1" fmla="*/ 1035762 w 1035762"/>
                <a:gd name="connsiteY1" fmla="*/ 1766955 h 6817489"/>
                <a:gd name="connsiteX2" fmla="*/ 11574 w 1035762"/>
                <a:gd name="connsiteY2" fmla="*/ 6817489 h 6817489"/>
                <a:gd name="connsiteX3" fmla="*/ 0 w 1035762"/>
                <a:gd name="connsiteY3" fmla="*/ 0 h 6817489"/>
                <a:gd name="connsiteX0" fmla="*/ 0 w 1040524"/>
                <a:gd name="connsiteY0" fmla="*/ 0 h 6817489"/>
                <a:gd name="connsiteX1" fmla="*/ 1040524 w 1040524"/>
                <a:gd name="connsiteY1" fmla="*/ 1762221 h 6817489"/>
                <a:gd name="connsiteX2" fmla="*/ 11574 w 1040524"/>
                <a:gd name="connsiteY2" fmla="*/ 6817489 h 6817489"/>
                <a:gd name="connsiteX3" fmla="*/ 0 w 1040524"/>
                <a:gd name="connsiteY3" fmla="*/ 0 h 6817489"/>
                <a:gd name="connsiteX0" fmla="*/ 225 w 1040749"/>
                <a:gd name="connsiteY0" fmla="*/ 0 h 6858541"/>
                <a:gd name="connsiteX1" fmla="*/ 1040749 w 1040749"/>
                <a:gd name="connsiteY1" fmla="*/ 1762221 h 6858541"/>
                <a:gd name="connsiteX2" fmla="*/ 0 w 1040749"/>
                <a:gd name="connsiteY2" fmla="*/ 6858541 h 6858541"/>
                <a:gd name="connsiteX3" fmla="*/ 225 w 1040749"/>
                <a:gd name="connsiteY3" fmla="*/ 0 h 6858541"/>
                <a:gd name="connsiteX0" fmla="*/ 225 w 1040749"/>
                <a:gd name="connsiteY0" fmla="*/ 0 h 6835083"/>
                <a:gd name="connsiteX1" fmla="*/ 1040749 w 1040749"/>
                <a:gd name="connsiteY1" fmla="*/ 1762221 h 6835083"/>
                <a:gd name="connsiteX2" fmla="*/ 0 w 1040749"/>
                <a:gd name="connsiteY2" fmla="*/ 6835083 h 6835083"/>
                <a:gd name="connsiteX3" fmla="*/ 225 w 1040749"/>
                <a:gd name="connsiteY3" fmla="*/ 0 h 6835083"/>
              </a:gdLst>
              <a:ahLst/>
              <a:cxnLst>
                <a:cxn ang="0">
                  <a:pos x="connsiteX0" y="connsiteY0"/>
                </a:cxn>
                <a:cxn ang="0">
                  <a:pos x="connsiteX1" y="connsiteY1"/>
                </a:cxn>
                <a:cxn ang="0">
                  <a:pos x="connsiteX2" y="connsiteY2"/>
                </a:cxn>
                <a:cxn ang="0">
                  <a:pos x="connsiteX3" y="connsiteY3"/>
                </a:cxn>
              </a:cxnLst>
              <a:rect l="l" t="t" r="r" b="b"/>
              <a:pathLst>
                <a:path w="1040749" h="6835083">
                  <a:moveTo>
                    <a:pt x="225" y="0"/>
                  </a:moveTo>
                  <a:lnTo>
                    <a:pt x="1040749" y="1762221"/>
                  </a:lnTo>
                  <a:lnTo>
                    <a:pt x="0" y="6835083"/>
                  </a:lnTo>
                  <a:lnTo>
                    <a:pt x="225" y="0"/>
                  </a:lnTo>
                  <a:close/>
                </a:path>
              </a:pathLst>
            </a:custGeom>
            <a:gradFill>
              <a:gsLst>
                <a:gs pos="96000">
                  <a:schemeClr val="accent3"/>
                </a:gs>
                <a:gs pos="18000">
                  <a:schemeClr val="accent2"/>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5" name="Freeform 14"/>
            <p:cNvSpPr/>
            <p:nvPr/>
          </p:nvSpPr>
          <p:spPr>
            <a:xfrm>
              <a:off x="3119436" y="-1"/>
              <a:ext cx="3260163" cy="3022037"/>
            </a:xfrm>
            <a:custGeom>
              <a:avLst/>
              <a:gdLst>
                <a:gd name="connsiteX0" fmla="*/ 185737 w 3228975"/>
                <a:gd name="connsiteY0" fmla="*/ 0 h 3024188"/>
                <a:gd name="connsiteX1" fmla="*/ 0 w 3228975"/>
                <a:gd name="connsiteY1" fmla="*/ 1771650 h 3024188"/>
                <a:gd name="connsiteX2" fmla="*/ 3228975 w 3228975"/>
                <a:gd name="connsiteY2" fmla="*/ 3024188 h 3024188"/>
                <a:gd name="connsiteX3" fmla="*/ 185737 w 3228975"/>
                <a:gd name="connsiteY3" fmla="*/ 0 h 3024188"/>
                <a:gd name="connsiteX0" fmla="*/ 185737 w 3228975"/>
                <a:gd name="connsiteY0" fmla="*/ 0 h 3024188"/>
                <a:gd name="connsiteX1" fmla="*/ 0 w 3228975"/>
                <a:gd name="connsiteY1" fmla="*/ 1771650 h 3024188"/>
                <a:gd name="connsiteX2" fmla="*/ 3228975 w 3228975"/>
                <a:gd name="connsiteY2" fmla="*/ 3024188 h 3024188"/>
                <a:gd name="connsiteX3" fmla="*/ 1976437 w 3228975"/>
                <a:gd name="connsiteY3" fmla="*/ 1776413 h 3024188"/>
                <a:gd name="connsiteX4" fmla="*/ 185737 w 3228975"/>
                <a:gd name="connsiteY4" fmla="*/ 0 h 3024188"/>
                <a:gd name="connsiteX0" fmla="*/ 185737 w 3228975"/>
                <a:gd name="connsiteY0" fmla="*/ 0 h 3024188"/>
                <a:gd name="connsiteX1" fmla="*/ 0 w 3228975"/>
                <a:gd name="connsiteY1" fmla="*/ 1771650 h 3024188"/>
                <a:gd name="connsiteX2" fmla="*/ 3228975 w 3228975"/>
                <a:gd name="connsiteY2" fmla="*/ 3024188 h 3024188"/>
                <a:gd name="connsiteX3" fmla="*/ 2733674 w 3228975"/>
                <a:gd name="connsiteY3" fmla="*/ 1281113 h 3024188"/>
                <a:gd name="connsiteX4" fmla="*/ 185737 w 3228975"/>
                <a:gd name="connsiteY4" fmla="*/ 0 h 3024188"/>
                <a:gd name="connsiteX0" fmla="*/ 185737 w 3181350"/>
                <a:gd name="connsiteY0" fmla="*/ 0 h 2481263"/>
                <a:gd name="connsiteX1" fmla="*/ 0 w 3181350"/>
                <a:gd name="connsiteY1" fmla="*/ 1771650 h 2481263"/>
                <a:gd name="connsiteX2" fmla="*/ 3181350 w 3181350"/>
                <a:gd name="connsiteY2" fmla="*/ 2481263 h 2481263"/>
                <a:gd name="connsiteX3" fmla="*/ 2733674 w 3181350"/>
                <a:gd name="connsiteY3" fmla="*/ 1281113 h 2481263"/>
                <a:gd name="connsiteX4" fmla="*/ 185737 w 3181350"/>
                <a:gd name="connsiteY4" fmla="*/ 0 h 2481263"/>
                <a:gd name="connsiteX0" fmla="*/ 185737 w 3214688"/>
                <a:gd name="connsiteY0" fmla="*/ 0 h 3014663"/>
                <a:gd name="connsiteX1" fmla="*/ 0 w 3214688"/>
                <a:gd name="connsiteY1" fmla="*/ 1771650 h 3014663"/>
                <a:gd name="connsiteX2" fmla="*/ 3214688 w 3214688"/>
                <a:gd name="connsiteY2" fmla="*/ 3014663 h 3014663"/>
                <a:gd name="connsiteX3" fmla="*/ 2733674 w 3214688"/>
                <a:gd name="connsiteY3" fmla="*/ 1281113 h 3014663"/>
                <a:gd name="connsiteX4" fmla="*/ 185737 w 3214688"/>
                <a:gd name="connsiteY4" fmla="*/ 0 h 3014663"/>
                <a:gd name="connsiteX0" fmla="*/ 185737 w 3214688"/>
                <a:gd name="connsiteY0" fmla="*/ 0 h 3014663"/>
                <a:gd name="connsiteX1" fmla="*/ 0 w 3214688"/>
                <a:gd name="connsiteY1" fmla="*/ 1771650 h 3014663"/>
                <a:gd name="connsiteX2" fmla="*/ 3214688 w 3214688"/>
                <a:gd name="connsiteY2" fmla="*/ 3014663 h 3014663"/>
                <a:gd name="connsiteX3" fmla="*/ 2733674 w 3214688"/>
                <a:gd name="connsiteY3" fmla="*/ 1285876 h 3014663"/>
                <a:gd name="connsiteX4" fmla="*/ 185737 w 3214688"/>
                <a:gd name="connsiteY4" fmla="*/ 0 h 3014663"/>
                <a:gd name="connsiteX0" fmla="*/ 185737 w 3214688"/>
                <a:gd name="connsiteY0" fmla="*/ 0 h 3014663"/>
                <a:gd name="connsiteX1" fmla="*/ 0 w 3214688"/>
                <a:gd name="connsiteY1" fmla="*/ 1771650 h 3014663"/>
                <a:gd name="connsiteX2" fmla="*/ 3214688 w 3214688"/>
                <a:gd name="connsiteY2" fmla="*/ 3014663 h 3014663"/>
                <a:gd name="connsiteX3" fmla="*/ 185737 w 3214688"/>
                <a:gd name="connsiteY3" fmla="*/ 0 h 3014663"/>
                <a:gd name="connsiteX0" fmla="*/ 190500 w 3219451"/>
                <a:gd name="connsiteY0" fmla="*/ 0 h 3014663"/>
                <a:gd name="connsiteX1" fmla="*/ 0 w 3219451"/>
                <a:gd name="connsiteY1" fmla="*/ 1781175 h 3014663"/>
                <a:gd name="connsiteX2" fmla="*/ 3219451 w 3219451"/>
                <a:gd name="connsiteY2" fmla="*/ 3014663 h 3014663"/>
                <a:gd name="connsiteX3" fmla="*/ 190500 w 3219451"/>
                <a:gd name="connsiteY3" fmla="*/ 0 h 3014663"/>
                <a:gd name="connsiteX0" fmla="*/ 190500 w 3219451"/>
                <a:gd name="connsiteY0" fmla="*/ 0 h 3014663"/>
                <a:gd name="connsiteX1" fmla="*/ 0 w 3219451"/>
                <a:gd name="connsiteY1" fmla="*/ 1766887 h 3014663"/>
                <a:gd name="connsiteX2" fmla="*/ 3219451 w 3219451"/>
                <a:gd name="connsiteY2" fmla="*/ 3014663 h 3014663"/>
                <a:gd name="connsiteX3" fmla="*/ 190500 w 3219451"/>
                <a:gd name="connsiteY3" fmla="*/ 0 h 3014663"/>
                <a:gd name="connsiteX0" fmla="*/ 223838 w 3252789"/>
                <a:gd name="connsiteY0" fmla="*/ 0 h 3014663"/>
                <a:gd name="connsiteX1" fmla="*/ 0 w 3252789"/>
                <a:gd name="connsiteY1" fmla="*/ 1771650 h 3014663"/>
                <a:gd name="connsiteX2" fmla="*/ 3252789 w 3252789"/>
                <a:gd name="connsiteY2" fmla="*/ 3014663 h 3014663"/>
                <a:gd name="connsiteX3" fmla="*/ 223838 w 3252789"/>
                <a:gd name="connsiteY3" fmla="*/ 0 h 3014663"/>
                <a:gd name="connsiteX0" fmla="*/ 223838 w 3252789"/>
                <a:gd name="connsiteY0" fmla="*/ 0 h 3014663"/>
                <a:gd name="connsiteX1" fmla="*/ 0 w 3252789"/>
                <a:gd name="connsiteY1" fmla="*/ 1790700 h 3014663"/>
                <a:gd name="connsiteX2" fmla="*/ 3252789 w 3252789"/>
                <a:gd name="connsiteY2" fmla="*/ 3014663 h 3014663"/>
                <a:gd name="connsiteX3" fmla="*/ 223838 w 3252789"/>
                <a:gd name="connsiteY3" fmla="*/ 0 h 3014663"/>
                <a:gd name="connsiteX0" fmla="*/ 223838 w 3252789"/>
                <a:gd name="connsiteY0" fmla="*/ 0 h 3022037"/>
                <a:gd name="connsiteX1" fmla="*/ 0 w 3252789"/>
                <a:gd name="connsiteY1" fmla="*/ 1790700 h 3022037"/>
                <a:gd name="connsiteX2" fmla="*/ 3252789 w 3252789"/>
                <a:gd name="connsiteY2" fmla="*/ 3022037 h 3022037"/>
                <a:gd name="connsiteX3" fmla="*/ 223838 w 3252789"/>
                <a:gd name="connsiteY3" fmla="*/ 0 h 3022037"/>
                <a:gd name="connsiteX0" fmla="*/ 223838 w 3260163"/>
                <a:gd name="connsiteY0" fmla="*/ 0 h 3014663"/>
                <a:gd name="connsiteX1" fmla="*/ 0 w 3260163"/>
                <a:gd name="connsiteY1" fmla="*/ 1790700 h 3014663"/>
                <a:gd name="connsiteX2" fmla="*/ 3260163 w 3260163"/>
                <a:gd name="connsiteY2" fmla="*/ 3014663 h 3014663"/>
                <a:gd name="connsiteX3" fmla="*/ 223838 w 3260163"/>
                <a:gd name="connsiteY3" fmla="*/ 0 h 3014663"/>
                <a:gd name="connsiteX0" fmla="*/ 223838 w 3260163"/>
                <a:gd name="connsiteY0" fmla="*/ 0 h 3022037"/>
                <a:gd name="connsiteX1" fmla="*/ 0 w 3260163"/>
                <a:gd name="connsiteY1" fmla="*/ 1790700 h 3022037"/>
                <a:gd name="connsiteX2" fmla="*/ 3260163 w 3260163"/>
                <a:gd name="connsiteY2" fmla="*/ 3022037 h 3022037"/>
                <a:gd name="connsiteX3" fmla="*/ 223838 w 3260163"/>
                <a:gd name="connsiteY3" fmla="*/ 0 h 3022037"/>
              </a:gdLst>
              <a:ahLst/>
              <a:cxnLst>
                <a:cxn ang="0">
                  <a:pos x="connsiteX0" y="connsiteY0"/>
                </a:cxn>
                <a:cxn ang="0">
                  <a:pos x="connsiteX1" y="connsiteY1"/>
                </a:cxn>
                <a:cxn ang="0">
                  <a:pos x="connsiteX2" y="connsiteY2"/>
                </a:cxn>
                <a:cxn ang="0">
                  <a:pos x="connsiteX3" y="connsiteY3"/>
                </a:cxn>
              </a:cxnLst>
              <a:rect l="l" t="t" r="r" b="b"/>
              <a:pathLst>
                <a:path w="3260163" h="3022037">
                  <a:moveTo>
                    <a:pt x="223838" y="0"/>
                  </a:moveTo>
                  <a:lnTo>
                    <a:pt x="0" y="1790700"/>
                  </a:lnTo>
                  <a:lnTo>
                    <a:pt x="3260163" y="3022037"/>
                  </a:lnTo>
                  <a:lnTo>
                    <a:pt x="223838" y="0"/>
                  </a:lnTo>
                  <a:close/>
                </a:path>
              </a:pathLst>
            </a:custGeom>
            <a:gradFill>
              <a:gsLst>
                <a:gs pos="100000">
                  <a:schemeClr val="accent3"/>
                </a:gs>
                <a:gs pos="6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6" name="Freeform 15"/>
            <p:cNvSpPr/>
            <p:nvPr/>
          </p:nvSpPr>
          <p:spPr>
            <a:xfrm>
              <a:off x="3343275" y="0"/>
              <a:ext cx="4337998" cy="3019426"/>
            </a:xfrm>
            <a:custGeom>
              <a:avLst/>
              <a:gdLst>
                <a:gd name="connsiteX0" fmla="*/ 0 w 4324350"/>
                <a:gd name="connsiteY0" fmla="*/ 0 h 3019426"/>
                <a:gd name="connsiteX1" fmla="*/ 4324350 w 4324350"/>
                <a:gd name="connsiteY1" fmla="*/ 1214438 h 3019426"/>
                <a:gd name="connsiteX2" fmla="*/ 3028950 w 4324350"/>
                <a:gd name="connsiteY2" fmla="*/ 3019426 h 3019426"/>
                <a:gd name="connsiteX3" fmla="*/ 0 w 4324350"/>
                <a:gd name="connsiteY3" fmla="*/ 0 h 3019426"/>
                <a:gd name="connsiteX0" fmla="*/ 0 w 4324350"/>
                <a:gd name="connsiteY0" fmla="*/ 0 h 3019426"/>
                <a:gd name="connsiteX1" fmla="*/ 4324350 w 4324350"/>
                <a:gd name="connsiteY1" fmla="*/ 1214438 h 3019426"/>
                <a:gd name="connsiteX2" fmla="*/ 3028950 w 4324350"/>
                <a:gd name="connsiteY2" fmla="*/ 3019426 h 3019426"/>
                <a:gd name="connsiteX3" fmla="*/ 0 w 4324350"/>
                <a:gd name="connsiteY3" fmla="*/ 0 h 3019426"/>
                <a:gd name="connsiteX0" fmla="*/ 0 w 4337998"/>
                <a:gd name="connsiteY0" fmla="*/ 0 h 3019426"/>
                <a:gd name="connsiteX1" fmla="*/ 4337998 w 4337998"/>
                <a:gd name="connsiteY1" fmla="*/ 1214438 h 3019426"/>
                <a:gd name="connsiteX2" fmla="*/ 3028950 w 4337998"/>
                <a:gd name="connsiteY2" fmla="*/ 3019426 h 3019426"/>
                <a:gd name="connsiteX3" fmla="*/ 0 w 4337998"/>
                <a:gd name="connsiteY3" fmla="*/ 0 h 3019426"/>
                <a:gd name="connsiteX0" fmla="*/ 0 w 4337998"/>
                <a:gd name="connsiteY0" fmla="*/ 0 h 3019426"/>
                <a:gd name="connsiteX1" fmla="*/ 4337998 w 4337998"/>
                <a:gd name="connsiteY1" fmla="*/ 1214438 h 3019426"/>
                <a:gd name="connsiteX2" fmla="*/ 3015303 w 4337998"/>
                <a:gd name="connsiteY2" fmla="*/ 3019426 h 3019426"/>
                <a:gd name="connsiteX3" fmla="*/ 0 w 4337998"/>
                <a:gd name="connsiteY3" fmla="*/ 0 h 3019426"/>
              </a:gdLst>
              <a:ahLst/>
              <a:cxnLst>
                <a:cxn ang="0">
                  <a:pos x="connsiteX0" y="connsiteY0"/>
                </a:cxn>
                <a:cxn ang="0">
                  <a:pos x="connsiteX1" y="connsiteY1"/>
                </a:cxn>
                <a:cxn ang="0">
                  <a:pos x="connsiteX2" y="connsiteY2"/>
                </a:cxn>
                <a:cxn ang="0">
                  <a:pos x="connsiteX3" y="connsiteY3"/>
                </a:cxn>
              </a:cxnLst>
              <a:rect l="l" t="t" r="r" b="b"/>
              <a:pathLst>
                <a:path w="4337998" h="3019426">
                  <a:moveTo>
                    <a:pt x="0" y="0"/>
                  </a:moveTo>
                  <a:lnTo>
                    <a:pt x="4337998" y="1214438"/>
                  </a:lnTo>
                  <a:lnTo>
                    <a:pt x="3015303" y="3019426"/>
                  </a:lnTo>
                  <a:lnTo>
                    <a:pt x="0" y="0"/>
                  </a:lnTo>
                  <a:close/>
                </a:path>
              </a:pathLst>
            </a:custGeom>
            <a:gradFill>
              <a:gsLst>
                <a:gs pos="100000">
                  <a:schemeClr val="accent3"/>
                </a:gs>
                <a:gs pos="44000">
                  <a:schemeClr val="accent2"/>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r>
                <a:rPr lang="en-US" sz="2000" dirty="0"/>
                <a:t>s</a:t>
              </a:r>
            </a:p>
          </p:txBody>
        </p:sp>
        <p:sp>
          <p:nvSpPr>
            <p:cNvPr id="17" name="Freeform 16"/>
            <p:cNvSpPr/>
            <p:nvPr/>
          </p:nvSpPr>
          <p:spPr>
            <a:xfrm>
              <a:off x="7667625" y="1"/>
              <a:ext cx="4533261" cy="1214438"/>
            </a:xfrm>
            <a:custGeom>
              <a:avLst/>
              <a:gdLst>
                <a:gd name="connsiteX0" fmla="*/ 3367088 w 4524375"/>
                <a:gd name="connsiteY0" fmla="*/ 0 h 1223963"/>
                <a:gd name="connsiteX1" fmla="*/ 0 w 4524375"/>
                <a:gd name="connsiteY1" fmla="*/ 1223963 h 1223963"/>
                <a:gd name="connsiteX2" fmla="*/ 4524375 w 4524375"/>
                <a:gd name="connsiteY2" fmla="*/ 1071563 h 1223963"/>
                <a:gd name="connsiteX3" fmla="*/ 3367088 w 4524375"/>
                <a:gd name="connsiteY3" fmla="*/ 0 h 1223963"/>
                <a:gd name="connsiteX0" fmla="*/ 3352800 w 4524375"/>
                <a:gd name="connsiteY0" fmla="*/ 0 h 1233489"/>
                <a:gd name="connsiteX1" fmla="*/ 0 w 4524375"/>
                <a:gd name="connsiteY1" fmla="*/ 1233489 h 1233489"/>
                <a:gd name="connsiteX2" fmla="*/ 4524375 w 4524375"/>
                <a:gd name="connsiteY2" fmla="*/ 1081089 h 1233489"/>
                <a:gd name="connsiteX3" fmla="*/ 3352800 w 4524375"/>
                <a:gd name="connsiteY3" fmla="*/ 0 h 1233489"/>
                <a:gd name="connsiteX0" fmla="*/ 3352800 w 4524375"/>
                <a:gd name="connsiteY0" fmla="*/ 0 h 1228726"/>
                <a:gd name="connsiteX1" fmla="*/ 0 w 4524375"/>
                <a:gd name="connsiteY1" fmla="*/ 1228726 h 1228726"/>
                <a:gd name="connsiteX2" fmla="*/ 4524375 w 4524375"/>
                <a:gd name="connsiteY2" fmla="*/ 1076326 h 1228726"/>
                <a:gd name="connsiteX3" fmla="*/ 3352800 w 4524375"/>
                <a:gd name="connsiteY3" fmla="*/ 0 h 1228726"/>
                <a:gd name="connsiteX0" fmla="*/ 3357563 w 4524375"/>
                <a:gd name="connsiteY0" fmla="*/ 0 h 1223963"/>
                <a:gd name="connsiteX1" fmla="*/ 0 w 4524375"/>
                <a:gd name="connsiteY1" fmla="*/ 1223963 h 1223963"/>
                <a:gd name="connsiteX2" fmla="*/ 4524375 w 4524375"/>
                <a:gd name="connsiteY2" fmla="*/ 1071563 h 1223963"/>
                <a:gd name="connsiteX3" fmla="*/ 3357563 w 4524375"/>
                <a:gd name="connsiteY3" fmla="*/ 0 h 1223963"/>
                <a:gd name="connsiteX0" fmla="*/ 3371851 w 4538663"/>
                <a:gd name="connsiteY0" fmla="*/ 0 h 1219200"/>
                <a:gd name="connsiteX1" fmla="*/ 0 w 4538663"/>
                <a:gd name="connsiteY1" fmla="*/ 1219200 h 1219200"/>
                <a:gd name="connsiteX2" fmla="*/ 4538663 w 4538663"/>
                <a:gd name="connsiteY2" fmla="*/ 1071563 h 1219200"/>
                <a:gd name="connsiteX3" fmla="*/ 3371851 w 4538663"/>
                <a:gd name="connsiteY3" fmla="*/ 0 h 1219200"/>
                <a:gd name="connsiteX0" fmla="*/ 3243264 w 4410076"/>
                <a:gd name="connsiteY0" fmla="*/ 0 h 1071563"/>
                <a:gd name="connsiteX1" fmla="*/ 0 w 4410076"/>
                <a:gd name="connsiteY1" fmla="*/ 1033463 h 1071563"/>
                <a:gd name="connsiteX2" fmla="*/ 4410076 w 4410076"/>
                <a:gd name="connsiteY2" fmla="*/ 1071563 h 1071563"/>
                <a:gd name="connsiteX3" fmla="*/ 3243264 w 4410076"/>
                <a:gd name="connsiteY3" fmla="*/ 0 h 1071563"/>
                <a:gd name="connsiteX0" fmla="*/ 3352801 w 4519613"/>
                <a:gd name="connsiteY0" fmla="*/ 0 h 1214438"/>
                <a:gd name="connsiteX1" fmla="*/ 0 w 4519613"/>
                <a:gd name="connsiteY1" fmla="*/ 1214438 h 1214438"/>
                <a:gd name="connsiteX2" fmla="*/ 4519613 w 4519613"/>
                <a:gd name="connsiteY2" fmla="*/ 1071563 h 1214438"/>
                <a:gd name="connsiteX3" fmla="*/ 3352801 w 4519613"/>
                <a:gd name="connsiteY3" fmla="*/ 0 h 1214438"/>
                <a:gd name="connsiteX0" fmla="*/ 3352801 w 4533261"/>
                <a:gd name="connsiteY0" fmla="*/ 0 h 1214438"/>
                <a:gd name="connsiteX1" fmla="*/ 0 w 4533261"/>
                <a:gd name="connsiteY1" fmla="*/ 1214438 h 1214438"/>
                <a:gd name="connsiteX2" fmla="*/ 4533261 w 4533261"/>
                <a:gd name="connsiteY2" fmla="*/ 1071563 h 1214438"/>
                <a:gd name="connsiteX3" fmla="*/ 3352801 w 4533261"/>
                <a:gd name="connsiteY3" fmla="*/ 0 h 1214438"/>
                <a:gd name="connsiteX0" fmla="*/ 3352801 w 4533261"/>
                <a:gd name="connsiteY0" fmla="*/ 0 h 1214438"/>
                <a:gd name="connsiteX1" fmla="*/ 0 w 4533261"/>
                <a:gd name="connsiteY1" fmla="*/ 1214438 h 1214438"/>
                <a:gd name="connsiteX2" fmla="*/ 4533261 w 4533261"/>
                <a:gd name="connsiteY2" fmla="*/ 1098859 h 1214438"/>
                <a:gd name="connsiteX3" fmla="*/ 3352801 w 4533261"/>
                <a:gd name="connsiteY3" fmla="*/ 0 h 1214438"/>
              </a:gdLst>
              <a:ahLst/>
              <a:cxnLst>
                <a:cxn ang="0">
                  <a:pos x="connsiteX0" y="connsiteY0"/>
                </a:cxn>
                <a:cxn ang="0">
                  <a:pos x="connsiteX1" y="connsiteY1"/>
                </a:cxn>
                <a:cxn ang="0">
                  <a:pos x="connsiteX2" y="connsiteY2"/>
                </a:cxn>
                <a:cxn ang="0">
                  <a:pos x="connsiteX3" y="connsiteY3"/>
                </a:cxn>
              </a:cxnLst>
              <a:rect l="l" t="t" r="r" b="b"/>
              <a:pathLst>
                <a:path w="4533261" h="1214438">
                  <a:moveTo>
                    <a:pt x="3352801" y="0"/>
                  </a:moveTo>
                  <a:lnTo>
                    <a:pt x="0" y="1214438"/>
                  </a:lnTo>
                  <a:lnTo>
                    <a:pt x="4533261" y="1098859"/>
                  </a:lnTo>
                  <a:lnTo>
                    <a:pt x="3352801" y="0"/>
                  </a:lnTo>
                  <a:close/>
                </a:path>
              </a:pathLst>
            </a:custGeom>
            <a:gradFill>
              <a:gsLst>
                <a:gs pos="100000">
                  <a:schemeClr val="accent3"/>
                </a:gs>
                <a:gs pos="44000">
                  <a:schemeClr val="accent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8" name="Freeform 17"/>
            <p:cNvSpPr/>
            <p:nvPr/>
          </p:nvSpPr>
          <p:spPr>
            <a:xfrm>
              <a:off x="11015664" y="1"/>
              <a:ext cx="1176841" cy="1098080"/>
            </a:xfrm>
            <a:custGeom>
              <a:avLst/>
              <a:gdLst>
                <a:gd name="connsiteX0" fmla="*/ 0 w 1171575"/>
                <a:gd name="connsiteY0" fmla="*/ 0 h 1076325"/>
                <a:gd name="connsiteX1" fmla="*/ 1171575 w 1171575"/>
                <a:gd name="connsiteY1" fmla="*/ 1076325 h 1076325"/>
                <a:gd name="connsiteX2" fmla="*/ 1171575 w 1171575"/>
                <a:gd name="connsiteY2" fmla="*/ 0 h 1076325"/>
                <a:gd name="connsiteX3" fmla="*/ 0 w 1171575"/>
                <a:gd name="connsiteY3" fmla="*/ 0 h 1076325"/>
                <a:gd name="connsiteX0" fmla="*/ 0 w 1171575"/>
                <a:gd name="connsiteY0" fmla="*/ 0 h 1076325"/>
                <a:gd name="connsiteX1" fmla="*/ 1171575 w 1171575"/>
                <a:gd name="connsiteY1" fmla="*/ 1076325 h 1076325"/>
                <a:gd name="connsiteX2" fmla="*/ 1171575 w 1171575"/>
                <a:gd name="connsiteY2" fmla="*/ 0 h 1076325"/>
                <a:gd name="connsiteX3" fmla="*/ 0 w 1171575"/>
                <a:gd name="connsiteY3" fmla="*/ 0 h 1076325"/>
                <a:gd name="connsiteX0" fmla="*/ 0 w 1176299"/>
                <a:gd name="connsiteY0" fmla="*/ 0 h 1085850"/>
                <a:gd name="connsiteX1" fmla="*/ 1176299 w 1176299"/>
                <a:gd name="connsiteY1" fmla="*/ 1085850 h 1085850"/>
                <a:gd name="connsiteX2" fmla="*/ 1171575 w 1176299"/>
                <a:gd name="connsiteY2" fmla="*/ 0 h 1085850"/>
                <a:gd name="connsiteX3" fmla="*/ 0 w 1176299"/>
                <a:gd name="connsiteY3" fmla="*/ 0 h 1085850"/>
                <a:gd name="connsiteX0" fmla="*/ 0 w 1181344"/>
                <a:gd name="connsiteY0" fmla="*/ 0 h 1085850"/>
                <a:gd name="connsiteX1" fmla="*/ 1176299 w 1181344"/>
                <a:gd name="connsiteY1" fmla="*/ 1085850 h 1085850"/>
                <a:gd name="connsiteX2" fmla="*/ 1181138 w 1181344"/>
                <a:gd name="connsiteY2" fmla="*/ 0 h 1085850"/>
                <a:gd name="connsiteX3" fmla="*/ 0 w 1181344"/>
                <a:gd name="connsiteY3" fmla="*/ 0 h 1085850"/>
                <a:gd name="connsiteX0" fmla="*/ 0 w 1181586"/>
                <a:gd name="connsiteY0" fmla="*/ 0 h 1081088"/>
                <a:gd name="connsiteX1" fmla="*/ 1181080 w 1181586"/>
                <a:gd name="connsiteY1" fmla="*/ 1081088 h 1081088"/>
                <a:gd name="connsiteX2" fmla="*/ 1181138 w 1181586"/>
                <a:gd name="connsiteY2" fmla="*/ 0 h 1081088"/>
                <a:gd name="connsiteX3" fmla="*/ 0 w 1181586"/>
                <a:gd name="connsiteY3" fmla="*/ 0 h 1081088"/>
                <a:gd name="connsiteX0" fmla="*/ 0 w 1181586"/>
                <a:gd name="connsiteY0" fmla="*/ 0 h 1070785"/>
                <a:gd name="connsiteX1" fmla="*/ 1181080 w 1181586"/>
                <a:gd name="connsiteY1" fmla="*/ 1070785 h 1070785"/>
                <a:gd name="connsiteX2" fmla="*/ 1181138 w 1181586"/>
                <a:gd name="connsiteY2" fmla="*/ 0 h 1070785"/>
                <a:gd name="connsiteX3" fmla="*/ 0 w 1181586"/>
                <a:gd name="connsiteY3" fmla="*/ 0 h 1070785"/>
                <a:gd name="connsiteX0" fmla="*/ 0 w 1181152"/>
                <a:gd name="connsiteY0" fmla="*/ 0 h 593113"/>
                <a:gd name="connsiteX1" fmla="*/ 1057755 w 1181152"/>
                <a:gd name="connsiteY1" fmla="*/ 593113 h 593113"/>
                <a:gd name="connsiteX2" fmla="*/ 1181138 w 1181152"/>
                <a:gd name="connsiteY2" fmla="*/ 0 h 593113"/>
                <a:gd name="connsiteX3" fmla="*/ 0 w 1181152"/>
                <a:gd name="connsiteY3" fmla="*/ 0 h 593113"/>
                <a:gd name="connsiteX0" fmla="*/ 0 w 1181586"/>
                <a:gd name="connsiteY0" fmla="*/ 0 h 1098080"/>
                <a:gd name="connsiteX1" fmla="*/ 1181081 w 1181586"/>
                <a:gd name="connsiteY1" fmla="*/ 1098080 h 1098080"/>
                <a:gd name="connsiteX2" fmla="*/ 1181138 w 1181586"/>
                <a:gd name="connsiteY2" fmla="*/ 0 h 1098080"/>
                <a:gd name="connsiteX3" fmla="*/ 0 w 1181586"/>
                <a:gd name="connsiteY3" fmla="*/ 0 h 1098080"/>
              </a:gdLst>
              <a:ahLst/>
              <a:cxnLst>
                <a:cxn ang="0">
                  <a:pos x="connsiteX0" y="connsiteY0"/>
                </a:cxn>
                <a:cxn ang="0">
                  <a:pos x="connsiteX1" y="connsiteY1"/>
                </a:cxn>
                <a:cxn ang="0">
                  <a:pos x="connsiteX2" y="connsiteY2"/>
                </a:cxn>
                <a:cxn ang="0">
                  <a:pos x="connsiteX3" y="connsiteY3"/>
                </a:cxn>
              </a:cxnLst>
              <a:rect l="l" t="t" r="r" b="b"/>
              <a:pathLst>
                <a:path w="1181586" h="1098080">
                  <a:moveTo>
                    <a:pt x="0" y="0"/>
                  </a:moveTo>
                  <a:lnTo>
                    <a:pt x="1181081" y="1098080"/>
                  </a:lnTo>
                  <a:cubicBezTo>
                    <a:pt x="1179506" y="736130"/>
                    <a:pt x="1182713" y="361950"/>
                    <a:pt x="1181138" y="0"/>
                  </a:cubicBezTo>
                  <a:lnTo>
                    <a:pt x="0" y="0"/>
                  </a:lnTo>
                  <a:close/>
                </a:path>
              </a:pathLst>
            </a:custGeom>
            <a:gradFill>
              <a:gsLst>
                <a:gs pos="100000">
                  <a:schemeClr val="accent3"/>
                </a:gs>
                <a:gs pos="44000">
                  <a:schemeClr val="accent2"/>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9" name="Freeform 18"/>
            <p:cNvSpPr/>
            <p:nvPr/>
          </p:nvSpPr>
          <p:spPr>
            <a:xfrm>
              <a:off x="10959906" y="1057275"/>
              <a:ext cx="1232552" cy="3276600"/>
            </a:xfrm>
            <a:custGeom>
              <a:avLst/>
              <a:gdLst>
                <a:gd name="connsiteX0" fmla="*/ 1171575 w 1176337"/>
                <a:gd name="connsiteY0" fmla="*/ 0 h 3267075"/>
                <a:gd name="connsiteX1" fmla="*/ 0 w 1176337"/>
                <a:gd name="connsiteY1" fmla="*/ 2762250 h 3267075"/>
                <a:gd name="connsiteX2" fmla="*/ 1176337 w 1176337"/>
                <a:gd name="connsiteY2" fmla="*/ 3267075 h 3267075"/>
                <a:gd name="connsiteX3" fmla="*/ 1171575 w 1176337"/>
                <a:gd name="connsiteY3" fmla="*/ 0 h 3267075"/>
                <a:gd name="connsiteX0" fmla="*/ 1176337 w 1176795"/>
                <a:gd name="connsiteY0" fmla="*/ 0 h 3276600"/>
                <a:gd name="connsiteX1" fmla="*/ 0 w 1176795"/>
                <a:gd name="connsiteY1" fmla="*/ 2771775 h 3276600"/>
                <a:gd name="connsiteX2" fmla="*/ 1176337 w 1176795"/>
                <a:gd name="connsiteY2" fmla="*/ 3276600 h 3276600"/>
                <a:gd name="connsiteX3" fmla="*/ 1176337 w 1176795"/>
                <a:gd name="connsiteY3" fmla="*/ 0 h 3276600"/>
                <a:gd name="connsiteX0" fmla="*/ 1209791 w 1210249"/>
                <a:gd name="connsiteY0" fmla="*/ 0 h 3276600"/>
                <a:gd name="connsiteX1" fmla="*/ 0 w 1210249"/>
                <a:gd name="connsiteY1" fmla="*/ 2771775 h 3276600"/>
                <a:gd name="connsiteX2" fmla="*/ 1209791 w 1210249"/>
                <a:gd name="connsiteY2" fmla="*/ 3276600 h 3276600"/>
                <a:gd name="connsiteX3" fmla="*/ 1209791 w 1210249"/>
                <a:gd name="connsiteY3" fmla="*/ 0 h 3276600"/>
                <a:gd name="connsiteX0" fmla="*/ 1232094 w 1232552"/>
                <a:gd name="connsiteY0" fmla="*/ 0 h 3276600"/>
                <a:gd name="connsiteX1" fmla="*/ 0 w 1232552"/>
                <a:gd name="connsiteY1" fmla="*/ 2749472 h 3276600"/>
                <a:gd name="connsiteX2" fmla="*/ 1232094 w 1232552"/>
                <a:gd name="connsiteY2" fmla="*/ 3276600 h 3276600"/>
                <a:gd name="connsiteX3" fmla="*/ 1232094 w 1232552"/>
                <a:gd name="connsiteY3" fmla="*/ 0 h 3276600"/>
              </a:gdLst>
              <a:ahLst/>
              <a:cxnLst>
                <a:cxn ang="0">
                  <a:pos x="connsiteX0" y="connsiteY0"/>
                </a:cxn>
                <a:cxn ang="0">
                  <a:pos x="connsiteX1" y="connsiteY1"/>
                </a:cxn>
                <a:cxn ang="0">
                  <a:pos x="connsiteX2" y="connsiteY2"/>
                </a:cxn>
                <a:cxn ang="0">
                  <a:pos x="connsiteX3" y="connsiteY3"/>
                </a:cxn>
              </a:cxnLst>
              <a:rect l="l" t="t" r="r" b="b"/>
              <a:pathLst>
                <a:path w="1232552" h="3276600">
                  <a:moveTo>
                    <a:pt x="1232094" y="0"/>
                  </a:moveTo>
                  <a:lnTo>
                    <a:pt x="0" y="2749472"/>
                  </a:lnTo>
                  <a:lnTo>
                    <a:pt x="1232094" y="3276600"/>
                  </a:lnTo>
                  <a:cubicBezTo>
                    <a:pt x="1230507" y="2187575"/>
                    <a:pt x="1233681" y="1089025"/>
                    <a:pt x="1232094" y="0"/>
                  </a:cubicBezTo>
                  <a:close/>
                </a:path>
              </a:pathLst>
            </a:custGeom>
            <a:gradFill>
              <a:gsLst>
                <a:gs pos="100000">
                  <a:schemeClr val="accent3"/>
                </a:gs>
                <a:gs pos="4400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0" name="Freeform 19"/>
            <p:cNvSpPr/>
            <p:nvPr/>
          </p:nvSpPr>
          <p:spPr>
            <a:xfrm>
              <a:off x="6366969" y="2428875"/>
              <a:ext cx="3339005" cy="2271713"/>
            </a:xfrm>
            <a:custGeom>
              <a:avLst/>
              <a:gdLst>
                <a:gd name="connsiteX0" fmla="*/ 0 w 3324225"/>
                <a:gd name="connsiteY0" fmla="*/ 590550 h 2271713"/>
                <a:gd name="connsiteX1" fmla="*/ 1343025 w 3324225"/>
                <a:gd name="connsiteY1" fmla="*/ 2271713 h 2271713"/>
                <a:gd name="connsiteX2" fmla="*/ 3324225 w 3324225"/>
                <a:gd name="connsiteY2" fmla="*/ 0 h 2271713"/>
                <a:gd name="connsiteX3" fmla="*/ 0 w 3324225"/>
                <a:gd name="connsiteY3" fmla="*/ 590550 h 2271713"/>
                <a:gd name="connsiteX0" fmla="*/ 0 w 3333750"/>
                <a:gd name="connsiteY0" fmla="*/ 585787 h 2271713"/>
                <a:gd name="connsiteX1" fmla="*/ 1352550 w 3333750"/>
                <a:gd name="connsiteY1" fmla="*/ 2271713 h 2271713"/>
                <a:gd name="connsiteX2" fmla="*/ 3333750 w 3333750"/>
                <a:gd name="connsiteY2" fmla="*/ 0 h 2271713"/>
                <a:gd name="connsiteX3" fmla="*/ 0 w 3333750"/>
                <a:gd name="connsiteY3" fmla="*/ 585787 h 2271713"/>
                <a:gd name="connsiteX0" fmla="*/ 0 w 3333750"/>
                <a:gd name="connsiteY0" fmla="*/ 591043 h 2271713"/>
                <a:gd name="connsiteX1" fmla="*/ 1352550 w 3333750"/>
                <a:gd name="connsiteY1" fmla="*/ 2271713 h 2271713"/>
                <a:gd name="connsiteX2" fmla="*/ 3333750 w 3333750"/>
                <a:gd name="connsiteY2" fmla="*/ 0 h 2271713"/>
                <a:gd name="connsiteX3" fmla="*/ 0 w 3333750"/>
                <a:gd name="connsiteY3" fmla="*/ 591043 h 2271713"/>
                <a:gd name="connsiteX0" fmla="*/ 0 w 3339005"/>
                <a:gd name="connsiteY0" fmla="*/ 591043 h 2271713"/>
                <a:gd name="connsiteX1" fmla="*/ 1357805 w 3339005"/>
                <a:gd name="connsiteY1" fmla="*/ 2271713 h 2271713"/>
                <a:gd name="connsiteX2" fmla="*/ 3339005 w 3339005"/>
                <a:gd name="connsiteY2" fmla="*/ 0 h 2271713"/>
                <a:gd name="connsiteX3" fmla="*/ 0 w 3339005"/>
                <a:gd name="connsiteY3" fmla="*/ 591043 h 2271713"/>
              </a:gdLst>
              <a:ahLst/>
              <a:cxnLst>
                <a:cxn ang="0">
                  <a:pos x="connsiteX0" y="connsiteY0"/>
                </a:cxn>
                <a:cxn ang="0">
                  <a:pos x="connsiteX1" y="connsiteY1"/>
                </a:cxn>
                <a:cxn ang="0">
                  <a:pos x="connsiteX2" y="connsiteY2"/>
                </a:cxn>
                <a:cxn ang="0">
                  <a:pos x="connsiteX3" y="connsiteY3"/>
                </a:cxn>
              </a:cxnLst>
              <a:rect l="l" t="t" r="r" b="b"/>
              <a:pathLst>
                <a:path w="3339005" h="2271713">
                  <a:moveTo>
                    <a:pt x="0" y="591043"/>
                  </a:moveTo>
                  <a:lnTo>
                    <a:pt x="1357805" y="2271713"/>
                  </a:lnTo>
                  <a:lnTo>
                    <a:pt x="3339005" y="0"/>
                  </a:lnTo>
                  <a:lnTo>
                    <a:pt x="0" y="591043"/>
                  </a:lnTo>
                  <a:close/>
                </a:path>
              </a:pathLst>
            </a:custGeom>
            <a:gradFill>
              <a:gsLst>
                <a:gs pos="100000">
                  <a:schemeClr val="accent3"/>
                </a:gs>
                <a:gs pos="44000">
                  <a:schemeClr val="accent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1" name="Freeform 20"/>
            <p:cNvSpPr/>
            <p:nvPr/>
          </p:nvSpPr>
          <p:spPr>
            <a:xfrm>
              <a:off x="1025774" y="1761707"/>
              <a:ext cx="2098477" cy="1910094"/>
            </a:xfrm>
            <a:custGeom>
              <a:avLst/>
              <a:gdLst>
                <a:gd name="connsiteX0" fmla="*/ 2086304 w 2086304"/>
                <a:gd name="connsiteY0" fmla="*/ 0 h 1886607"/>
                <a:gd name="connsiteX1" fmla="*/ 0 w 2086304"/>
                <a:gd name="connsiteY1" fmla="*/ 15765 h 1886607"/>
                <a:gd name="connsiteX2" fmla="*/ 362607 w 2086304"/>
                <a:gd name="connsiteY2" fmla="*/ 1886607 h 1886607"/>
                <a:gd name="connsiteX3" fmla="*/ 2086304 w 2086304"/>
                <a:gd name="connsiteY3" fmla="*/ 0 h 1886607"/>
                <a:gd name="connsiteX0" fmla="*/ 2101053 w 2101053"/>
                <a:gd name="connsiteY0" fmla="*/ 0 h 1886607"/>
                <a:gd name="connsiteX1" fmla="*/ 0 w 2101053"/>
                <a:gd name="connsiteY1" fmla="*/ 1207 h 1886607"/>
                <a:gd name="connsiteX2" fmla="*/ 377356 w 2101053"/>
                <a:gd name="connsiteY2" fmla="*/ 1886607 h 1886607"/>
                <a:gd name="connsiteX3" fmla="*/ 2101053 w 2101053"/>
                <a:gd name="connsiteY3" fmla="*/ 0 h 1886607"/>
                <a:gd name="connsiteX0" fmla="*/ 2098477 w 2098477"/>
                <a:gd name="connsiteY0" fmla="*/ 8963 h 1885400"/>
                <a:gd name="connsiteX1" fmla="*/ 0 w 2098477"/>
                <a:gd name="connsiteY1" fmla="*/ 0 h 1885400"/>
                <a:gd name="connsiteX2" fmla="*/ 377356 w 2098477"/>
                <a:gd name="connsiteY2" fmla="*/ 1885400 h 1885400"/>
                <a:gd name="connsiteX3" fmla="*/ 2098477 w 2098477"/>
                <a:gd name="connsiteY3" fmla="*/ 8963 h 1885400"/>
              </a:gdLst>
              <a:ahLst/>
              <a:cxnLst>
                <a:cxn ang="0">
                  <a:pos x="connsiteX0" y="connsiteY0"/>
                </a:cxn>
                <a:cxn ang="0">
                  <a:pos x="connsiteX1" y="connsiteY1"/>
                </a:cxn>
                <a:cxn ang="0">
                  <a:pos x="connsiteX2" y="connsiteY2"/>
                </a:cxn>
                <a:cxn ang="0">
                  <a:pos x="connsiteX3" y="connsiteY3"/>
                </a:cxn>
              </a:cxnLst>
              <a:rect l="l" t="t" r="r" b="b"/>
              <a:pathLst>
                <a:path w="2098477" h="1885400">
                  <a:moveTo>
                    <a:pt x="2098477" y="8963"/>
                  </a:moveTo>
                  <a:lnTo>
                    <a:pt x="0" y="0"/>
                  </a:lnTo>
                  <a:lnTo>
                    <a:pt x="377356" y="1885400"/>
                  </a:lnTo>
                  <a:lnTo>
                    <a:pt x="2098477" y="8963"/>
                  </a:lnTo>
                  <a:close/>
                </a:path>
              </a:pathLst>
            </a:custGeom>
            <a:gradFill>
              <a:gsLst>
                <a:gs pos="100000">
                  <a:schemeClr val="accent3"/>
                </a:gs>
                <a:gs pos="44000">
                  <a:schemeClr val="accent2"/>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2" name="Freeform 21"/>
            <p:cNvSpPr/>
            <p:nvPr/>
          </p:nvSpPr>
          <p:spPr>
            <a:xfrm>
              <a:off x="3532" y="4857972"/>
              <a:ext cx="4090198" cy="2007612"/>
            </a:xfrm>
            <a:custGeom>
              <a:avLst/>
              <a:gdLst>
                <a:gd name="connsiteX0" fmla="*/ 3576398 w 4077729"/>
                <a:gd name="connsiteY0" fmla="*/ 0 h 1994733"/>
                <a:gd name="connsiteX1" fmla="*/ 4077729 w 4077729"/>
                <a:gd name="connsiteY1" fmla="*/ 1101516 h 1994733"/>
                <a:gd name="connsiteX2" fmla="*/ 0 w 4077729"/>
                <a:gd name="connsiteY2" fmla="*/ 1994733 h 1994733"/>
                <a:gd name="connsiteX3" fmla="*/ 3576398 w 4077729"/>
                <a:gd name="connsiteY3" fmla="*/ 0 h 1994733"/>
                <a:gd name="connsiteX0" fmla="*/ 3576398 w 4086042"/>
                <a:gd name="connsiteY0" fmla="*/ 0 h 1994733"/>
                <a:gd name="connsiteX1" fmla="*/ 4086042 w 4086042"/>
                <a:gd name="connsiteY1" fmla="*/ 1093204 h 1994733"/>
                <a:gd name="connsiteX2" fmla="*/ 0 w 4086042"/>
                <a:gd name="connsiteY2" fmla="*/ 1994733 h 1994733"/>
                <a:gd name="connsiteX3" fmla="*/ 3576398 w 4086042"/>
                <a:gd name="connsiteY3" fmla="*/ 0 h 1994733"/>
                <a:gd name="connsiteX0" fmla="*/ 3576398 w 4090198"/>
                <a:gd name="connsiteY0" fmla="*/ 0 h 1994733"/>
                <a:gd name="connsiteX1" fmla="*/ 4090198 w 4090198"/>
                <a:gd name="connsiteY1" fmla="*/ 1084892 h 1994733"/>
                <a:gd name="connsiteX2" fmla="*/ 0 w 4090198"/>
                <a:gd name="connsiteY2" fmla="*/ 1994733 h 1994733"/>
                <a:gd name="connsiteX3" fmla="*/ 3576398 w 4090198"/>
                <a:gd name="connsiteY3" fmla="*/ 0 h 1994733"/>
                <a:gd name="connsiteX0" fmla="*/ 3576398 w 4090198"/>
                <a:gd name="connsiteY0" fmla="*/ 0 h 2007612"/>
                <a:gd name="connsiteX1" fmla="*/ 4090198 w 4090198"/>
                <a:gd name="connsiteY1" fmla="*/ 1084892 h 2007612"/>
                <a:gd name="connsiteX2" fmla="*/ 0 w 4090198"/>
                <a:gd name="connsiteY2" fmla="*/ 2007612 h 2007612"/>
                <a:gd name="connsiteX3" fmla="*/ 3576398 w 4090198"/>
                <a:gd name="connsiteY3" fmla="*/ 0 h 2007612"/>
              </a:gdLst>
              <a:ahLst/>
              <a:cxnLst>
                <a:cxn ang="0">
                  <a:pos x="connsiteX0" y="connsiteY0"/>
                </a:cxn>
                <a:cxn ang="0">
                  <a:pos x="connsiteX1" y="connsiteY1"/>
                </a:cxn>
                <a:cxn ang="0">
                  <a:pos x="connsiteX2" y="connsiteY2"/>
                </a:cxn>
                <a:cxn ang="0">
                  <a:pos x="connsiteX3" y="connsiteY3"/>
                </a:cxn>
              </a:cxnLst>
              <a:rect l="l" t="t" r="r" b="b"/>
              <a:pathLst>
                <a:path w="4090198" h="2007612">
                  <a:moveTo>
                    <a:pt x="3576398" y="0"/>
                  </a:moveTo>
                  <a:lnTo>
                    <a:pt x="4090198" y="1084892"/>
                  </a:lnTo>
                  <a:lnTo>
                    <a:pt x="0" y="2007612"/>
                  </a:lnTo>
                  <a:lnTo>
                    <a:pt x="3576398" y="0"/>
                  </a:lnTo>
                  <a:close/>
                </a:path>
              </a:pathLst>
            </a:custGeom>
            <a:gradFill>
              <a:gsLst>
                <a:gs pos="100000">
                  <a:schemeClr val="accent3"/>
                </a:gs>
                <a:gs pos="44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3" name="Freeform 22"/>
            <p:cNvSpPr/>
            <p:nvPr/>
          </p:nvSpPr>
          <p:spPr>
            <a:xfrm>
              <a:off x="-6301" y="5938309"/>
              <a:ext cx="4092304" cy="924304"/>
            </a:xfrm>
            <a:custGeom>
              <a:avLst/>
              <a:gdLst>
                <a:gd name="connsiteX0" fmla="*/ 4074199 w 4074199"/>
                <a:gd name="connsiteY0" fmla="*/ 0 h 907339"/>
                <a:gd name="connsiteX1" fmla="*/ 3357507 w 4074199"/>
                <a:gd name="connsiteY1" fmla="*/ 907339 h 907339"/>
                <a:gd name="connsiteX2" fmla="*/ 0 w 4074199"/>
                <a:gd name="connsiteY2" fmla="*/ 907339 h 907339"/>
                <a:gd name="connsiteX3" fmla="*/ 4074199 w 4074199"/>
                <a:gd name="connsiteY3" fmla="*/ 0 h 907339"/>
                <a:gd name="connsiteX0" fmla="*/ 4084791 w 4084791"/>
                <a:gd name="connsiteY0" fmla="*/ 0 h 907339"/>
                <a:gd name="connsiteX1" fmla="*/ 3368099 w 4084791"/>
                <a:gd name="connsiteY1" fmla="*/ 907339 h 907339"/>
                <a:gd name="connsiteX2" fmla="*/ 0 w 4084791"/>
                <a:gd name="connsiteY2" fmla="*/ 907339 h 907339"/>
                <a:gd name="connsiteX3" fmla="*/ 4084791 w 4084791"/>
                <a:gd name="connsiteY3" fmla="*/ 0 h 907339"/>
                <a:gd name="connsiteX0" fmla="*/ 4100031 w 4100031"/>
                <a:gd name="connsiteY0" fmla="*/ 0 h 907339"/>
                <a:gd name="connsiteX1" fmla="*/ 3368099 w 4100031"/>
                <a:gd name="connsiteY1" fmla="*/ 907339 h 907339"/>
                <a:gd name="connsiteX2" fmla="*/ 0 w 4100031"/>
                <a:gd name="connsiteY2" fmla="*/ 907339 h 907339"/>
                <a:gd name="connsiteX3" fmla="*/ 4100031 w 4100031"/>
                <a:gd name="connsiteY3" fmla="*/ 0 h 907339"/>
                <a:gd name="connsiteX0" fmla="*/ 4102607 w 4102607"/>
                <a:gd name="connsiteY0" fmla="*/ 0 h 907339"/>
                <a:gd name="connsiteX1" fmla="*/ 3370675 w 4102607"/>
                <a:gd name="connsiteY1" fmla="*/ 907339 h 907339"/>
                <a:gd name="connsiteX2" fmla="*/ 0 w 4102607"/>
                <a:gd name="connsiteY2" fmla="*/ 857464 h 907339"/>
                <a:gd name="connsiteX3" fmla="*/ 4102607 w 4102607"/>
                <a:gd name="connsiteY3" fmla="*/ 0 h 907339"/>
                <a:gd name="connsiteX0" fmla="*/ 4097455 w 4097455"/>
                <a:gd name="connsiteY0" fmla="*/ 0 h 907339"/>
                <a:gd name="connsiteX1" fmla="*/ 3365523 w 4097455"/>
                <a:gd name="connsiteY1" fmla="*/ 907339 h 907339"/>
                <a:gd name="connsiteX2" fmla="*/ 0 w 4097455"/>
                <a:gd name="connsiteY2" fmla="*/ 859958 h 907339"/>
                <a:gd name="connsiteX3" fmla="*/ 4097455 w 4097455"/>
                <a:gd name="connsiteY3" fmla="*/ 0 h 907339"/>
                <a:gd name="connsiteX0" fmla="*/ 4097455 w 4097455"/>
                <a:gd name="connsiteY0" fmla="*/ 0 h 862451"/>
                <a:gd name="connsiteX1" fmla="*/ 3411887 w 4097455"/>
                <a:gd name="connsiteY1" fmla="*/ 862451 h 862451"/>
                <a:gd name="connsiteX2" fmla="*/ 0 w 4097455"/>
                <a:gd name="connsiteY2" fmla="*/ 859958 h 862451"/>
                <a:gd name="connsiteX3" fmla="*/ 4097455 w 4097455"/>
                <a:gd name="connsiteY3" fmla="*/ 0 h 862451"/>
                <a:gd name="connsiteX0" fmla="*/ 4089728 w 4089728"/>
                <a:gd name="connsiteY0" fmla="*/ 0 h 892377"/>
                <a:gd name="connsiteX1" fmla="*/ 3411887 w 4089728"/>
                <a:gd name="connsiteY1" fmla="*/ 892377 h 892377"/>
                <a:gd name="connsiteX2" fmla="*/ 0 w 4089728"/>
                <a:gd name="connsiteY2" fmla="*/ 889884 h 892377"/>
                <a:gd name="connsiteX3" fmla="*/ 4089728 w 4089728"/>
                <a:gd name="connsiteY3" fmla="*/ 0 h 892377"/>
                <a:gd name="connsiteX0" fmla="*/ 4089728 w 4089728"/>
                <a:gd name="connsiteY0" fmla="*/ 0 h 892377"/>
                <a:gd name="connsiteX1" fmla="*/ 3424766 w 4089728"/>
                <a:gd name="connsiteY1" fmla="*/ 892377 h 892377"/>
                <a:gd name="connsiteX2" fmla="*/ 0 w 4089728"/>
                <a:gd name="connsiteY2" fmla="*/ 889884 h 892377"/>
                <a:gd name="connsiteX3" fmla="*/ 4089728 w 4089728"/>
                <a:gd name="connsiteY3" fmla="*/ 0 h 892377"/>
                <a:gd name="connsiteX0" fmla="*/ 4089728 w 4089728"/>
                <a:gd name="connsiteY0" fmla="*/ 0 h 889884"/>
                <a:gd name="connsiteX1" fmla="*/ 3360372 w 4089728"/>
                <a:gd name="connsiteY1" fmla="*/ 889884 h 889884"/>
                <a:gd name="connsiteX2" fmla="*/ 0 w 4089728"/>
                <a:gd name="connsiteY2" fmla="*/ 889884 h 889884"/>
                <a:gd name="connsiteX3" fmla="*/ 4089728 w 4089728"/>
                <a:gd name="connsiteY3" fmla="*/ 0 h 889884"/>
                <a:gd name="connsiteX0" fmla="*/ 4079425 w 4079425"/>
                <a:gd name="connsiteY0" fmla="*/ 0 h 889884"/>
                <a:gd name="connsiteX1" fmla="*/ 3350069 w 4079425"/>
                <a:gd name="connsiteY1" fmla="*/ 889884 h 889884"/>
                <a:gd name="connsiteX2" fmla="*/ 0 w 4079425"/>
                <a:gd name="connsiteY2" fmla="*/ 882403 h 889884"/>
                <a:gd name="connsiteX3" fmla="*/ 4079425 w 4079425"/>
                <a:gd name="connsiteY3" fmla="*/ 0 h 889884"/>
                <a:gd name="connsiteX0" fmla="*/ 4082000 w 4082000"/>
                <a:gd name="connsiteY0" fmla="*/ 0 h 889884"/>
                <a:gd name="connsiteX1" fmla="*/ 3352644 w 4082000"/>
                <a:gd name="connsiteY1" fmla="*/ 889884 h 889884"/>
                <a:gd name="connsiteX2" fmla="*/ 0 w 4082000"/>
                <a:gd name="connsiteY2" fmla="*/ 882403 h 889884"/>
                <a:gd name="connsiteX3" fmla="*/ 4082000 w 4082000"/>
                <a:gd name="connsiteY3" fmla="*/ 0 h 889884"/>
                <a:gd name="connsiteX0" fmla="*/ 4087152 w 4087152"/>
                <a:gd name="connsiteY0" fmla="*/ 0 h 1007091"/>
                <a:gd name="connsiteX1" fmla="*/ 3357796 w 4087152"/>
                <a:gd name="connsiteY1" fmla="*/ 889884 h 1007091"/>
                <a:gd name="connsiteX2" fmla="*/ 0 w 4087152"/>
                <a:gd name="connsiteY2" fmla="*/ 1007091 h 1007091"/>
                <a:gd name="connsiteX3" fmla="*/ 4087152 w 4087152"/>
                <a:gd name="connsiteY3" fmla="*/ 0 h 1007091"/>
                <a:gd name="connsiteX0" fmla="*/ 4092304 w 4092304"/>
                <a:gd name="connsiteY0" fmla="*/ 0 h 894872"/>
                <a:gd name="connsiteX1" fmla="*/ 3362948 w 4092304"/>
                <a:gd name="connsiteY1" fmla="*/ 889884 h 894872"/>
                <a:gd name="connsiteX2" fmla="*/ 0 w 4092304"/>
                <a:gd name="connsiteY2" fmla="*/ 894872 h 894872"/>
                <a:gd name="connsiteX3" fmla="*/ 4092304 w 4092304"/>
                <a:gd name="connsiteY3" fmla="*/ 0 h 894872"/>
              </a:gdLst>
              <a:ahLst/>
              <a:cxnLst>
                <a:cxn ang="0">
                  <a:pos x="connsiteX0" y="connsiteY0"/>
                </a:cxn>
                <a:cxn ang="0">
                  <a:pos x="connsiteX1" y="connsiteY1"/>
                </a:cxn>
                <a:cxn ang="0">
                  <a:pos x="connsiteX2" y="connsiteY2"/>
                </a:cxn>
                <a:cxn ang="0">
                  <a:pos x="connsiteX3" y="connsiteY3"/>
                </a:cxn>
              </a:cxnLst>
              <a:rect l="l" t="t" r="r" b="b"/>
              <a:pathLst>
                <a:path w="4092304" h="894872">
                  <a:moveTo>
                    <a:pt x="4092304" y="0"/>
                  </a:moveTo>
                  <a:lnTo>
                    <a:pt x="3362948" y="889884"/>
                  </a:lnTo>
                  <a:lnTo>
                    <a:pt x="0" y="894872"/>
                  </a:lnTo>
                  <a:lnTo>
                    <a:pt x="4092304" y="0"/>
                  </a:lnTo>
                  <a:close/>
                </a:path>
              </a:pathLst>
            </a:custGeom>
            <a:gradFill>
              <a:gsLst>
                <a:gs pos="100000">
                  <a:schemeClr val="accent3"/>
                </a:gs>
                <a:gs pos="44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4" name="Freeform 23"/>
            <p:cNvSpPr/>
            <p:nvPr/>
          </p:nvSpPr>
          <p:spPr>
            <a:xfrm>
              <a:off x="4102443" y="4914459"/>
              <a:ext cx="547228" cy="151811"/>
            </a:xfrm>
            <a:custGeom>
              <a:avLst/>
              <a:gdLst>
                <a:gd name="connsiteX0" fmla="*/ 0 w 547228"/>
                <a:gd name="connsiteY0" fmla="*/ 0 h 151811"/>
                <a:gd name="connsiteX1" fmla="*/ 547228 w 547228"/>
                <a:gd name="connsiteY1" fmla="*/ 70610 h 151811"/>
                <a:gd name="connsiteX2" fmla="*/ 526045 w 547228"/>
                <a:gd name="connsiteY2" fmla="*/ 151811 h 151811"/>
              </a:gdLst>
              <a:ahLst/>
              <a:cxnLst>
                <a:cxn ang="0">
                  <a:pos x="connsiteX0" y="connsiteY0"/>
                </a:cxn>
                <a:cxn ang="0">
                  <a:pos x="connsiteX1" y="connsiteY1"/>
                </a:cxn>
                <a:cxn ang="0">
                  <a:pos x="connsiteX2" y="connsiteY2"/>
                </a:cxn>
              </a:cxnLst>
              <a:rect l="l" t="t" r="r" b="b"/>
              <a:pathLst>
                <a:path w="547228" h="151811">
                  <a:moveTo>
                    <a:pt x="0" y="0"/>
                  </a:moveTo>
                  <a:lnTo>
                    <a:pt x="547228" y="70610"/>
                  </a:lnTo>
                  <a:lnTo>
                    <a:pt x="526045" y="151811"/>
                  </a:lnTo>
                </a:path>
              </a:pathLst>
            </a:custGeom>
            <a:gradFill>
              <a:gsLst>
                <a:gs pos="100000">
                  <a:schemeClr val="accent3"/>
                </a:gs>
                <a:gs pos="44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24"/>
            <p:cNvSpPr/>
            <p:nvPr/>
          </p:nvSpPr>
          <p:spPr>
            <a:xfrm>
              <a:off x="3317876" y="5936217"/>
              <a:ext cx="5416584" cy="930949"/>
            </a:xfrm>
            <a:custGeom>
              <a:avLst/>
              <a:gdLst>
                <a:gd name="connsiteX0" fmla="*/ 683287 w 5365819"/>
                <a:gd name="connsiteY0" fmla="*/ 0 h 914400"/>
                <a:gd name="connsiteX1" fmla="*/ 5365819 w 5365819"/>
                <a:gd name="connsiteY1" fmla="*/ 904351 h 914400"/>
                <a:gd name="connsiteX2" fmla="*/ 0 w 5365819"/>
                <a:gd name="connsiteY2" fmla="*/ 914400 h 914400"/>
                <a:gd name="connsiteX3" fmla="*/ 683287 w 5365819"/>
                <a:gd name="connsiteY3" fmla="*/ 0 h 914400"/>
                <a:gd name="connsiteX0" fmla="*/ 711531 w 5394063"/>
                <a:gd name="connsiteY0" fmla="*/ 0 h 917930"/>
                <a:gd name="connsiteX1" fmla="*/ 5394063 w 5394063"/>
                <a:gd name="connsiteY1" fmla="*/ 904351 h 917930"/>
                <a:gd name="connsiteX2" fmla="*/ 0 w 5394063"/>
                <a:gd name="connsiteY2" fmla="*/ 917930 h 917930"/>
                <a:gd name="connsiteX3" fmla="*/ 711531 w 5394063"/>
                <a:gd name="connsiteY3" fmla="*/ 0 h 917930"/>
                <a:gd name="connsiteX0" fmla="*/ 725653 w 5394063"/>
                <a:gd name="connsiteY0" fmla="*/ 0 h 910869"/>
                <a:gd name="connsiteX1" fmla="*/ 5394063 w 5394063"/>
                <a:gd name="connsiteY1" fmla="*/ 897290 h 910869"/>
                <a:gd name="connsiteX2" fmla="*/ 0 w 5394063"/>
                <a:gd name="connsiteY2" fmla="*/ 910869 h 910869"/>
                <a:gd name="connsiteX3" fmla="*/ 725653 w 5394063"/>
                <a:gd name="connsiteY3" fmla="*/ 0 h 910869"/>
                <a:gd name="connsiteX0" fmla="*/ 725653 w 5376410"/>
                <a:gd name="connsiteY0" fmla="*/ 0 h 910869"/>
                <a:gd name="connsiteX1" fmla="*/ 5376410 w 5376410"/>
                <a:gd name="connsiteY1" fmla="*/ 907881 h 910869"/>
                <a:gd name="connsiteX2" fmla="*/ 0 w 5376410"/>
                <a:gd name="connsiteY2" fmla="*/ 910869 h 910869"/>
                <a:gd name="connsiteX3" fmla="*/ 725653 w 5376410"/>
                <a:gd name="connsiteY3" fmla="*/ 0 h 910869"/>
                <a:gd name="connsiteX0" fmla="*/ 783842 w 5376410"/>
                <a:gd name="connsiteY0" fmla="*/ 0 h 765396"/>
                <a:gd name="connsiteX1" fmla="*/ 5376410 w 5376410"/>
                <a:gd name="connsiteY1" fmla="*/ 762408 h 765396"/>
                <a:gd name="connsiteX2" fmla="*/ 0 w 5376410"/>
                <a:gd name="connsiteY2" fmla="*/ 765396 h 765396"/>
                <a:gd name="connsiteX3" fmla="*/ 783842 w 5376410"/>
                <a:gd name="connsiteY3" fmla="*/ 0 h 765396"/>
                <a:gd name="connsiteX0" fmla="*/ 729810 w 5376410"/>
                <a:gd name="connsiteY0" fmla="*/ 0 h 910869"/>
                <a:gd name="connsiteX1" fmla="*/ 5376410 w 5376410"/>
                <a:gd name="connsiteY1" fmla="*/ 907881 h 910869"/>
                <a:gd name="connsiteX2" fmla="*/ 0 w 5376410"/>
                <a:gd name="connsiteY2" fmla="*/ 910869 h 910869"/>
                <a:gd name="connsiteX3" fmla="*/ 729810 w 5376410"/>
                <a:gd name="connsiteY3" fmla="*/ 0 h 910869"/>
                <a:gd name="connsiteX0" fmla="*/ 714570 w 5376410"/>
                <a:gd name="connsiteY0" fmla="*/ 0 h 918489"/>
                <a:gd name="connsiteX1" fmla="*/ 5376410 w 5376410"/>
                <a:gd name="connsiteY1" fmla="*/ 915501 h 918489"/>
                <a:gd name="connsiteX2" fmla="*/ 0 w 5376410"/>
                <a:gd name="connsiteY2" fmla="*/ 918489 h 918489"/>
                <a:gd name="connsiteX3" fmla="*/ 714570 w 5376410"/>
                <a:gd name="connsiteY3" fmla="*/ 0 h 918489"/>
                <a:gd name="connsiteX0" fmla="*/ 809820 w 5376410"/>
                <a:gd name="connsiteY0" fmla="*/ 0 h 758469"/>
                <a:gd name="connsiteX1" fmla="*/ 5376410 w 5376410"/>
                <a:gd name="connsiteY1" fmla="*/ 755481 h 758469"/>
                <a:gd name="connsiteX2" fmla="*/ 0 w 5376410"/>
                <a:gd name="connsiteY2" fmla="*/ 758469 h 758469"/>
                <a:gd name="connsiteX3" fmla="*/ 809820 w 5376410"/>
                <a:gd name="connsiteY3" fmla="*/ 0 h 758469"/>
                <a:gd name="connsiteX0" fmla="*/ 710760 w 5376410"/>
                <a:gd name="connsiteY0" fmla="*/ 0 h 918489"/>
                <a:gd name="connsiteX1" fmla="*/ 5376410 w 5376410"/>
                <a:gd name="connsiteY1" fmla="*/ 915501 h 918489"/>
                <a:gd name="connsiteX2" fmla="*/ 0 w 5376410"/>
                <a:gd name="connsiteY2" fmla="*/ 918489 h 918489"/>
                <a:gd name="connsiteX3" fmla="*/ 710760 w 5376410"/>
                <a:gd name="connsiteY3" fmla="*/ 0 h 918489"/>
                <a:gd name="connsiteX0" fmla="*/ 722190 w 5376410"/>
                <a:gd name="connsiteY0" fmla="*/ 0 h 914679"/>
                <a:gd name="connsiteX1" fmla="*/ 5376410 w 5376410"/>
                <a:gd name="connsiteY1" fmla="*/ 911691 h 914679"/>
                <a:gd name="connsiteX2" fmla="*/ 0 w 5376410"/>
                <a:gd name="connsiteY2" fmla="*/ 914679 h 914679"/>
                <a:gd name="connsiteX3" fmla="*/ 722190 w 5376410"/>
                <a:gd name="connsiteY3" fmla="*/ 0 h 914679"/>
                <a:gd name="connsiteX0" fmla="*/ 735069 w 5389289"/>
                <a:gd name="connsiteY0" fmla="*/ 0 h 912104"/>
                <a:gd name="connsiteX1" fmla="*/ 5389289 w 5389289"/>
                <a:gd name="connsiteY1" fmla="*/ 911691 h 912104"/>
                <a:gd name="connsiteX2" fmla="*/ 0 w 5389289"/>
                <a:gd name="connsiteY2" fmla="*/ 912104 h 912104"/>
                <a:gd name="connsiteX3" fmla="*/ 735069 w 5389289"/>
                <a:gd name="connsiteY3" fmla="*/ 0 h 912104"/>
                <a:gd name="connsiteX0" fmla="*/ 735069 w 5389289"/>
                <a:gd name="connsiteY0" fmla="*/ 0 h 925339"/>
                <a:gd name="connsiteX1" fmla="*/ 5389289 w 5389289"/>
                <a:gd name="connsiteY1" fmla="*/ 925339 h 925339"/>
                <a:gd name="connsiteX2" fmla="*/ 0 w 5389289"/>
                <a:gd name="connsiteY2" fmla="*/ 912104 h 925339"/>
                <a:gd name="connsiteX3" fmla="*/ 735069 w 5389289"/>
                <a:gd name="connsiteY3" fmla="*/ 0 h 925339"/>
                <a:gd name="connsiteX0" fmla="*/ 762364 w 5416584"/>
                <a:gd name="connsiteY0" fmla="*/ 0 h 939400"/>
                <a:gd name="connsiteX1" fmla="*/ 5416584 w 5416584"/>
                <a:gd name="connsiteY1" fmla="*/ 925339 h 939400"/>
                <a:gd name="connsiteX2" fmla="*/ 0 w 5416584"/>
                <a:gd name="connsiteY2" fmla="*/ 939400 h 939400"/>
                <a:gd name="connsiteX3" fmla="*/ 762364 w 5416584"/>
                <a:gd name="connsiteY3" fmla="*/ 0 h 939400"/>
                <a:gd name="connsiteX0" fmla="*/ 762364 w 5416584"/>
                <a:gd name="connsiteY0" fmla="*/ 0 h 945010"/>
                <a:gd name="connsiteX1" fmla="*/ 5416584 w 5416584"/>
                <a:gd name="connsiteY1" fmla="*/ 930949 h 945010"/>
                <a:gd name="connsiteX2" fmla="*/ 0 w 5416584"/>
                <a:gd name="connsiteY2" fmla="*/ 945010 h 945010"/>
                <a:gd name="connsiteX3" fmla="*/ 762364 w 5416584"/>
                <a:gd name="connsiteY3" fmla="*/ 0 h 945010"/>
                <a:gd name="connsiteX0" fmla="*/ 762364 w 5416584"/>
                <a:gd name="connsiteY0" fmla="*/ 0 h 930949"/>
                <a:gd name="connsiteX1" fmla="*/ 5416584 w 5416584"/>
                <a:gd name="connsiteY1" fmla="*/ 930949 h 930949"/>
                <a:gd name="connsiteX2" fmla="*/ 0 w 5416584"/>
                <a:gd name="connsiteY2" fmla="*/ 921156 h 930949"/>
                <a:gd name="connsiteX3" fmla="*/ 762364 w 5416584"/>
                <a:gd name="connsiteY3" fmla="*/ 0 h 930949"/>
              </a:gdLst>
              <a:ahLst/>
              <a:cxnLst>
                <a:cxn ang="0">
                  <a:pos x="connsiteX0" y="connsiteY0"/>
                </a:cxn>
                <a:cxn ang="0">
                  <a:pos x="connsiteX1" y="connsiteY1"/>
                </a:cxn>
                <a:cxn ang="0">
                  <a:pos x="connsiteX2" y="connsiteY2"/>
                </a:cxn>
                <a:cxn ang="0">
                  <a:pos x="connsiteX3" y="connsiteY3"/>
                </a:cxn>
              </a:cxnLst>
              <a:rect l="l" t="t" r="r" b="b"/>
              <a:pathLst>
                <a:path w="5416584" h="930949">
                  <a:moveTo>
                    <a:pt x="762364" y="0"/>
                  </a:moveTo>
                  <a:lnTo>
                    <a:pt x="5416584" y="930949"/>
                  </a:lnTo>
                  <a:lnTo>
                    <a:pt x="0" y="921156"/>
                  </a:lnTo>
                  <a:lnTo>
                    <a:pt x="762364" y="0"/>
                  </a:lnTo>
                  <a:close/>
                </a:path>
              </a:pathLst>
            </a:custGeom>
            <a:gradFill>
              <a:gsLst>
                <a:gs pos="100000">
                  <a:schemeClr val="accent3"/>
                </a:gs>
                <a:gs pos="4400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6" name="Freeform 25"/>
            <p:cNvSpPr/>
            <p:nvPr/>
          </p:nvSpPr>
          <p:spPr>
            <a:xfrm>
              <a:off x="10990536" y="3785435"/>
              <a:ext cx="1209457" cy="3091509"/>
            </a:xfrm>
            <a:custGeom>
              <a:avLst/>
              <a:gdLst>
                <a:gd name="connsiteX0" fmla="*/ 0 w 1182718"/>
                <a:gd name="connsiteY0" fmla="*/ 0 h 3032701"/>
                <a:gd name="connsiteX1" fmla="*/ 497800 w 1182718"/>
                <a:gd name="connsiteY1" fmla="*/ 3032701 h 3032701"/>
                <a:gd name="connsiteX2" fmla="*/ 1182718 w 1182718"/>
                <a:gd name="connsiteY2" fmla="*/ 515453 h 3032701"/>
                <a:gd name="connsiteX3" fmla="*/ 0 w 1182718"/>
                <a:gd name="connsiteY3" fmla="*/ 0 h 3032701"/>
                <a:gd name="connsiteX0" fmla="*/ 0 w 1179187"/>
                <a:gd name="connsiteY0" fmla="*/ 0 h 3029170"/>
                <a:gd name="connsiteX1" fmla="*/ 494269 w 1179187"/>
                <a:gd name="connsiteY1" fmla="*/ 3029170 h 3029170"/>
                <a:gd name="connsiteX2" fmla="*/ 1179187 w 1179187"/>
                <a:gd name="connsiteY2" fmla="*/ 511922 h 3029170"/>
                <a:gd name="connsiteX3" fmla="*/ 0 w 1179187"/>
                <a:gd name="connsiteY3" fmla="*/ 0 h 3029170"/>
                <a:gd name="connsiteX0" fmla="*/ 0 w 1179187"/>
                <a:gd name="connsiteY0" fmla="*/ 0 h 3039761"/>
                <a:gd name="connsiteX1" fmla="*/ 483677 w 1179187"/>
                <a:gd name="connsiteY1" fmla="*/ 3039761 h 3039761"/>
                <a:gd name="connsiteX2" fmla="*/ 1179187 w 1179187"/>
                <a:gd name="connsiteY2" fmla="*/ 511922 h 3039761"/>
                <a:gd name="connsiteX3" fmla="*/ 0 w 1179187"/>
                <a:gd name="connsiteY3" fmla="*/ 0 h 3039761"/>
                <a:gd name="connsiteX0" fmla="*/ 0 w 1190407"/>
                <a:gd name="connsiteY0" fmla="*/ 0 h 3039761"/>
                <a:gd name="connsiteX1" fmla="*/ 494897 w 1190407"/>
                <a:gd name="connsiteY1" fmla="*/ 3039761 h 3039761"/>
                <a:gd name="connsiteX2" fmla="*/ 1190407 w 1190407"/>
                <a:gd name="connsiteY2" fmla="*/ 511922 h 3039761"/>
                <a:gd name="connsiteX3" fmla="*/ 0 w 1190407"/>
                <a:gd name="connsiteY3" fmla="*/ 0 h 3039761"/>
                <a:gd name="connsiteX0" fmla="*/ 0 w 1203107"/>
                <a:gd name="connsiteY0" fmla="*/ 0 h 3065161"/>
                <a:gd name="connsiteX1" fmla="*/ 507597 w 1203107"/>
                <a:gd name="connsiteY1" fmla="*/ 3065161 h 3065161"/>
                <a:gd name="connsiteX2" fmla="*/ 1203107 w 1203107"/>
                <a:gd name="connsiteY2" fmla="*/ 537322 h 3065161"/>
                <a:gd name="connsiteX3" fmla="*/ 0 w 1203107"/>
                <a:gd name="connsiteY3" fmla="*/ 0 h 3065161"/>
                <a:gd name="connsiteX0" fmla="*/ 0 w 1209457"/>
                <a:gd name="connsiteY0" fmla="*/ 0 h 3065161"/>
                <a:gd name="connsiteX1" fmla="*/ 507597 w 1209457"/>
                <a:gd name="connsiteY1" fmla="*/ 3065161 h 3065161"/>
                <a:gd name="connsiteX2" fmla="*/ 1209457 w 1209457"/>
                <a:gd name="connsiteY2" fmla="*/ 543672 h 3065161"/>
                <a:gd name="connsiteX3" fmla="*/ 0 w 1209457"/>
                <a:gd name="connsiteY3" fmla="*/ 0 h 3065161"/>
                <a:gd name="connsiteX0" fmla="*/ 0 w 1215807"/>
                <a:gd name="connsiteY0" fmla="*/ 0 h 3065161"/>
                <a:gd name="connsiteX1" fmla="*/ 507597 w 1215807"/>
                <a:gd name="connsiteY1" fmla="*/ 3065161 h 3065161"/>
                <a:gd name="connsiteX2" fmla="*/ 1215807 w 1215807"/>
                <a:gd name="connsiteY2" fmla="*/ 537322 h 3065161"/>
                <a:gd name="connsiteX3" fmla="*/ 0 w 1215807"/>
                <a:gd name="connsiteY3" fmla="*/ 0 h 3065161"/>
                <a:gd name="connsiteX0" fmla="*/ 0 w 1209457"/>
                <a:gd name="connsiteY0" fmla="*/ 0 h 3077861"/>
                <a:gd name="connsiteX1" fmla="*/ 501247 w 1209457"/>
                <a:gd name="connsiteY1" fmla="*/ 3077861 h 3077861"/>
                <a:gd name="connsiteX2" fmla="*/ 1209457 w 1209457"/>
                <a:gd name="connsiteY2" fmla="*/ 550022 h 3077861"/>
                <a:gd name="connsiteX3" fmla="*/ 0 w 1209457"/>
                <a:gd name="connsiteY3" fmla="*/ 0 h 3077861"/>
                <a:gd name="connsiteX0" fmla="*/ 0 w 1209457"/>
                <a:gd name="connsiteY0" fmla="*/ 0 h 3091509"/>
                <a:gd name="connsiteX1" fmla="*/ 501247 w 1209457"/>
                <a:gd name="connsiteY1" fmla="*/ 3091509 h 3091509"/>
                <a:gd name="connsiteX2" fmla="*/ 1209457 w 1209457"/>
                <a:gd name="connsiteY2" fmla="*/ 550022 h 3091509"/>
                <a:gd name="connsiteX3" fmla="*/ 0 w 1209457"/>
                <a:gd name="connsiteY3" fmla="*/ 0 h 3091509"/>
              </a:gdLst>
              <a:ahLst/>
              <a:cxnLst>
                <a:cxn ang="0">
                  <a:pos x="connsiteX0" y="connsiteY0"/>
                </a:cxn>
                <a:cxn ang="0">
                  <a:pos x="connsiteX1" y="connsiteY1"/>
                </a:cxn>
                <a:cxn ang="0">
                  <a:pos x="connsiteX2" y="connsiteY2"/>
                </a:cxn>
                <a:cxn ang="0">
                  <a:pos x="connsiteX3" y="connsiteY3"/>
                </a:cxn>
              </a:cxnLst>
              <a:rect l="l" t="t" r="r" b="b"/>
              <a:pathLst>
                <a:path w="1209457" h="3091509">
                  <a:moveTo>
                    <a:pt x="0" y="0"/>
                  </a:moveTo>
                  <a:lnTo>
                    <a:pt x="501247" y="3091509"/>
                  </a:lnTo>
                  <a:lnTo>
                    <a:pt x="1209457" y="550022"/>
                  </a:lnTo>
                  <a:lnTo>
                    <a:pt x="0" y="0"/>
                  </a:lnTo>
                  <a:close/>
                </a:path>
              </a:pathLst>
            </a:custGeom>
            <a:gradFill>
              <a:gsLst>
                <a:gs pos="100000">
                  <a:schemeClr val="accent3"/>
                </a:gs>
                <a:gs pos="44000">
                  <a:schemeClr val="accent2"/>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7" name="Freeform 26"/>
            <p:cNvSpPr/>
            <p:nvPr/>
          </p:nvSpPr>
          <p:spPr>
            <a:xfrm>
              <a:off x="11488254" y="4321334"/>
              <a:ext cx="708319" cy="2552078"/>
            </a:xfrm>
            <a:custGeom>
              <a:avLst/>
              <a:gdLst>
                <a:gd name="connsiteX0" fmla="*/ 691978 w 697728"/>
                <a:gd name="connsiteY0" fmla="*/ 0 h 2520778"/>
                <a:gd name="connsiteX1" fmla="*/ 0 w 697728"/>
                <a:gd name="connsiteY1" fmla="*/ 2520778 h 2520778"/>
                <a:gd name="connsiteX2" fmla="*/ 695509 w 697728"/>
                <a:gd name="connsiteY2" fmla="*/ 2517248 h 2520778"/>
                <a:gd name="connsiteX3" fmla="*/ 691978 w 697728"/>
                <a:gd name="connsiteY3" fmla="*/ 0 h 2520778"/>
                <a:gd name="connsiteX0" fmla="*/ 691978 w 697728"/>
                <a:gd name="connsiteY0" fmla="*/ 0 h 2531370"/>
                <a:gd name="connsiteX1" fmla="*/ 0 w 697728"/>
                <a:gd name="connsiteY1" fmla="*/ 2531370 h 2531370"/>
                <a:gd name="connsiteX2" fmla="*/ 695509 w 697728"/>
                <a:gd name="connsiteY2" fmla="*/ 2517248 h 2531370"/>
                <a:gd name="connsiteX3" fmla="*/ 691978 w 697728"/>
                <a:gd name="connsiteY3" fmla="*/ 0 h 2531370"/>
                <a:gd name="connsiteX0" fmla="*/ 691978 w 703175"/>
                <a:gd name="connsiteY0" fmla="*/ 0 h 2531370"/>
                <a:gd name="connsiteX1" fmla="*/ 0 w 703175"/>
                <a:gd name="connsiteY1" fmla="*/ 2531370 h 2531370"/>
                <a:gd name="connsiteX2" fmla="*/ 702570 w 703175"/>
                <a:gd name="connsiteY2" fmla="*/ 2527839 h 2531370"/>
                <a:gd name="connsiteX3" fmla="*/ 691978 w 703175"/>
                <a:gd name="connsiteY3" fmla="*/ 0 h 2531370"/>
                <a:gd name="connsiteX0" fmla="*/ 691978 w 703175"/>
                <a:gd name="connsiteY0" fmla="*/ 0 h 2531370"/>
                <a:gd name="connsiteX1" fmla="*/ 0 w 703175"/>
                <a:gd name="connsiteY1" fmla="*/ 2531370 h 2531370"/>
                <a:gd name="connsiteX2" fmla="*/ 702570 w 703175"/>
                <a:gd name="connsiteY2" fmla="*/ 2527839 h 2531370"/>
                <a:gd name="connsiteX3" fmla="*/ 691978 w 703175"/>
                <a:gd name="connsiteY3" fmla="*/ 0 h 2531370"/>
                <a:gd name="connsiteX0" fmla="*/ 699039 w 704789"/>
                <a:gd name="connsiteY0" fmla="*/ 0 h 2541962"/>
                <a:gd name="connsiteX1" fmla="*/ 0 w 704789"/>
                <a:gd name="connsiteY1" fmla="*/ 2541962 h 2541962"/>
                <a:gd name="connsiteX2" fmla="*/ 702570 w 704789"/>
                <a:gd name="connsiteY2" fmla="*/ 2538431 h 2541962"/>
                <a:gd name="connsiteX3" fmla="*/ 699039 w 704789"/>
                <a:gd name="connsiteY3" fmla="*/ 0 h 2541962"/>
                <a:gd name="connsiteX0" fmla="*/ 702569 w 708319"/>
                <a:gd name="connsiteY0" fmla="*/ 0 h 2538431"/>
                <a:gd name="connsiteX1" fmla="*/ 0 w 708319"/>
                <a:gd name="connsiteY1" fmla="*/ 2538431 h 2538431"/>
                <a:gd name="connsiteX2" fmla="*/ 706100 w 708319"/>
                <a:gd name="connsiteY2" fmla="*/ 2538431 h 2538431"/>
                <a:gd name="connsiteX3" fmla="*/ 702569 w 708319"/>
                <a:gd name="connsiteY3" fmla="*/ 0 h 2538431"/>
                <a:gd name="connsiteX0" fmla="*/ 667264 w 673014"/>
                <a:gd name="connsiteY0" fmla="*/ 0 h 2538431"/>
                <a:gd name="connsiteX1" fmla="*/ 0 w 673014"/>
                <a:gd name="connsiteY1" fmla="*/ 2252460 h 2538431"/>
                <a:gd name="connsiteX2" fmla="*/ 670795 w 673014"/>
                <a:gd name="connsiteY2" fmla="*/ 2538431 h 2538431"/>
                <a:gd name="connsiteX3" fmla="*/ 667264 w 673014"/>
                <a:gd name="connsiteY3" fmla="*/ 0 h 2538431"/>
                <a:gd name="connsiteX0" fmla="*/ 702569 w 708319"/>
                <a:gd name="connsiteY0" fmla="*/ 0 h 2541961"/>
                <a:gd name="connsiteX1" fmla="*/ 0 w 708319"/>
                <a:gd name="connsiteY1" fmla="*/ 2541961 h 2541961"/>
                <a:gd name="connsiteX2" fmla="*/ 706100 w 708319"/>
                <a:gd name="connsiteY2" fmla="*/ 2538431 h 2541961"/>
                <a:gd name="connsiteX3" fmla="*/ 702569 w 708319"/>
                <a:gd name="connsiteY3" fmla="*/ 0 h 2541961"/>
                <a:gd name="connsiteX0" fmla="*/ 702569 w 708319"/>
                <a:gd name="connsiteY0" fmla="*/ 0 h 2538431"/>
                <a:gd name="connsiteX1" fmla="*/ 0 w 708319"/>
                <a:gd name="connsiteY1" fmla="*/ 2534900 h 2538431"/>
                <a:gd name="connsiteX2" fmla="*/ 706100 w 708319"/>
                <a:gd name="connsiteY2" fmla="*/ 2538431 h 2538431"/>
                <a:gd name="connsiteX3" fmla="*/ 702569 w 708319"/>
                <a:gd name="connsiteY3" fmla="*/ 0 h 2538431"/>
                <a:gd name="connsiteX0" fmla="*/ 702569 w 708319"/>
                <a:gd name="connsiteY0" fmla="*/ 0 h 2548548"/>
                <a:gd name="connsiteX1" fmla="*/ 0 w 708319"/>
                <a:gd name="connsiteY1" fmla="*/ 2548548 h 2548548"/>
                <a:gd name="connsiteX2" fmla="*/ 706100 w 708319"/>
                <a:gd name="connsiteY2" fmla="*/ 2538431 h 2548548"/>
                <a:gd name="connsiteX3" fmla="*/ 702569 w 708319"/>
                <a:gd name="connsiteY3" fmla="*/ 0 h 2548548"/>
                <a:gd name="connsiteX0" fmla="*/ 702569 w 704906"/>
                <a:gd name="connsiteY0" fmla="*/ 0 h 2548548"/>
                <a:gd name="connsiteX1" fmla="*/ 0 w 704906"/>
                <a:gd name="connsiteY1" fmla="*/ 2548548 h 2548548"/>
                <a:gd name="connsiteX2" fmla="*/ 692452 w 704906"/>
                <a:gd name="connsiteY2" fmla="*/ 2538431 h 2548548"/>
                <a:gd name="connsiteX3" fmla="*/ 702569 w 704906"/>
                <a:gd name="connsiteY3" fmla="*/ 0 h 2548548"/>
                <a:gd name="connsiteX0" fmla="*/ 702569 w 708319"/>
                <a:gd name="connsiteY0" fmla="*/ 0 h 2565726"/>
                <a:gd name="connsiteX1" fmla="*/ 0 w 708319"/>
                <a:gd name="connsiteY1" fmla="*/ 2548548 h 2565726"/>
                <a:gd name="connsiteX2" fmla="*/ 706100 w 708319"/>
                <a:gd name="connsiteY2" fmla="*/ 2565726 h 2565726"/>
                <a:gd name="connsiteX3" fmla="*/ 702569 w 708319"/>
                <a:gd name="connsiteY3" fmla="*/ 0 h 2565726"/>
                <a:gd name="connsiteX0" fmla="*/ 702569 w 708319"/>
                <a:gd name="connsiteY0" fmla="*/ 0 h 2552078"/>
                <a:gd name="connsiteX1" fmla="*/ 0 w 708319"/>
                <a:gd name="connsiteY1" fmla="*/ 2548548 h 2552078"/>
                <a:gd name="connsiteX2" fmla="*/ 706100 w 708319"/>
                <a:gd name="connsiteY2" fmla="*/ 2552078 h 2552078"/>
                <a:gd name="connsiteX3" fmla="*/ 702569 w 708319"/>
                <a:gd name="connsiteY3" fmla="*/ 0 h 2552078"/>
              </a:gdLst>
              <a:ahLst/>
              <a:cxnLst>
                <a:cxn ang="0">
                  <a:pos x="connsiteX0" y="connsiteY0"/>
                </a:cxn>
                <a:cxn ang="0">
                  <a:pos x="connsiteX1" y="connsiteY1"/>
                </a:cxn>
                <a:cxn ang="0">
                  <a:pos x="connsiteX2" y="connsiteY2"/>
                </a:cxn>
                <a:cxn ang="0">
                  <a:pos x="connsiteX3" y="connsiteY3"/>
                </a:cxn>
              </a:cxnLst>
              <a:rect l="l" t="t" r="r" b="b"/>
              <a:pathLst>
                <a:path w="708319" h="2552078">
                  <a:moveTo>
                    <a:pt x="702569" y="0"/>
                  </a:moveTo>
                  <a:lnTo>
                    <a:pt x="0" y="2548548"/>
                  </a:lnTo>
                  <a:lnTo>
                    <a:pt x="706100" y="2552078"/>
                  </a:lnTo>
                  <a:cubicBezTo>
                    <a:pt x="708454" y="1710642"/>
                    <a:pt x="710807" y="834375"/>
                    <a:pt x="702569" y="0"/>
                  </a:cubicBezTo>
                  <a:close/>
                </a:path>
              </a:pathLst>
            </a:custGeom>
            <a:gradFill>
              <a:gsLst>
                <a:gs pos="100000">
                  <a:schemeClr val="accent3"/>
                </a:gs>
                <a:gs pos="44000">
                  <a:schemeClr val="accent2"/>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8" name="Freeform 27"/>
            <p:cNvSpPr/>
            <p:nvPr/>
          </p:nvSpPr>
          <p:spPr>
            <a:xfrm>
              <a:off x="8745794" y="2426110"/>
              <a:ext cx="2263877" cy="4424516"/>
            </a:xfrm>
            <a:custGeom>
              <a:avLst/>
              <a:gdLst>
                <a:gd name="connsiteX0" fmla="*/ 958645 w 2263877"/>
                <a:gd name="connsiteY0" fmla="*/ 0 h 4424516"/>
                <a:gd name="connsiteX1" fmla="*/ 2263877 w 2263877"/>
                <a:gd name="connsiteY1" fmla="*/ 1393722 h 4424516"/>
                <a:gd name="connsiteX2" fmla="*/ 0 w 2263877"/>
                <a:gd name="connsiteY2" fmla="*/ 4424516 h 4424516"/>
                <a:gd name="connsiteX3" fmla="*/ 958645 w 2263877"/>
                <a:gd name="connsiteY3" fmla="*/ 0 h 4424516"/>
              </a:gdLst>
              <a:ahLst/>
              <a:cxnLst>
                <a:cxn ang="0">
                  <a:pos x="connsiteX0" y="connsiteY0"/>
                </a:cxn>
                <a:cxn ang="0">
                  <a:pos x="connsiteX1" y="connsiteY1"/>
                </a:cxn>
                <a:cxn ang="0">
                  <a:pos x="connsiteX2" y="connsiteY2"/>
                </a:cxn>
                <a:cxn ang="0">
                  <a:pos x="connsiteX3" y="connsiteY3"/>
                </a:cxn>
              </a:cxnLst>
              <a:rect l="l" t="t" r="r" b="b"/>
              <a:pathLst>
                <a:path w="2263877" h="4424516">
                  <a:moveTo>
                    <a:pt x="958645" y="0"/>
                  </a:moveTo>
                  <a:lnTo>
                    <a:pt x="2263877" y="1393722"/>
                  </a:lnTo>
                  <a:lnTo>
                    <a:pt x="0" y="4424516"/>
                  </a:lnTo>
                  <a:lnTo>
                    <a:pt x="958645" y="0"/>
                  </a:lnTo>
                  <a:close/>
                </a:path>
              </a:pathLst>
            </a:custGeom>
            <a:gradFill>
              <a:gsLst>
                <a:gs pos="100000">
                  <a:schemeClr val="accent3"/>
                </a:gs>
                <a:gs pos="44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9" name="Freeform 28"/>
            <p:cNvSpPr/>
            <p:nvPr/>
          </p:nvSpPr>
          <p:spPr>
            <a:xfrm>
              <a:off x="-1" y="-1"/>
              <a:ext cx="3153403" cy="1773715"/>
            </a:xfrm>
            <a:custGeom>
              <a:avLst/>
              <a:gdLst>
                <a:gd name="connsiteX0" fmla="*/ 0 w 3172858"/>
                <a:gd name="connsiteY0" fmla="*/ 0 h 1773716"/>
                <a:gd name="connsiteX1" fmla="*/ 1079653 w 3172858"/>
                <a:gd name="connsiteY1" fmla="*/ 1773716 h 1773716"/>
                <a:gd name="connsiteX2" fmla="*/ 3172858 w 3172858"/>
                <a:gd name="connsiteY2" fmla="*/ 1751682 h 1773716"/>
                <a:gd name="connsiteX3" fmla="*/ 0 w 3172858"/>
                <a:gd name="connsiteY3" fmla="*/ 0 h 1773716"/>
                <a:gd name="connsiteX0" fmla="*/ 0 w 3114492"/>
                <a:gd name="connsiteY0" fmla="*/ 0 h 1773716"/>
                <a:gd name="connsiteX1" fmla="*/ 1079653 w 3114492"/>
                <a:gd name="connsiteY1" fmla="*/ 1773716 h 1773716"/>
                <a:gd name="connsiteX2" fmla="*/ 3114492 w 3114492"/>
                <a:gd name="connsiteY2" fmla="*/ 1177750 h 1773716"/>
                <a:gd name="connsiteX3" fmla="*/ 0 w 3114492"/>
                <a:gd name="connsiteY3" fmla="*/ 0 h 1773716"/>
                <a:gd name="connsiteX0" fmla="*/ 0 w 3153403"/>
                <a:gd name="connsiteY0" fmla="*/ 0 h 1773716"/>
                <a:gd name="connsiteX1" fmla="*/ 1079653 w 3153403"/>
                <a:gd name="connsiteY1" fmla="*/ 1773716 h 1773716"/>
                <a:gd name="connsiteX2" fmla="*/ 3153403 w 3153403"/>
                <a:gd name="connsiteY2" fmla="*/ 1771137 h 1773716"/>
                <a:gd name="connsiteX3" fmla="*/ 0 w 3153403"/>
                <a:gd name="connsiteY3" fmla="*/ 0 h 1773716"/>
                <a:gd name="connsiteX0" fmla="*/ 0 w 3153403"/>
                <a:gd name="connsiteY0" fmla="*/ 0 h 1771137"/>
                <a:gd name="connsiteX1" fmla="*/ 1036790 w 3153403"/>
                <a:gd name="connsiteY1" fmla="*/ 1768953 h 1771137"/>
                <a:gd name="connsiteX2" fmla="*/ 3153403 w 3153403"/>
                <a:gd name="connsiteY2" fmla="*/ 1771137 h 1771137"/>
                <a:gd name="connsiteX3" fmla="*/ 0 w 3153403"/>
                <a:gd name="connsiteY3" fmla="*/ 0 h 1771137"/>
                <a:gd name="connsiteX0" fmla="*/ 0 w 3153403"/>
                <a:gd name="connsiteY0" fmla="*/ 0 h 1773715"/>
                <a:gd name="connsiteX1" fmla="*/ 1036790 w 3153403"/>
                <a:gd name="connsiteY1" fmla="*/ 1773715 h 1773715"/>
                <a:gd name="connsiteX2" fmla="*/ 3153403 w 3153403"/>
                <a:gd name="connsiteY2" fmla="*/ 1771137 h 1773715"/>
                <a:gd name="connsiteX3" fmla="*/ 0 w 3153403"/>
                <a:gd name="connsiteY3" fmla="*/ 0 h 1773715"/>
              </a:gdLst>
              <a:ahLst/>
              <a:cxnLst>
                <a:cxn ang="0">
                  <a:pos x="connsiteX0" y="connsiteY0"/>
                </a:cxn>
                <a:cxn ang="0">
                  <a:pos x="connsiteX1" y="connsiteY1"/>
                </a:cxn>
                <a:cxn ang="0">
                  <a:pos x="connsiteX2" y="connsiteY2"/>
                </a:cxn>
                <a:cxn ang="0">
                  <a:pos x="connsiteX3" y="connsiteY3"/>
                </a:cxn>
              </a:cxnLst>
              <a:rect l="l" t="t" r="r" b="b"/>
              <a:pathLst>
                <a:path w="3153403" h="1773715">
                  <a:moveTo>
                    <a:pt x="0" y="0"/>
                  </a:moveTo>
                  <a:lnTo>
                    <a:pt x="1036790" y="1773715"/>
                  </a:lnTo>
                  <a:lnTo>
                    <a:pt x="3153403" y="1771137"/>
                  </a:lnTo>
                  <a:lnTo>
                    <a:pt x="0" y="0"/>
                  </a:lnTo>
                  <a:close/>
                </a:path>
              </a:pathLst>
            </a:custGeom>
            <a:gradFill>
              <a:gsLst>
                <a:gs pos="100000">
                  <a:schemeClr val="accent3"/>
                </a:gs>
                <a:gs pos="44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0" name="Freeform 29"/>
            <p:cNvSpPr/>
            <p:nvPr/>
          </p:nvSpPr>
          <p:spPr>
            <a:xfrm>
              <a:off x="-9845" y="-7221"/>
              <a:ext cx="3120462" cy="1793286"/>
            </a:xfrm>
            <a:custGeom>
              <a:avLst/>
              <a:gdLst>
                <a:gd name="connsiteX0" fmla="*/ 0 w 3172858"/>
                <a:gd name="connsiteY0" fmla="*/ 0 h 1773716"/>
                <a:gd name="connsiteX1" fmla="*/ 1079653 w 3172858"/>
                <a:gd name="connsiteY1" fmla="*/ 1773716 h 1773716"/>
                <a:gd name="connsiteX2" fmla="*/ 3172858 w 3172858"/>
                <a:gd name="connsiteY2" fmla="*/ 1751682 h 1773716"/>
                <a:gd name="connsiteX3" fmla="*/ 0 w 3172858"/>
                <a:gd name="connsiteY3" fmla="*/ 0 h 1773716"/>
                <a:gd name="connsiteX0" fmla="*/ 0 w 3114492"/>
                <a:gd name="connsiteY0" fmla="*/ 0 h 1773716"/>
                <a:gd name="connsiteX1" fmla="*/ 1079653 w 3114492"/>
                <a:gd name="connsiteY1" fmla="*/ 1773716 h 1773716"/>
                <a:gd name="connsiteX2" fmla="*/ 3114492 w 3114492"/>
                <a:gd name="connsiteY2" fmla="*/ 1177750 h 1773716"/>
                <a:gd name="connsiteX3" fmla="*/ 0 w 3114492"/>
                <a:gd name="connsiteY3" fmla="*/ 0 h 1773716"/>
                <a:gd name="connsiteX0" fmla="*/ 0 w 3153403"/>
                <a:gd name="connsiteY0" fmla="*/ 0 h 1773716"/>
                <a:gd name="connsiteX1" fmla="*/ 1079653 w 3153403"/>
                <a:gd name="connsiteY1" fmla="*/ 1773716 h 1773716"/>
                <a:gd name="connsiteX2" fmla="*/ 3153403 w 3153403"/>
                <a:gd name="connsiteY2" fmla="*/ 1771137 h 1773716"/>
                <a:gd name="connsiteX3" fmla="*/ 0 w 3153403"/>
                <a:gd name="connsiteY3" fmla="*/ 0 h 1773716"/>
                <a:gd name="connsiteX0" fmla="*/ 0 w 3153403"/>
                <a:gd name="connsiteY0" fmla="*/ 0 h 1771137"/>
                <a:gd name="connsiteX1" fmla="*/ 1036790 w 3153403"/>
                <a:gd name="connsiteY1" fmla="*/ 1768953 h 1771137"/>
                <a:gd name="connsiteX2" fmla="*/ 3153403 w 3153403"/>
                <a:gd name="connsiteY2" fmla="*/ 1771137 h 1771137"/>
                <a:gd name="connsiteX3" fmla="*/ 0 w 3153403"/>
                <a:gd name="connsiteY3" fmla="*/ 0 h 1771137"/>
                <a:gd name="connsiteX0" fmla="*/ 0 w 3153403"/>
                <a:gd name="connsiteY0" fmla="*/ 0 h 1773715"/>
                <a:gd name="connsiteX1" fmla="*/ 1036790 w 3153403"/>
                <a:gd name="connsiteY1" fmla="*/ 1773715 h 1773715"/>
                <a:gd name="connsiteX2" fmla="*/ 3153403 w 3153403"/>
                <a:gd name="connsiteY2" fmla="*/ 1771137 h 1773715"/>
                <a:gd name="connsiteX3" fmla="*/ 0 w 3153403"/>
                <a:gd name="connsiteY3" fmla="*/ 0 h 1773715"/>
                <a:gd name="connsiteX0" fmla="*/ 0 w 3081965"/>
                <a:gd name="connsiteY0" fmla="*/ 0 h 1775900"/>
                <a:gd name="connsiteX1" fmla="*/ 1036790 w 3081965"/>
                <a:gd name="connsiteY1" fmla="*/ 1773715 h 1775900"/>
                <a:gd name="connsiteX2" fmla="*/ 3081965 w 3081965"/>
                <a:gd name="connsiteY2" fmla="*/ 1775900 h 1775900"/>
                <a:gd name="connsiteX3" fmla="*/ 0 w 3081965"/>
                <a:gd name="connsiteY3" fmla="*/ 0 h 1775900"/>
                <a:gd name="connsiteX0" fmla="*/ 0 w 3086728"/>
                <a:gd name="connsiteY0" fmla="*/ 0 h 1775900"/>
                <a:gd name="connsiteX1" fmla="*/ 1036790 w 3086728"/>
                <a:gd name="connsiteY1" fmla="*/ 1773715 h 1775900"/>
                <a:gd name="connsiteX2" fmla="*/ 3086728 w 3086728"/>
                <a:gd name="connsiteY2" fmla="*/ 1775900 h 1775900"/>
                <a:gd name="connsiteX3" fmla="*/ 0 w 3086728"/>
                <a:gd name="connsiteY3" fmla="*/ 0 h 1775900"/>
                <a:gd name="connsiteX0" fmla="*/ 0 w 3091491"/>
                <a:gd name="connsiteY0" fmla="*/ 0 h 1799713"/>
                <a:gd name="connsiteX1" fmla="*/ 1036790 w 3091491"/>
                <a:gd name="connsiteY1" fmla="*/ 1773715 h 1799713"/>
                <a:gd name="connsiteX2" fmla="*/ 3091491 w 3091491"/>
                <a:gd name="connsiteY2" fmla="*/ 1799713 h 1799713"/>
                <a:gd name="connsiteX3" fmla="*/ 0 w 3091491"/>
                <a:gd name="connsiteY3" fmla="*/ 0 h 1799713"/>
                <a:gd name="connsiteX0" fmla="*/ 0 w 3120066"/>
                <a:gd name="connsiteY0" fmla="*/ 0 h 1799713"/>
                <a:gd name="connsiteX1" fmla="*/ 1036790 w 3120066"/>
                <a:gd name="connsiteY1" fmla="*/ 1773715 h 1799713"/>
                <a:gd name="connsiteX2" fmla="*/ 3120066 w 3120066"/>
                <a:gd name="connsiteY2" fmla="*/ 1799713 h 1799713"/>
                <a:gd name="connsiteX3" fmla="*/ 0 w 3120066"/>
                <a:gd name="connsiteY3" fmla="*/ 0 h 1799713"/>
                <a:gd name="connsiteX0" fmla="*/ 0 w 3120066"/>
                <a:gd name="connsiteY0" fmla="*/ 0 h 1799713"/>
                <a:gd name="connsiteX1" fmla="*/ 1019730 w 3120066"/>
                <a:gd name="connsiteY1" fmla="*/ 1773715 h 1799713"/>
                <a:gd name="connsiteX2" fmla="*/ 3120066 w 3120066"/>
                <a:gd name="connsiteY2" fmla="*/ 1799713 h 1799713"/>
                <a:gd name="connsiteX3" fmla="*/ 0 w 3120066"/>
                <a:gd name="connsiteY3" fmla="*/ 0 h 1799713"/>
                <a:gd name="connsiteX0" fmla="*/ 0 w 3133714"/>
                <a:gd name="connsiteY0" fmla="*/ 0 h 1799713"/>
                <a:gd name="connsiteX1" fmla="*/ 1033378 w 3133714"/>
                <a:gd name="connsiteY1" fmla="*/ 1773715 h 1799713"/>
                <a:gd name="connsiteX2" fmla="*/ 3133714 w 3133714"/>
                <a:gd name="connsiteY2" fmla="*/ 1799713 h 1799713"/>
                <a:gd name="connsiteX3" fmla="*/ 0 w 3133714"/>
                <a:gd name="connsiteY3" fmla="*/ 0 h 1799713"/>
                <a:gd name="connsiteX0" fmla="*/ 0 w 3140538"/>
                <a:gd name="connsiteY0" fmla="*/ 0 h 1799713"/>
                <a:gd name="connsiteX1" fmla="*/ 1040202 w 3140538"/>
                <a:gd name="connsiteY1" fmla="*/ 1773715 h 1799713"/>
                <a:gd name="connsiteX2" fmla="*/ 3140538 w 3140538"/>
                <a:gd name="connsiteY2" fmla="*/ 1799713 h 1799713"/>
                <a:gd name="connsiteX3" fmla="*/ 0 w 3140538"/>
                <a:gd name="connsiteY3" fmla="*/ 0 h 1799713"/>
                <a:gd name="connsiteX0" fmla="*/ 0 w 3126890"/>
                <a:gd name="connsiteY0" fmla="*/ 0 h 1786065"/>
                <a:gd name="connsiteX1" fmla="*/ 1040202 w 3126890"/>
                <a:gd name="connsiteY1" fmla="*/ 1773715 h 1786065"/>
                <a:gd name="connsiteX2" fmla="*/ 3126890 w 3126890"/>
                <a:gd name="connsiteY2" fmla="*/ 1786065 h 1786065"/>
                <a:gd name="connsiteX3" fmla="*/ 0 w 3126890"/>
                <a:gd name="connsiteY3" fmla="*/ 0 h 1786065"/>
                <a:gd name="connsiteX0" fmla="*/ 0 w 3113242"/>
                <a:gd name="connsiteY0" fmla="*/ 0 h 1782653"/>
                <a:gd name="connsiteX1" fmla="*/ 1026554 w 3113242"/>
                <a:gd name="connsiteY1" fmla="*/ 1770303 h 1782653"/>
                <a:gd name="connsiteX2" fmla="*/ 3113242 w 3113242"/>
                <a:gd name="connsiteY2" fmla="*/ 1782653 h 1782653"/>
                <a:gd name="connsiteX3" fmla="*/ 0 w 3113242"/>
                <a:gd name="connsiteY3" fmla="*/ 0 h 1782653"/>
                <a:gd name="connsiteX0" fmla="*/ 0 w 3123478"/>
                <a:gd name="connsiteY0" fmla="*/ 0 h 1782653"/>
                <a:gd name="connsiteX1" fmla="*/ 1036790 w 3123478"/>
                <a:gd name="connsiteY1" fmla="*/ 1770303 h 1782653"/>
                <a:gd name="connsiteX2" fmla="*/ 3123478 w 3123478"/>
                <a:gd name="connsiteY2" fmla="*/ 1782653 h 1782653"/>
                <a:gd name="connsiteX3" fmla="*/ 0 w 3123478"/>
                <a:gd name="connsiteY3" fmla="*/ 0 h 1782653"/>
                <a:gd name="connsiteX0" fmla="*/ 0 w 3109830"/>
                <a:gd name="connsiteY0" fmla="*/ 0 h 1782653"/>
                <a:gd name="connsiteX1" fmla="*/ 1036790 w 3109830"/>
                <a:gd name="connsiteY1" fmla="*/ 1770303 h 1782653"/>
                <a:gd name="connsiteX2" fmla="*/ 3109830 w 3109830"/>
                <a:gd name="connsiteY2" fmla="*/ 1782653 h 1782653"/>
                <a:gd name="connsiteX3" fmla="*/ 0 w 3109830"/>
                <a:gd name="connsiteY3" fmla="*/ 0 h 1782653"/>
                <a:gd name="connsiteX0" fmla="*/ 0 w 3120462"/>
                <a:gd name="connsiteY0" fmla="*/ 0 h 1793286"/>
                <a:gd name="connsiteX1" fmla="*/ 1047422 w 3120462"/>
                <a:gd name="connsiteY1" fmla="*/ 1780936 h 1793286"/>
                <a:gd name="connsiteX2" fmla="*/ 3120462 w 3120462"/>
                <a:gd name="connsiteY2" fmla="*/ 1793286 h 1793286"/>
                <a:gd name="connsiteX3" fmla="*/ 0 w 3120462"/>
                <a:gd name="connsiteY3" fmla="*/ 0 h 1793286"/>
              </a:gdLst>
              <a:ahLst/>
              <a:cxnLst>
                <a:cxn ang="0">
                  <a:pos x="connsiteX0" y="connsiteY0"/>
                </a:cxn>
                <a:cxn ang="0">
                  <a:pos x="connsiteX1" y="connsiteY1"/>
                </a:cxn>
                <a:cxn ang="0">
                  <a:pos x="connsiteX2" y="connsiteY2"/>
                </a:cxn>
                <a:cxn ang="0">
                  <a:pos x="connsiteX3" y="connsiteY3"/>
                </a:cxn>
              </a:cxnLst>
              <a:rect l="l" t="t" r="r" b="b"/>
              <a:pathLst>
                <a:path w="3120462" h="1793286">
                  <a:moveTo>
                    <a:pt x="0" y="0"/>
                  </a:moveTo>
                  <a:lnTo>
                    <a:pt x="1047422" y="1780936"/>
                  </a:lnTo>
                  <a:lnTo>
                    <a:pt x="3120462" y="1793286"/>
                  </a:lnTo>
                  <a:lnTo>
                    <a:pt x="0" y="0"/>
                  </a:lnTo>
                  <a:close/>
                </a:path>
              </a:pathLst>
            </a:custGeom>
            <a:gradFill>
              <a:gsLst>
                <a:gs pos="62000">
                  <a:schemeClr val="accent3"/>
                </a:gs>
                <a:gs pos="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1" name="Freeform 30"/>
            <p:cNvSpPr/>
            <p:nvPr/>
          </p:nvSpPr>
          <p:spPr>
            <a:xfrm>
              <a:off x="-3295" y="1769807"/>
              <a:ext cx="1407341" cy="5098422"/>
            </a:xfrm>
            <a:custGeom>
              <a:avLst/>
              <a:gdLst>
                <a:gd name="connsiteX0" fmla="*/ 1026488 w 1398147"/>
                <a:gd name="connsiteY0" fmla="*/ 0 h 5073445"/>
                <a:gd name="connsiteX1" fmla="*/ 1398147 w 1398147"/>
                <a:gd name="connsiteY1" fmla="*/ 1875995 h 5073445"/>
                <a:gd name="connsiteX2" fmla="*/ 0 w 1398147"/>
                <a:gd name="connsiteY2" fmla="*/ 5073445 h 5073445"/>
                <a:gd name="connsiteX3" fmla="*/ 1026488 w 1398147"/>
                <a:gd name="connsiteY3" fmla="*/ 0 h 5073445"/>
                <a:gd name="connsiteX0" fmla="*/ 1032388 w 1398147"/>
                <a:gd name="connsiteY0" fmla="*/ 0 h 5055747"/>
                <a:gd name="connsiteX1" fmla="*/ 1398147 w 1398147"/>
                <a:gd name="connsiteY1" fmla="*/ 1858297 h 5055747"/>
                <a:gd name="connsiteX2" fmla="*/ 0 w 1398147"/>
                <a:gd name="connsiteY2" fmla="*/ 5055747 h 5055747"/>
                <a:gd name="connsiteX3" fmla="*/ 1032388 w 1398147"/>
                <a:gd name="connsiteY3" fmla="*/ 0 h 5055747"/>
                <a:gd name="connsiteX0" fmla="*/ 1032388 w 1398147"/>
                <a:gd name="connsiteY0" fmla="*/ 0 h 5061646"/>
                <a:gd name="connsiteX1" fmla="*/ 1398147 w 1398147"/>
                <a:gd name="connsiteY1" fmla="*/ 1864196 h 5061646"/>
                <a:gd name="connsiteX2" fmla="*/ 0 w 1398147"/>
                <a:gd name="connsiteY2" fmla="*/ 5061646 h 5061646"/>
                <a:gd name="connsiteX3" fmla="*/ 1032388 w 1398147"/>
                <a:gd name="connsiteY3" fmla="*/ 0 h 5061646"/>
                <a:gd name="connsiteX0" fmla="*/ 1032388 w 1398147"/>
                <a:gd name="connsiteY0" fmla="*/ 0 h 5079344"/>
                <a:gd name="connsiteX1" fmla="*/ 1398147 w 1398147"/>
                <a:gd name="connsiteY1" fmla="*/ 1881894 h 5079344"/>
                <a:gd name="connsiteX2" fmla="*/ 0 w 1398147"/>
                <a:gd name="connsiteY2" fmla="*/ 5079344 h 5079344"/>
                <a:gd name="connsiteX3" fmla="*/ 1032388 w 1398147"/>
                <a:gd name="connsiteY3" fmla="*/ 0 h 5079344"/>
                <a:gd name="connsiteX0" fmla="*/ 1032388 w 1398147"/>
                <a:gd name="connsiteY0" fmla="*/ 0 h 5089936"/>
                <a:gd name="connsiteX1" fmla="*/ 1398147 w 1398147"/>
                <a:gd name="connsiteY1" fmla="*/ 1881894 h 5089936"/>
                <a:gd name="connsiteX2" fmla="*/ 0 w 1398147"/>
                <a:gd name="connsiteY2" fmla="*/ 5089936 h 5089936"/>
                <a:gd name="connsiteX3" fmla="*/ 1032388 w 1398147"/>
                <a:gd name="connsiteY3" fmla="*/ 0 h 5089936"/>
                <a:gd name="connsiteX0" fmla="*/ 1039450 w 1405209"/>
                <a:gd name="connsiteY0" fmla="*/ 0 h 5089936"/>
                <a:gd name="connsiteX1" fmla="*/ 1405209 w 1405209"/>
                <a:gd name="connsiteY1" fmla="*/ 1881894 h 5089936"/>
                <a:gd name="connsiteX2" fmla="*/ 0 w 1405209"/>
                <a:gd name="connsiteY2" fmla="*/ 5089936 h 5089936"/>
                <a:gd name="connsiteX3" fmla="*/ 1039450 w 1405209"/>
                <a:gd name="connsiteY3" fmla="*/ 0 h 5089936"/>
                <a:gd name="connsiteX0" fmla="*/ 1039450 w 1405209"/>
                <a:gd name="connsiteY0" fmla="*/ 0 h 5089936"/>
                <a:gd name="connsiteX1" fmla="*/ 1405209 w 1405209"/>
                <a:gd name="connsiteY1" fmla="*/ 1891419 h 5089936"/>
                <a:gd name="connsiteX2" fmla="*/ 0 w 1405209"/>
                <a:gd name="connsiteY2" fmla="*/ 5089936 h 5089936"/>
                <a:gd name="connsiteX3" fmla="*/ 1039450 w 1405209"/>
                <a:gd name="connsiteY3" fmla="*/ 0 h 5089936"/>
                <a:gd name="connsiteX0" fmla="*/ 1039450 w 1405209"/>
                <a:gd name="connsiteY0" fmla="*/ 0 h 5089936"/>
                <a:gd name="connsiteX1" fmla="*/ 1405209 w 1405209"/>
                <a:gd name="connsiteY1" fmla="*/ 1891419 h 5089936"/>
                <a:gd name="connsiteX2" fmla="*/ 0 w 1405209"/>
                <a:gd name="connsiteY2" fmla="*/ 5089936 h 5089936"/>
                <a:gd name="connsiteX3" fmla="*/ 8890 w 1405209"/>
                <a:gd name="connsiteY3" fmla="*/ 5081754 h 5089936"/>
                <a:gd name="connsiteX4" fmla="*/ 1039450 w 1405209"/>
                <a:gd name="connsiteY4" fmla="*/ 0 h 5089936"/>
                <a:gd name="connsiteX0" fmla="*/ 1041582 w 1407341"/>
                <a:gd name="connsiteY0" fmla="*/ 0 h 5098422"/>
                <a:gd name="connsiteX1" fmla="*/ 1407341 w 1407341"/>
                <a:gd name="connsiteY1" fmla="*/ 1891419 h 5098422"/>
                <a:gd name="connsiteX2" fmla="*/ 2132 w 1407341"/>
                <a:gd name="connsiteY2" fmla="*/ 5089936 h 5098422"/>
                <a:gd name="connsiteX3" fmla="*/ 719 w 1407341"/>
                <a:gd name="connsiteY3" fmla="*/ 5097208 h 5098422"/>
                <a:gd name="connsiteX4" fmla="*/ 1041582 w 1407341"/>
                <a:gd name="connsiteY4" fmla="*/ 0 h 5098422"/>
                <a:gd name="connsiteX0" fmla="*/ 1034758 w 1407341"/>
                <a:gd name="connsiteY0" fmla="*/ 0 h 5098422"/>
                <a:gd name="connsiteX1" fmla="*/ 1407341 w 1407341"/>
                <a:gd name="connsiteY1" fmla="*/ 1891419 h 5098422"/>
                <a:gd name="connsiteX2" fmla="*/ 2132 w 1407341"/>
                <a:gd name="connsiteY2" fmla="*/ 5089936 h 5098422"/>
                <a:gd name="connsiteX3" fmla="*/ 719 w 1407341"/>
                <a:gd name="connsiteY3" fmla="*/ 5097208 h 5098422"/>
                <a:gd name="connsiteX4" fmla="*/ 1034758 w 1407341"/>
                <a:gd name="connsiteY4" fmla="*/ 0 h 5098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7341" h="5098422">
                  <a:moveTo>
                    <a:pt x="1034758" y="0"/>
                  </a:moveTo>
                  <a:lnTo>
                    <a:pt x="1407341" y="1891419"/>
                  </a:lnTo>
                  <a:lnTo>
                    <a:pt x="2132" y="5089936"/>
                  </a:lnTo>
                  <a:cubicBezTo>
                    <a:pt x="5095" y="5083774"/>
                    <a:pt x="-2244" y="5103370"/>
                    <a:pt x="719" y="5097208"/>
                  </a:cubicBezTo>
                  <a:lnTo>
                    <a:pt x="1034758" y="0"/>
                  </a:lnTo>
                  <a:close/>
                </a:path>
              </a:pathLst>
            </a:custGeom>
            <a:gradFill>
              <a:gsLst>
                <a:gs pos="100000">
                  <a:schemeClr val="accent3"/>
                </a:gs>
                <a:gs pos="44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2" name="Freeform 31"/>
            <p:cNvSpPr/>
            <p:nvPr/>
          </p:nvSpPr>
          <p:spPr>
            <a:xfrm>
              <a:off x="8694845" y="2426110"/>
              <a:ext cx="2293341" cy="4440419"/>
            </a:xfrm>
            <a:custGeom>
              <a:avLst/>
              <a:gdLst>
                <a:gd name="connsiteX0" fmla="*/ 958645 w 2263877"/>
                <a:gd name="connsiteY0" fmla="*/ 0 h 4424516"/>
                <a:gd name="connsiteX1" fmla="*/ 2263877 w 2263877"/>
                <a:gd name="connsiteY1" fmla="*/ 1393722 h 4424516"/>
                <a:gd name="connsiteX2" fmla="*/ 0 w 2263877"/>
                <a:gd name="connsiteY2" fmla="*/ 4424516 h 4424516"/>
                <a:gd name="connsiteX3" fmla="*/ 958645 w 2263877"/>
                <a:gd name="connsiteY3" fmla="*/ 0 h 4424516"/>
                <a:gd name="connsiteX0" fmla="*/ 958645 w 2269487"/>
                <a:gd name="connsiteY0" fmla="*/ 0 h 4424516"/>
                <a:gd name="connsiteX1" fmla="*/ 2269487 w 2269487"/>
                <a:gd name="connsiteY1" fmla="*/ 1388112 h 4424516"/>
                <a:gd name="connsiteX2" fmla="*/ 0 w 2269487"/>
                <a:gd name="connsiteY2" fmla="*/ 4424516 h 4424516"/>
                <a:gd name="connsiteX3" fmla="*/ 958645 w 2269487"/>
                <a:gd name="connsiteY3" fmla="*/ 0 h 4424516"/>
                <a:gd name="connsiteX0" fmla="*/ 982499 w 2293341"/>
                <a:gd name="connsiteY0" fmla="*/ 0 h 4440419"/>
                <a:gd name="connsiteX1" fmla="*/ 2293341 w 2293341"/>
                <a:gd name="connsiteY1" fmla="*/ 1388112 h 4440419"/>
                <a:gd name="connsiteX2" fmla="*/ 0 w 2293341"/>
                <a:gd name="connsiteY2" fmla="*/ 4440419 h 4440419"/>
                <a:gd name="connsiteX3" fmla="*/ 982499 w 2293341"/>
                <a:gd name="connsiteY3" fmla="*/ 0 h 4440419"/>
              </a:gdLst>
              <a:ahLst/>
              <a:cxnLst>
                <a:cxn ang="0">
                  <a:pos x="connsiteX0" y="connsiteY0"/>
                </a:cxn>
                <a:cxn ang="0">
                  <a:pos x="connsiteX1" y="connsiteY1"/>
                </a:cxn>
                <a:cxn ang="0">
                  <a:pos x="connsiteX2" y="connsiteY2"/>
                </a:cxn>
                <a:cxn ang="0">
                  <a:pos x="connsiteX3" y="connsiteY3"/>
                </a:cxn>
              </a:cxnLst>
              <a:rect l="l" t="t" r="r" b="b"/>
              <a:pathLst>
                <a:path w="2293341" h="4440419">
                  <a:moveTo>
                    <a:pt x="982499" y="0"/>
                  </a:moveTo>
                  <a:lnTo>
                    <a:pt x="2293341" y="1388112"/>
                  </a:lnTo>
                  <a:lnTo>
                    <a:pt x="0" y="4440419"/>
                  </a:lnTo>
                  <a:lnTo>
                    <a:pt x="982499" y="0"/>
                  </a:lnTo>
                  <a:close/>
                </a:path>
              </a:pathLst>
            </a:custGeom>
            <a:gradFill>
              <a:gsLst>
                <a:gs pos="100000">
                  <a:schemeClr val="accent3"/>
                </a:gs>
                <a:gs pos="2900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3" name="Freeform 32"/>
            <p:cNvSpPr/>
            <p:nvPr/>
          </p:nvSpPr>
          <p:spPr>
            <a:xfrm>
              <a:off x="9669015" y="1066800"/>
              <a:ext cx="2530575" cy="2762250"/>
            </a:xfrm>
            <a:custGeom>
              <a:avLst/>
              <a:gdLst>
                <a:gd name="connsiteX0" fmla="*/ 2481262 w 2481262"/>
                <a:gd name="connsiteY0" fmla="*/ 0 h 2762250"/>
                <a:gd name="connsiteX1" fmla="*/ 0 w 2481262"/>
                <a:gd name="connsiteY1" fmla="*/ 1371600 h 2762250"/>
                <a:gd name="connsiteX2" fmla="*/ 1309687 w 2481262"/>
                <a:gd name="connsiteY2" fmla="*/ 2762250 h 2762250"/>
                <a:gd name="connsiteX3" fmla="*/ 2481262 w 2481262"/>
                <a:gd name="connsiteY3" fmla="*/ 0 h 2762250"/>
                <a:gd name="connsiteX0" fmla="*/ 2481262 w 2481262"/>
                <a:gd name="connsiteY0" fmla="*/ 0 h 2762250"/>
                <a:gd name="connsiteX1" fmla="*/ 0 w 2481262"/>
                <a:gd name="connsiteY1" fmla="*/ 1371600 h 2762250"/>
                <a:gd name="connsiteX2" fmla="*/ 1292857 w 2481262"/>
                <a:gd name="connsiteY2" fmla="*/ 2762250 h 2762250"/>
                <a:gd name="connsiteX3" fmla="*/ 2481262 w 2481262"/>
                <a:gd name="connsiteY3" fmla="*/ 0 h 2762250"/>
                <a:gd name="connsiteX0" fmla="*/ 2509311 w 2509311"/>
                <a:gd name="connsiteY0" fmla="*/ 0 h 2762250"/>
                <a:gd name="connsiteX1" fmla="*/ 0 w 2509311"/>
                <a:gd name="connsiteY1" fmla="*/ 1354771 h 2762250"/>
                <a:gd name="connsiteX2" fmla="*/ 1320906 w 2509311"/>
                <a:gd name="connsiteY2" fmla="*/ 2762250 h 2762250"/>
                <a:gd name="connsiteX3" fmla="*/ 2509311 w 2509311"/>
                <a:gd name="connsiteY3" fmla="*/ 0 h 2762250"/>
                <a:gd name="connsiteX0" fmla="*/ 2519943 w 2519943"/>
                <a:gd name="connsiteY0" fmla="*/ 0 h 2762250"/>
                <a:gd name="connsiteX1" fmla="*/ 0 w 2519943"/>
                <a:gd name="connsiteY1" fmla="*/ 1354771 h 2762250"/>
                <a:gd name="connsiteX2" fmla="*/ 1320906 w 2519943"/>
                <a:gd name="connsiteY2" fmla="*/ 2762250 h 2762250"/>
                <a:gd name="connsiteX3" fmla="*/ 2519943 w 2519943"/>
                <a:gd name="connsiteY3" fmla="*/ 0 h 2762250"/>
                <a:gd name="connsiteX0" fmla="*/ 2530575 w 2530575"/>
                <a:gd name="connsiteY0" fmla="*/ 0 h 2762250"/>
                <a:gd name="connsiteX1" fmla="*/ 0 w 2530575"/>
                <a:gd name="connsiteY1" fmla="*/ 1354771 h 2762250"/>
                <a:gd name="connsiteX2" fmla="*/ 1320906 w 2530575"/>
                <a:gd name="connsiteY2" fmla="*/ 2762250 h 2762250"/>
                <a:gd name="connsiteX3" fmla="*/ 2530575 w 2530575"/>
                <a:gd name="connsiteY3" fmla="*/ 0 h 2762250"/>
              </a:gdLst>
              <a:ahLst/>
              <a:cxnLst>
                <a:cxn ang="0">
                  <a:pos x="connsiteX0" y="connsiteY0"/>
                </a:cxn>
                <a:cxn ang="0">
                  <a:pos x="connsiteX1" y="connsiteY1"/>
                </a:cxn>
                <a:cxn ang="0">
                  <a:pos x="connsiteX2" y="connsiteY2"/>
                </a:cxn>
                <a:cxn ang="0">
                  <a:pos x="connsiteX3" y="connsiteY3"/>
                </a:cxn>
              </a:cxnLst>
              <a:rect l="l" t="t" r="r" b="b"/>
              <a:pathLst>
                <a:path w="2530575" h="2762250">
                  <a:moveTo>
                    <a:pt x="2530575" y="0"/>
                  </a:moveTo>
                  <a:lnTo>
                    <a:pt x="0" y="1354771"/>
                  </a:lnTo>
                  <a:lnTo>
                    <a:pt x="1320906" y="2762250"/>
                  </a:lnTo>
                  <a:lnTo>
                    <a:pt x="2530575" y="0"/>
                  </a:lnTo>
                  <a:close/>
                </a:path>
              </a:pathLst>
            </a:custGeom>
            <a:gradFill>
              <a:gsLst>
                <a:gs pos="100000">
                  <a:schemeClr val="accent3"/>
                </a:gs>
                <a:gs pos="44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4" name="Freeform 33"/>
            <p:cNvSpPr/>
            <p:nvPr/>
          </p:nvSpPr>
          <p:spPr>
            <a:xfrm>
              <a:off x="3317358" y="-5316"/>
              <a:ext cx="4354033" cy="1222744"/>
            </a:xfrm>
            <a:custGeom>
              <a:avLst/>
              <a:gdLst>
                <a:gd name="connsiteX0" fmla="*/ 0 w 4354033"/>
                <a:gd name="connsiteY0" fmla="*/ 0 h 1217428"/>
                <a:gd name="connsiteX1" fmla="*/ 3067493 w 4354033"/>
                <a:gd name="connsiteY1" fmla="*/ 10632 h 1217428"/>
                <a:gd name="connsiteX2" fmla="*/ 4354033 w 4354033"/>
                <a:gd name="connsiteY2" fmla="*/ 1217428 h 1217428"/>
                <a:gd name="connsiteX3" fmla="*/ 0 w 4354033"/>
                <a:gd name="connsiteY3" fmla="*/ 0 h 1217428"/>
                <a:gd name="connsiteX0" fmla="*/ 0 w 4354033"/>
                <a:gd name="connsiteY0" fmla="*/ 0 h 1217428"/>
                <a:gd name="connsiteX1" fmla="*/ 3088758 w 4354033"/>
                <a:gd name="connsiteY1" fmla="*/ 10632 h 1217428"/>
                <a:gd name="connsiteX2" fmla="*/ 4354033 w 4354033"/>
                <a:gd name="connsiteY2" fmla="*/ 1217428 h 1217428"/>
                <a:gd name="connsiteX3" fmla="*/ 0 w 4354033"/>
                <a:gd name="connsiteY3" fmla="*/ 0 h 1217428"/>
                <a:gd name="connsiteX0" fmla="*/ 0 w 4375298"/>
                <a:gd name="connsiteY0" fmla="*/ 0 h 1217428"/>
                <a:gd name="connsiteX1" fmla="*/ 3088758 w 4375298"/>
                <a:gd name="connsiteY1" fmla="*/ 10632 h 1217428"/>
                <a:gd name="connsiteX2" fmla="*/ 4375298 w 4375298"/>
                <a:gd name="connsiteY2" fmla="*/ 1217428 h 1217428"/>
                <a:gd name="connsiteX3" fmla="*/ 0 w 4375298"/>
                <a:gd name="connsiteY3" fmla="*/ 0 h 1217428"/>
                <a:gd name="connsiteX0" fmla="*/ 0 w 4364666"/>
                <a:gd name="connsiteY0" fmla="*/ 0 h 1217428"/>
                <a:gd name="connsiteX1" fmla="*/ 3088758 w 4364666"/>
                <a:gd name="connsiteY1" fmla="*/ 10632 h 1217428"/>
                <a:gd name="connsiteX2" fmla="*/ 4364666 w 4364666"/>
                <a:gd name="connsiteY2" fmla="*/ 1217428 h 1217428"/>
                <a:gd name="connsiteX3" fmla="*/ 0 w 4364666"/>
                <a:gd name="connsiteY3" fmla="*/ 0 h 1217428"/>
                <a:gd name="connsiteX0" fmla="*/ 0 w 4354033"/>
                <a:gd name="connsiteY0" fmla="*/ 0 h 1222744"/>
                <a:gd name="connsiteX1" fmla="*/ 3088758 w 4354033"/>
                <a:gd name="connsiteY1" fmla="*/ 10632 h 1222744"/>
                <a:gd name="connsiteX2" fmla="*/ 4354033 w 4354033"/>
                <a:gd name="connsiteY2" fmla="*/ 1222744 h 1222744"/>
                <a:gd name="connsiteX3" fmla="*/ 0 w 4354033"/>
                <a:gd name="connsiteY3" fmla="*/ 0 h 1222744"/>
                <a:gd name="connsiteX0" fmla="*/ 0 w 4354033"/>
                <a:gd name="connsiteY0" fmla="*/ 5317 h 1228061"/>
                <a:gd name="connsiteX1" fmla="*/ 3083442 w 4354033"/>
                <a:gd name="connsiteY1" fmla="*/ 0 h 1228061"/>
                <a:gd name="connsiteX2" fmla="*/ 4354033 w 4354033"/>
                <a:gd name="connsiteY2" fmla="*/ 1228061 h 1228061"/>
                <a:gd name="connsiteX3" fmla="*/ 0 w 4354033"/>
                <a:gd name="connsiteY3" fmla="*/ 5317 h 1228061"/>
                <a:gd name="connsiteX0" fmla="*/ 0 w 4354033"/>
                <a:gd name="connsiteY0" fmla="*/ 0 h 1222744"/>
                <a:gd name="connsiteX1" fmla="*/ 3094074 w 4354033"/>
                <a:gd name="connsiteY1" fmla="*/ 5315 h 1222744"/>
                <a:gd name="connsiteX2" fmla="*/ 4354033 w 4354033"/>
                <a:gd name="connsiteY2" fmla="*/ 1222744 h 1222744"/>
                <a:gd name="connsiteX3" fmla="*/ 0 w 4354033"/>
                <a:gd name="connsiteY3" fmla="*/ 0 h 1222744"/>
              </a:gdLst>
              <a:ahLst/>
              <a:cxnLst>
                <a:cxn ang="0">
                  <a:pos x="connsiteX0" y="connsiteY0"/>
                </a:cxn>
                <a:cxn ang="0">
                  <a:pos x="connsiteX1" y="connsiteY1"/>
                </a:cxn>
                <a:cxn ang="0">
                  <a:pos x="connsiteX2" y="connsiteY2"/>
                </a:cxn>
                <a:cxn ang="0">
                  <a:pos x="connsiteX3" y="connsiteY3"/>
                </a:cxn>
              </a:cxnLst>
              <a:rect l="l" t="t" r="r" b="b"/>
              <a:pathLst>
                <a:path w="4354033" h="1222744">
                  <a:moveTo>
                    <a:pt x="0" y="0"/>
                  </a:moveTo>
                  <a:lnTo>
                    <a:pt x="3094074" y="5315"/>
                  </a:lnTo>
                  <a:lnTo>
                    <a:pt x="4354033" y="1222744"/>
                  </a:lnTo>
                  <a:lnTo>
                    <a:pt x="0" y="0"/>
                  </a:lnTo>
                  <a:close/>
                </a:path>
              </a:pathLst>
            </a:custGeom>
            <a:gradFill>
              <a:gsLst>
                <a:gs pos="100000">
                  <a:schemeClr val="accent3"/>
                </a:gs>
                <a:gs pos="8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34"/>
            <p:cNvSpPr/>
            <p:nvPr/>
          </p:nvSpPr>
          <p:spPr>
            <a:xfrm>
              <a:off x="8690614" y="3782459"/>
              <a:ext cx="2818349" cy="3087424"/>
            </a:xfrm>
            <a:custGeom>
              <a:avLst/>
              <a:gdLst>
                <a:gd name="connsiteX0" fmla="*/ 2270113 w 2753791"/>
                <a:gd name="connsiteY0" fmla="*/ 0 h 3029171"/>
                <a:gd name="connsiteX1" fmla="*/ 0 w 2753791"/>
                <a:gd name="connsiteY1" fmla="*/ 3025640 h 3029171"/>
                <a:gd name="connsiteX2" fmla="*/ 2753791 w 2753791"/>
                <a:gd name="connsiteY2" fmla="*/ 3029171 h 3029171"/>
                <a:gd name="connsiteX3" fmla="*/ 2270113 w 2753791"/>
                <a:gd name="connsiteY3" fmla="*/ 0 h 3029171"/>
                <a:gd name="connsiteX0" fmla="*/ 2247810 w 2753791"/>
                <a:gd name="connsiteY0" fmla="*/ 0 h 3073776"/>
                <a:gd name="connsiteX1" fmla="*/ 0 w 2753791"/>
                <a:gd name="connsiteY1" fmla="*/ 3070245 h 3073776"/>
                <a:gd name="connsiteX2" fmla="*/ 2753791 w 2753791"/>
                <a:gd name="connsiteY2" fmla="*/ 3073776 h 3073776"/>
                <a:gd name="connsiteX3" fmla="*/ 2247810 w 2753791"/>
                <a:gd name="connsiteY3" fmla="*/ 0 h 3073776"/>
                <a:gd name="connsiteX0" fmla="*/ 2311420 w 2817401"/>
                <a:gd name="connsiteY0" fmla="*/ 0 h 3073776"/>
                <a:gd name="connsiteX1" fmla="*/ 0 w 2817401"/>
                <a:gd name="connsiteY1" fmla="*/ 3062294 h 3073776"/>
                <a:gd name="connsiteX2" fmla="*/ 2817401 w 2817401"/>
                <a:gd name="connsiteY2" fmla="*/ 3073776 h 3073776"/>
                <a:gd name="connsiteX3" fmla="*/ 2311420 w 2817401"/>
                <a:gd name="connsiteY3" fmla="*/ 0 h 3073776"/>
                <a:gd name="connsiteX0" fmla="*/ 2311420 w 2817401"/>
                <a:gd name="connsiteY0" fmla="*/ 0 h 3089589"/>
                <a:gd name="connsiteX1" fmla="*/ 0 w 2817401"/>
                <a:gd name="connsiteY1" fmla="*/ 3089589 h 3089589"/>
                <a:gd name="connsiteX2" fmla="*/ 2817401 w 2817401"/>
                <a:gd name="connsiteY2" fmla="*/ 3073776 h 3089589"/>
                <a:gd name="connsiteX3" fmla="*/ 2311420 w 2817401"/>
                <a:gd name="connsiteY3" fmla="*/ 0 h 3089589"/>
                <a:gd name="connsiteX0" fmla="*/ 2306657 w 2812638"/>
                <a:gd name="connsiteY0" fmla="*/ 0 h 3089589"/>
                <a:gd name="connsiteX1" fmla="*/ 0 w 2812638"/>
                <a:gd name="connsiteY1" fmla="*/ 3089589 h 3089589"/>
                <a:gd name="connsiteX2" fmla="*/ 2812638 w 2812638"/>
                <a:gd name="connsiteY2" fmla="*/ 3073776 h 3089589"/>
                <a:gd name="connsiteX3" fmla="*/ 2306657 w 2812638"/>
                <a:gd name="connsiteY3" fmla="*/ 0 h 3089589"/>
                <a:gd name="connsiteX0" fmla="*/ 2306657 w 2812638"/>
                <a:gd name="connsiteY0" fmla="*/ 0 h 3084826"/>
                <a:gd name="connsiteX1" fmla="*/ 0 w 2812638"/>
                <a:gd name="connsiteY1" fmla="*/ 3084826 h 3084826"/>
                <a:gd name="connsiteX2" fmla="*/ 2812638 w 2812638"/>
                <a:gd name="connsiteY2" fmla="*/ 3073776 h 3084826"/>
                <a:gd name="connsiteX3" fmla="*/ 2306657 w 2812638"/>
                <a:gd name="connsiteY3" fmla="*/ 0 h 3084826"/>
                <a:gd name="connsiteX0" fmla="*/ 2292370 w 2798351"/>
                <a:gd name="connsiteY0" fmla="*/ 0 h 3084826"/>
                <a:gd name="connsiteX1" fmla="*/ 0 w 2798351"/>
                <a:gd name="connsiteY1" fmla="*/ 3084826 h 3084826"/>
                <a:gd name="connsiteX2" fmla="*/ 2798351 w 2798351"/>
                <a:gd name="connsiteY2" fmla="*/ 3073776 h 3084826"/>
                <a:gd name="connsiteX3" fmla="*/ 2292370 w 2798351"/>
                <a:gd name="connsiteY3" fmla="*/ 0 h 3084826"/>
                <a:gd name="connsiteX0" fmla="*/ 2298720 w 2804701"/>
                <a:gd name="connsiteY0" fmla="*/ 0 h 3084826"/>
                <a:gd name="connsiteX1" fmla="*/ 0 w 2804701"/>
                <a:gd name="connsiteY1" fmla="*/ 3084826 h 3084826"/>
                <a:gd name="connsiteX2" fmla="*/ 2804701 w 2804701"/>
                <a:gd name="connsiteY2" fmla="*/ 3073776 h 3084826"/>
                <a:gd name="connsiteX3" fmla="*/ 2298720 w 2804701"/>
                <a:gd name="connsiteY3" fmla="*/ 0 h 3084826"/>
                <a:gd name="connsiteX0" fmla="*/ 2298720 w 2804701"/>
                <a:gd name="connsiteY0" fmla="*/ 0 h 3084826"/>
                <a:gd name="connsiteX1" fmla="*/ 0 w 2804701"/>
                <a:gd name="connsiteY1" fmla="*/ 3084826 h 3084826"/>
                <a:gd name="connsiteX2" fmla="*/ 2804701 w 2804701"/>
                <a:gd name="connsiteY2" fmla="*/ 3073776 h 3084826"/>
                <a:gd name="connsiteX3" fmla="*/ 2298720 w 2804701"/>
                <a:gd name="connsiteY3" fmla="*/ 0 h 3084826"/>
                <a:gd name="connsiteX0" fmla="*/ 2311420 w 2804701"/>
                <a:gd name="connsiteY0" fmla="*/ 0 h 3084826"/>
                <a:gd name="connsiteX1" fmla="*/ 0 w 2804701"/>
                <a:gd name="connsiteY1" fmla="*/ 3084826 h 3084826"/>
                <a:gd name="connsiteX2" fmla="*/ 2804701 w 2804701"/>
                <a:gd name="connsiteY2" fmla="*/ 3073776 h 3084826"/>
                <a:gd name="connsiteX3" fmla="*/ 2311420 w 2804701"/>
                <a:gd name="connsiteY3" fmla="*/ 0 h 3084826"/>
                <a:gd name="connsiteX0" fmla="*/ 2311420 w 2804701"/>
                <a:gd name="connsiteY0" fmla="*/ 0 h 3087424"/>
                <a:gd name="connsiteX1" fmla="*/ 0 w 2804701"/>
                <a:gd name="connsiteY1" fmla="*/ 3084826 h 3087424"/>
                <a:gd name="connsiteX2" fmla="*/ 2804701 w 2804701"/>
                <a:gd name="connsiteY2" fmla="*/ 3087424 h 3087424"/>
                <a:gd name="connsiteX3" fmla="*/ 2311420 w 2804701"/>
                <a:gd name="connsiteY3" fmla="*/ 0 h 3087424"/>
                <a:gd name="connsiteX0" fmla="*/ 2311420 w 2818349"/>
                <a:gd name="connsiteY0" fmla="*/ 0 h 3087424"/>
                <a:gd name="connsiteX1" fmla="*/ 0 w 2818349"/>
                <a:gd name="connsiteY1" fmla="*/ 3084826 h 3087424"/>
                <a:gd name="connsiteX2" fmla="*/ 2818349 w 2818349"/>
                <a:gd name="connsiteY2" fmla="*/ 3087424 h 3087424"/>
                <a:gd name="connsiteX3" fmla="*/ 2311420 w 2818349"/>
                <a:gd name="connsiteY3" fmla="*/ 0 h 3087424"/>
              </a:gdLst>
              <a:ahLst/>
              <a:cxnLst>
                <a:cxn ang="0">
                  <a:pos x="connsiteX0" y="connsiteY0"/>
                </a:cxn>
                <a:cxn ang="0">
                  <a:pos x="connsiteX1" y="connsiteY1"/>
                </a:cxn>
                <a:cxn ang="0">
                  <a:pos x="connsiteX2" y="connsiteY2"/>
                </a:cxn>
                <a:cxn ang="0">
                  <a:pos x="connsiteX3" y="connsiteY3"/>
                </a:cxn>
              </a:cxnLst>
              <a:rect l="l" t="t" r="r" b="b"/>
              <a:pathLst>
                <a:path w="2818349" h="3087424">
                  <a:moveTo>
                    <a:pt x="2311420" y="0"/>
                  </a:moveTo>
                  <a:lnTo>
                    <a:pt x="0" y="3084826"/>
                  </a:lnTo>
                  <a:lnTo>
                    <a:pt x="2818349" y="3087424"/>
                  </a:lnTo>
                  <a:lnTo>
                    <a:pt x="2311420" y="0"/>
                  </a:lnTo>
                  <a:close/>
                </a:path>
              </a:pathLst>
            </a:custGeom>
            <a:gradFill>
              <a:gsLst>
                <a:gs pos="100000">
                  <a:schemeClr val="accent3"/>
                </a:gs>
                <a:gs pos="32000">
                  <a:schemeClr val="accent2"/>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6" name="Freeform 35"/>
            <p:cNvSpPr/>
            <p:nvPr/>
          </p:nvSpPr>
          <p:spPr>
            <a:xfrm>
              <a:off x="7660347" y="1094096"/>
              <a:ext cx="4531653" cy="1344304"/>
            </a:xfrm>
            <a:custGeom>
              <a:avLst/>
              <a:gdLst>
                <a:gd name="connsiteX0" fmla="*/ 0 w 4533900"/>
                <a:gd name="connsiteY0" fmla="*/ 142875 h 1371600"/>
                <a:gd name="connsiteX1" fmla="*/ 4533900 w 4533900"/>
                <a:gd name="connsiteY1" fmla="*/ 0 h 1371600"/>
                <a:gd name="connsiteX2" fmla="*/ 2043113 w 4533900"/>
                <a:gd name="connsiteY2" fmla="*/ 1371600 h 1371600"/>
                <a:gd name="connsiteX3" fmla="*/ 0 w 4533900"/>
                <a:gd name="connsiteY3" fmla="*/ 142875 h 1371600"/>
                <a:gd name="connsiteX0" fmla="*/ 0 w 4533900"/>
                <a:gd name="connsiteY0" fmla="*/ 142875 h 1371600"/>
                <a:gd name="connsiteX1" fmla="*/ 4533900 w 4533900"/>
                <a:gd name="connsiteY1" fmla="*/ 0 h 1371600"/>
                <a:gd name="connsiteX2" fmla="*/ 2021848 w 4533900"/>
                <a:gd name="connsiteY2" fmla="*/ 1371600 h 1371600"/>
                <a:gd name="connsiteX3" fmla="*/ 0 w 4533900"/>
                <a:gd name="connsiteY3" fmla="*/ 142875 h 1371600"/>
                <a:gd name="connsiteX0" fmla="*/ 0 w 4544532"/>
                <a:gd name="connsiteY0" fmla="*/ 153508 h 1371600"/>
                <a:gd name="connsiteX1" fmla="*/ 4544532 w 4544532"/>
                <a:gd name="connsiteY1" fmla="*/ 0 h 1371600"/>
                <a:gd name="connsiteX2" fmla="*/ 2032480 w 4544532"/>
                <a:gd name="connsiteY2" fmla="*/ 1371600 h 1371600"/>
                <a:gd name="connsiteX3" fmla="*/ 0 w 4544532"/>
                <a:gd name="connsiteY3" fmla="*/ 153508 h 1371600"/>
                <a:gd name="connsiteX0" fmla="*/ 0 w 4544532"/>
                <a:gd name="connsiteY0" fmla="*/ 142875 h 1371600"/>
                <a:gd name="connsiteX1" fmla="*/ 4544532 w 4544532"/>
                <a:gd name="connsiteY1" fmla="*/ 0 h 1371600"/>
                <a:gd name="connsiteX2" fmla="*/ 2032480 w 4544532"/>
                <a:gd name="connsiteY2" fmla="*/ 1371600 h 1371600"/>
                <a:gd name="connsiteX3" fmla="*/ 0 w 4544532"/>
                <a:gd name="connsiteY3" fmla="*/ 142875 h 1371600"/>
                <a:gd name="connsiteX0" fmla="*/ 0 w 4536805"/>
                <a:gd name="connsiteY0" fmla="*/ 148026 h 1371600"/>
                <a:gd name="connsiteX1" fmla="*/ 4536805 w 4536805"/>
                <a:gd name="connsiteY1" fmla="*/ 0 h 1371600"/>
                <a:gd name="connsiteX2" fmla="*/ 2024753 w 4536805"/>
                <a:gd name="connsiteY2" fmla="*/ 1371600 h 1371600"/>
                <a:gd name="connsiteX3" fmla="*/ 0 w 4536805"/>
                <a:gd name="connsiteY3" fmla="*/ 148026 h 1371600"/>
                <a:gd name="connsiteX0" fmla="*/ 0 w 4531653"/>
                <a:gd name="connsiteY0" fmla="*/ 142874 h 1371600"/>
                <a:gd name="connsiteX1" fmla="*/ 4531653 w 4531653"/>
                <a:gd name="connsiteY1" fmla="*/ 0 h 1371600"/>
                <a:gd name="connsiteX2" fmla="*/ 2019601 w 4531653"/>
                <a:gd name="connsiteY2" fmla="*/ 1371600 h 1371600"/>
                <a:gd name="connsiteX3" fmla="*/ 0 w 4531653"/>
                <a:gd name="connsiteY3" fmla="*/ 142874 h 1371600"/>
                <a:gd name="connsiteX0" fmla="*/ 0 w 3944799"/>
                <a:gd name="connsiteY0" fmla="*/ 33692 h 1262418"/>
                <a:gd name="connsiteX1" fmla="*/ 3944799 w 3944799"/>
                <a:gd name="connsiteY1" fmla="*/ 0 h 1262418"/>
                <a:gd name="connsiteX2" fmla="*/ 2019601 w 3944799"/>
                <a:gd name="connsiteY2" fmla="*/ 1262418 h 1262418"/>
                <a:gd name="connsiteX3" fmla="*/ 0 w 3944799"/>
                <a:gd name="connsiteY3" fmla="*/ 33692 h 1262418"/>
                <a:gd name="connsiteX0" fmla="*/ 0 w 4531653"/>
                <a:gd name="connsiteY0" fmla="*/ 115578 h 1344304"/>
                <a:gd name="connsiteX1" fmla="*/ 4531653 w 4531653"/>
                <a:gd name="connsiteY1" fmla="*/ 0 h 1344304"/>
                <a:gd name="connsiteX2" fmla="*/ 2019601 w 4531653"/>
                <a:gd name="connsiteY2" fmla="*/ 1344304 h 1344304"/>
                <a:gd name="connsiteX3" fmla="*/ 0 w 4531653"/>
                <a:gd name="connsiteY3" fmla="*/ 115578 h 1344304"/>
              </a:gdLst>
              <a:ahLst/>
              <a:cxnLst>
                <a:cxn ang="0">
                  <a:pos x="connsiteX0" y="connsiteY0"/>
                </a:cxn>
                <a:cxn ang="0">
                  <a:pos x="connsiteX1" y="connsiteY1"/>
                </a:cxn>
                <a:cxn ang="0">
                  <a:pos x="connsiteX2" y="connsiteY2"/>
                </a:cxn>
                <a:cxn ang="0">
                  <a:pos x="connsiteX3" y="connsiteY3"/>
                </a:cxn>
              </a:cxnLst>
              <a:rect l="l" t="t" r="r" b="b"/>
              <a:pathLst>
                <a:path w="4531653" h="1344304">
                  <a:moveTo>
                    <a:pt x="0" y="115578"/>
                  </a:moveTo>
                  <a:lnTo>
                    <a:pt x="4531653" y="0"/>
                  </a:lnTo>
                  <a:lnTo>
                    <a:pt x="2019601" y="1344304"/>
                  </a:lnTo>
                  <a:lnTo>
                    <a:pt x="0" y="115578"/>
                  </a:lnTo>
                  <a:close/>
                </a:path>
              </a:pathLst>
            </a:custGeom>
            <a:gradFill>
              <a:gsLst>
                <a:gs pos="100000">
                  <a:schemeClr val="accent3"/>
                </a:gs>
                <a:gs pos="44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7" name="Freeform 36"/>
            <p:cNvSpPr/>
            <p:nvPr/>
          </p:nvSpPr>
          <p:spPr>
            <a:xfrm>
              <a:off x="4067336" y="4700371"/>
              <a:ext cx="4645354" cy="2166557"/>
            </a:xfrm>
            <a:custGeom>
              <a:avLst/>
              <a:gdLst>
                <a:gd name="connsiteX0" fmla="*/ 0 w 4632158"/>
                <a:gd name="connsiteY0" fmla="*/ 1239253 h 2129590"/>
                <a:gd name="connsiteX1" fmla="*/ 3645569 w 4632158"/>
                <a:gd name="connsiteY1" fmla="*/ 0 h 2129590"/>
                <a:gd name="connsiteX2" fmla="*/ 4632158 w 4632158"/>
                <a:gd name="connsiteY2" fmla="*/ 2129590 h 2129590"/>
                <a:gd name="connsiteX3" fmla="*/ 0 w 4632158"/>
                <a:gd name="connsiteY3" fmla="*/ 1239253 h 2129590"/>
                <a:gd name="connsiteX0" fmla="*/ 0 w 4632158"/>
                <a:gd name="connsiteY0" fmla="*/ 1243228 h 2133565"/>
                <a:gd name="connsiteX1" fmla="*/ 3641593 w 4632158"/>
                <a:gd name="connsiteY1" fmla="*/ 0 h 2133565"/>
                <a:gd name="connsiteX2" fmla="*/ 4632158 w 4632158"/>
                <a:gd name="connsiteY2" fmla="*/ 2133565 h 2133565"/>
                <a:gd name="connsiteX3" fmla="*/ 0 w 4632158"/>
                <a:gd name="connsiteY3" fmla="*/ 1243228 h 2133565"/>
                <a:gd name="connsiteX0" fmla="*/ 0 w 4656011"/>
                <a:gd name="connsiteY0" fmla="*/ 1243228 h 2157419"/>
                <a:gd name="connsiteX1" fmla="*/ 3641593 w 4656011"/>
                <a:gd name="connsiteY1" fmla="*/ 0 h 2157419"/>
                <a:gd name="connsiteX2" fmla="*/ 4656011 w 4656011"/>
                <a:gd name="connsiteY2" fmla="*/ 2157419 h 2157419"/>
                <a:gd name="connsiteX3" fmla="*/ 0 w 4656011"/>
                <a:gd name="connsiteY3" fmla="*/ 1243228 h 2157419"/>
                <a:gd name="connsiteX0" fmla="*/ 0 w 4659987"/>
                <a:gd name="connsiteY0" fmla="*/ 1247204 h 2157419"/>
                <a:gd name="connsiteX1" fmla="*/ 3645569 w 4659987"/>
                <a:gd name="connsiteY1" fmla="*/ 0 h 2157419"/>
                <a:gd name="connsiteX2" fmla="*/ 4659987 w 4659987"/>
                <a:gd name="connsiteY2" fmla="*/ 2157419 h 2157419"/>
                <a:gd name="connsiteX3" fmla="*/ 0 w 4659987"/>
                <a:gd name="connsiteY3" fmla="*/ 1247204 h 2157419"/>
                <a:gd name="connsiteX0" fmla="*/ 0 w 4667938"/>
                <a:gd name="connsiteY0" fmla="*/ 1263107 h 2157419"/>
                <a:gd name="connsiteX1" fmla="*/ 3653520 w 4667938"/>
                <a:gd name="connsiteY1" fmla="*/ 0 h 2157419"/>
                <a:gd name="connsiteX2" fmla="*/ 4667938 w 4667938"/>
                <a:gd name="connsiteY2" fmla="*/ 2157419 h 2157419"/>
                <a:gd name="connsiteX3" fmla="*/ 0 w 4667938"/>
                <a:gd name="connsiteY3" fmla="*/ 1263107 h 2157419"/>
                <a:gd name="connsiteX0" fmla="*/ 0 w 4667938"/>
                <a:gd name="connsiteY0" fmla="*/ 1259132 h 2157419"/>
                <a:gd name="connsiteX1" fmla="*/ 3653520 w 4667938"/>
                <a:gd name="connsiteY1" fmla="*/ 0 h 2157419"/>
                <a:gd name="connsiteX2" fmla="*/ 4667938 w 4667938"/>
                <a:gd name="connsiteY2" fmla="*/ 2157419 h 2157419"/>
                <a:gd name="connsiteX3" fmla="*/ 0 w 4667938"/>
                <a:gd name="connsiteY3" fmla="*/ 1259132 h 2157419"/>
                <a:gd name="connsiteX0" fmla="*/ 0 w 4667938"/>
                <a:gd name="connsiteY0" fmla="*/ 1259132 h 2157419"/>
                <a:gd name="connsiteX1" fmla="*/ 3653520 w 4667938"/>
                <a:gd name="connsiteY1" fmla="*/ 0 h 2157419"/>
                <a:gd name="connsiteX2" fmla="*/ 4667938 w 4667938"/>
                <a:gd name="connsiteY2" fmla="*/ 2157419 h 2157419"/>
                <a:gd name="connsiteX3" fmla="*/ 0 w 4667938"/>
                <a:gd name="connsiteY3" fmla="*/ 1259132 h 2157419"/>
                <a:gd name="connsiteX0" fmla="*/ 0 w 4659987"/>
                <a:gd name="connsiteY0" fmla="*/ 1251181 h 2157419"/>
                <a:gd name="connsiteX1" fmla="*/ 3645569 w 4659987"/>
                <a:gd name="connsiteY1" fmla="*/ 0 h 2157419"/>
                <a:gd name="connsiteX2" fmla="*/ 4659987 w 4659987"/>
                <a:gd name="connsiteY2" fmla="*/ 2157419 h 2157419"/>
                <a:gd name="connsiteX3" fmla="*/ 0 w 4659987"/>
                <a:gd name="connsiteY3" fmla="*/ 1251181 h 2157419"/>
                <a:gd name="connsiteX0" fmla="*/ 0 w 4674275"/>
                <a:gd name="connsiteY0" fmla="*/ 1251181 h 2157419"/>
                <a:gd name="connsiteX1" fmla="*/ 3645569 w 4674275"/>
                <a:gd name="connsiteY1" fmla="*/ 0 h 2157419"/>
                <a:gd name="connsiteX2" fmla="*/ 4674275 w 4674275"/>
                <a:gd name="connsiteY2" fmla="*/ 2157419 h 2157419"/>
                <a:gd name="connsiteX3" fmla="*/ 0 w 4674275"/>
                <a:gd name="connsiteY3" fmla="*/ 1251181 h 2157419"/>
                <a:gd name="connsiteX0" fmla="*/ 0 w 4683800"/>
                <a:gd name="connsiteY0" fmla="*/ 1251181 h 2157419"/>
                <a:gd name="connsiteX1" fmla="*/ 3655094 w 4683800"/>
                <a:gd name="connsiteY1" fmla="*/ 0 h 2157419"/>
                <a:gd name="connsiteX2" fmla="*/ 4683800 w 4683800"/>
                <a:gd name="connsiteY2" fmla="*/ 2157419 h 2157419"/>
                <a:gd name="connsiteX3" fmla="*/ 0 w 4683800"/>
                <a:gd name="connsiteY3" fmla="*/ 1251181 h 2157419"/>
                <a:gd name="connsiteX0" fmla="*/ 0 w 4695230"/>
                <a:gd name="connsiteY0" fmla="*/ 1251181 h 2157419"/>
                <a:gd name="connsiteX1" fmla="*/ 3666524 w 4695230"/>
                <a:gd name="connsiteY1" fmla="*/ 0 h 2157419"/>
                <a:gd name="connsiteX2" fmla="*/ 4695230 w 4695230"/>
                <a:gd name="connsiteY2" fmla="*/ 2157419 h 2157419"/>
                <a:gd name="connsiteX3" fmla="*/ 0 w 4695230"/>
                <a:gd name="connsiteY3" fmla="*/ 1251181 h 2157419"/>
                <a:gd name="connsiteX0" fmla="*/ 0 w 4695230"/>
                <a:gd name="connsiteY0" fmla="*/ 1251181 h 2171067"/>
                <a:gd name="connsiteX1" fmla="*/ 3666524 w 4695230"/>
                <a:gd name="connsiteY1" fmla="*/ 0 h 2171067"/>
                <a:gd name="connsiteX2" fmla="*/ 4695230 w 4695230"/>
                <a:gd name="connsiteY2" fmla="*/ 2171067 h 2171067"/>
                <a:gd name="connsiteX3" fmla="*/ 0 w 4695230"/>
                <a:gd name="connsiteY3" fmla="*/ 1251181 h 2171067"/>
                <a:gd name="connsiteX0" fmla="*/ 0 w 4708878"/>
                <a:gd name="connsiteY0" fmla="*/ 1251181 h 2184715"/>
                <a:gd name="connsiteX1" fmla="*/ 3666524 w 4708878"/>
                <a:gd name="connsiteY1" fmla="*/ 0 h 2184715"/>
                <a:gd name="connsiteX2" fmla="*/ 4708878 w 4708878"/>
                <a:gd name="connsiteY2" fmla="*/ 2184715 h 2184715"/>
                <a:gd name="connsiteX3" fmla="*/ 0 w 4708878"/>
                <a:gd name="connsiteY3" fmla="*/ 1251181 h 2184715"/>
                <a:gd name="connsiteX0" fmla="*/ 0 w 4722526"/>
                <a:gd name="connsiteY0" fmla="*/ 1251181 h 2198363"/>
                <a:gd name="connsiteX1" fmla="*/ 3666524 w 4722526"/>
                <a:gd name="connsiteY1" fmla="*/ 0 h 2198363"/>
                <a:gd name="connsiteX2" fmla="*/ 4722526 w 4722526"/>
                <a:gd name="connsiteY2" fmla="*/ 2198363 h 2198363"/>
                <a:gd name="connsiteX3" fmla="*/ 0 w 4722526"/>
                <a:gd name="connsiteY3" fmla="*/ 1251181 h 2198363"/>
                <a:gd name="connsiteX0" fmla="*/ 0 w 4658916"/>
                <a:gd name="connsiteY0" fmla="*/ 1251181 h 2190411"/>
                <a:gd name="connsiteX1" fmla="*/ 3666524 w 4658916"/>
                <a:gd name="connsiteY1" fmla="*/ 0 h 2190411"/>
                <a:gd name="connsiteX2" fmla="*/ 4658916 w 4658916"/>
                <a:gd name="connsiteY2" fmla="*/ 2190411 h 2190411"/>
                <a:gd name="connsiteX3" fmla="*/ 0 w 4658916"/>
                <a:gd name="connsiteY3" fmla="*/ 1251181 h 2190411"/>
                <a:gd name="connsiteX0" fmla="*/ 0 w 4658916"/>
                <a:gd name="connsiteY0" fmla="*/ 1251181 h 2166557"/>
                <a:gd name="connsiteX1" fmla="*/ 3666524 w 4658916"/>
                <a:gd name="connsiteY1" fmla="*/ 0 h 2166557"/>
                <a:gd name="connsiteX2" fmla="*/ 4658916 w 4658916"/>
                <a:gd name="connsiteY2" fmla="*/ 2166557 h 2166557"/>
                <a:gd name="connsiteX3" fmla="*/ 0 w 4658916"/>
                <a:gd name="connsiteY3" fmla="*/ 1251181 h 2166557"/>
                <a:gd name="connsiteX0" fmla="*/ 0 w 4670136"/>
                <a:gd name="connsiteY0" fmla="*/ 1251181 h 2166557"/>
                <a:gd name="connsiteX1" fmla="*/ 3677744 w 4670136"/>
                <a:gd name="connsiteY1" fmla="*/ 0 h 2166557"/>
                <a:gd name="connsiteX2" fmla="*/ 4670136 w 4670136"/>
                <a:gd name="connsiteY2" fmla="*/ 2166557 h 2166557"/>
                <a:gd name="connsiteX3" fmla="*/ 0 w 4670136"/>
                <a:gd name="connsiteY3" fmla="*/ 1251181 h 2166557"/>
                <a:gd name="connsiteX0" fmla="*/ 0 w 4653306"/>
                <a:gd name="connsiteY0" fmla="*/ 1251181 h 2166557"/>
                <a:gd name="connsiteX1" fmla="*/ 3660914 w 4653306"/>
                <a:gd name="connsiteY1" fmla="*/ 0 h 2166557"/>
                <a:gd name="connsiteX2" fmla="*/ 4653306 w 4653306"/>
                <a:gd name="connsiteY2" fmla="*/ 2166557 h 2166557"/>
                <a:gd name="connsiteX3" fmla="*/ 0 w 4653306"/>
                <a:gd name="connsiteY3" fmla="*/ 1251181 h 2166557"/>
                <a:gd name="connsiteX0" fmla="*/ 0 w 4001299"/>
                <a:gd name="connsiteY0" fmla="*/ 869518 h 2166557"/>
                <a:gd name="connsiteX1" fmla="*/ 3008907 w 4001299"/>
                <a:gd name="connsiteY1" fmla="*/ 0 h 2166557"/>
                <a:gd name="connsiteX2" fmla="*/ 4001299 w 4001299"/>
                <a:gd name="connsiteY2" fmla="*/ 2166557 h 2166557"/>
                <a:gd name="connsiteX3" fmla="*/ 0 w 4001299"/>
                <a:gd name="connsiteY3" fmla="*/ 869518 h 2166557"/>
                <a:gd name="connsiteX0" fmla="*/ 0 w 4645354"/>
                <a:gd name="connsiteY0" fmla="*/ 1251181 h 2166557"/>
                <a:gd name="connsiteX1" fmla="*/ 3652962 w 4645354"/>
                <a:gd name="connsiteY1" fmla="*/ 0 h 2166557"/>
                <a:gd name="connsiteX2" fmla="*/ 4645354 w 4645354"/>
                <a:gd name="connsiteY2" fmla="*/ 2166557 h 2166557"/>
                <a:gd name="connsiteX3" fmla="*/ 0 w 4645354"/>
                <a:gd name="connsiteY3" fmla="*/ 1251181 h 2166557"/>
                <a:gd name="connsiteX0" fmla="*/ 0 w 4645354"/>
                <a:gd name="connsiteY0" fmla="*/ 1243230 h 2166557"/>
                <a:gd name="connsiteX1" fmla="*/ 3652962 w 4645354"/>
                <a:gd name="connsiteY1" fmla="*/ 0 h 2166557"/>
                <a:gd name="connsiteX2" fmla="*/ 4645354 w 4645354"/>
                <a:gd name="connsiteY2" fmla="*/ 2166557 h 2166557"/>
                <a:gd name="connsiteX3" fmla="*/ 0 w 4645354"/>
                <a:gd name="connsiteY3" fmla="*/ 1243230 h 2166557"/>
              </a:gdLst>
              <a:ahLst/>
              <a:cxnLst>
                <a:cxn ang="0">
                  <a:pos x="connsiteX0" y="connsiteY0"/>
                </a:cxn>
                <a:cxn ang="0">
                  <a:pos x="connsiteX1" y="connsiteY1"/>
                </a:cxn>
                <a:cxn ang="0">
                  <a:pos x="connsiteX2" y="connsiteY2"/>
                </a:cxn>
                <a:cxn ang="0">
                  <a:pos x="connsiteX3" y="connsiteY3"/>
                </a:cxn>
              </a:cxnLst>
              <a:rect l="l" t="t" r="r" b="b"/>
              <a:pathLst>
                <a:path w="4645354" h="2166557">
                  <a:moveTo>
                    <a:pt x="0" y="1243230"/>
                  </a:moveTo>
                  <a:lnTo>
                    <a:pt x="3652962" y="0"/>
                  </a:lnTo>
                  <a:lnTo>
                    <a:pt x="4645354" y="2166557"/>
                  </a:lnTo>
                  <a:lnTo>
                    <a:pt x="0" y="1243230"/>
                  </a:lnTo>
                  <a:close/>
                </a:path>
              </a:pathLst>
            </a:custGeom>
            <a:gradFill>
              <a:gsLst>
                <a:gs pos="100000">
                  <a:schemeClr val="accent3"/>
                </a:gs>
                <a:gs pos="46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8" name="Freeform 37"/>
            <p:cNvSpPr/>
            <p:nvPr/>
          </p:nvSpPr>
          <p:spPr>
            <a:xfrm>
              <a:off x="3541852" y="3007895"/>
              <a:ext cx="2834884" cy="2947737"/>
            </a:xfrm>
            <a:custGeom>
              <a:avLst/>
              <a:gdLst>
                <a:gd name="connsiteX0" fmla="*/ 0 w 2791326"/>
                <a:gd name="connsiteY0" fmla="*/ 1816768 h 2947737"/>
                <a:gd name="connsiteX1" fmla="*/ 493294 w 2791326"/>
                <a:gd name="connsiteY1" fmla="*/ 2947737 h 2947737"/>
                <a:gd name="connsiteX2" fmla="*/ 2791326 w 2791326"/>
                <a:gd name="connsiteY2" fmla="*/ 0 h 2947737"/>
                <a:gd name="connsiteX3" fmla="*/ 0 w 2791326"/>
                <a:gd name="connsiteY3" fmla="*/ 1816768 h 2947737"/>
                <a:gd name="connsiteX0" fmla="*/ 0 w 2799638"/>
                <a:gd name="connsiteY0" fmla="*/ 1845863 h 2947737"/>
                <a:gd name="connsiteX1" fmla="*/ 501606 w 2799638"/>
                <a:gd name="connsiteY1" fmla="*/ 2947737 h 2947737"/>
                <a:gd name="connsiteX2" fmla="*/ 2799638 w 2799638"/>
                <a:gd name="connsiteY2" fmla="*/ 0 h 2947737"/>
                <a:gd name="connsiteX3" fmla="*/ 0 w 2799638"/>
                <a:gd name="connsiteY3" fmla="*/ 1845863 h 2947737"/>
                <a:gd name="connsiteX0" fmla="*/ 0 w 2826933"/>
                <a:gd name="connsiteY0" fmla="*/ 1886806 h 2947737"/>
                <a:gd name="connsiteX1" fmla="*/ 528901 w 2826933"/>
                <a:gd name="connsiteY1" fmla="*/ 2947737 h 2947737"/>
                <a:gd name="connsiteX2" fmla="*/ 2826933 w 2826933"/>
                <a:gd name="connsiteY2" fmla="*/ 0 h 2947737"/>
                <a:gd name="connsiteX3" fmla="*/ 0 w 2826933"/>
                <a:gd name="connsiteY3" fmla="*/ 1886806 h 2947737"/>
                <a:gd name="connsiteX0" fmla="*/ 0 w 2826933"/>
                <a:gd name="connsiteY0" fmla="*/ 1859510 h 2947737"/>
                <a:gd name="connsiteX1" fmla="*/ 528901 w 2826933"/>
                <a:gd name="connsiteY1" fmla="*/ 2947737 h 2947737"/>
                <a:gd name="connsiteX2" fmla="*/ 2826933 w 2826933"/>
                <a:gd name="connsiteY2" fmla="*/ 0 h 2947737"/>
                <a:gd name="connsiteX3" fmla="*/ 0 w 2826933"/>
                <a:gd name="connsiteY3" fmla="*/ 1859510 h 2947737"/>
                <a:gd name="connsiteX0" fmla="*/ 0 w 2826933"/>
                <a:gd name="connsiteY0" fmla="*/ 1859510 h 2947737"/>
                <a:gd name="connsiteX1" fmla="*/ 523291 w 2826933"/>
                <a:gd name="connsiteY1" fmla="*/ 2947737 h 2947737"/>
                <a:gd name="connsiteX2" fmla="*/ 2826933 w 2826933"/>
                <a:gd name="connsiteY2" fmla="*/ 0 h 2947737"/>
                <a:gd name="connsiteX3" fmla="*/ 0 w 2826933"/>
                <a:gd name="connsiteY3" fmla="*/ 1859510 h 2947737"/>
                <a:gd name="connsiteX0" fmla="*/ 0 w 2834884"/>
                <a:gd name="connsiteY0" fmla="*/ 1867462 h 2947737"/>
                <a:gd name="connsiteX1" fmla="*/ 531242 w 2834884"/>
                <a:gd name="connsiteY1" fmla="*/ 2947737 h 2947737"/>
                <a:gd name="connsiteX2" fmla="*/ 2834884 w 2834884"/>
                <a:gd name="connsiteY2" fmla="*/ 0 h 2947737"/>
                <a:gd name="connsiteX3" fmla="*/ 0 w 2834884"/>
                <a:gd name="connsiteY3" fmla="*/ 1867462 h 2947737"/>
              </a:gdLst>
              <a:ahLst/>
              <a:cxnLst>
                <a:cxn ang="0">
                  <a:pos x="connsiteX0" y="connsiteY0"/>
                </a:cxn>
                <a:cxn ang="0">
                  <a:pos x="connsiteX1" y="connsiteY1"/>
                </a:cxn>
                <a:cxn ang="0">
                  <a:pos x="connsiteX2" y="connsiteY2"/>
                </a:cxn>
                <a:cxn ang="0">
                  <a:pos x="connsiteX3" y="connsiteY3"/>
                </a:cxn>
              </a:cxnLst>
              <a:rect l="l" t="t" r="r" b="b"/>
              <a:pathLst>
                <a:path w="2834884" h="2947737">
                  <a:moveTo>
                    <a:pt x="0" y="1867462"/>
                  </a:moveTo>
                  <a:lnTo>
                    <a:pt x="531242" y="2947737"/>
                  </a:lnTo>
                  <a:lnTo>
                    <a:pt x="2834884" y="0"/>
                  </a:lnTo>
                  <a:lnTo>
                    <a:pt x="0" y="1867462"/>
                  </a:lnTo>
                  <a:close/>
                </a:path>
              </a:pathLst>
            </a:custGeom>
            <a:gradFill>
              <a:gsLst>
                <a:gs pos="100000">
                  <a:schemeClr val="accent3"/>
                </a:gs>
                <a:gs pos="4400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grpSp>
      <p:sp>
        <p:nvSpPr>
          <p:cNvPr id="2" name="Title 1"/>
          <p:cNvSpPr>
            <a:spLocks noGrp="1"/>
          </p:cNvSpPr>
          <p:nvPr userDrawn="1">
            <p:ph type="title"/>
          </p:nvPr>
        </p:nvSpPr>
        <p:spPr>
          <a:xfrm>
            <a:off x="379413" y="1333500"/>
            <a:ext cx="9521825" cy="4127499"/>
          </a:xfrm>
          <a:noFill/>
        </p:spPr>
        <p:txBody>
          <a:bodyPr rIns="0" anchor="t"/>
          <a:lstStyle>
            <a:lvl1pPr>
              <a:defRPr sz="48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1452498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over_2 REVERSED line">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8425" y="0"/>
            <a:ext cx="10287000" cy="6858000"/>
          </a:xfrm>
          <a:prstGeom prst="rect">
            <a:avLst/>
          </a:prstGeom>
        </p:spPr>
      </p:pic>
      <p:grpSp>
        <p:nvGrpSpPr>
          <p:cNvPr id="8" name="Group 7"/>
          <p:cNvGrpSpPr/>
          <p:nvPr userDrawn="1"/>
        </p:nvGrpSpPr>
        <p:grpSpPr>
          <a:xfrm>
            <a:off x="6095262" y="0"/>
            <a:ext cx="6101116" cy="6858864"/>
            <a:chOff x="6095262" y="0"/>
            <a:chExt cx="6101116" cy="6858864"/>
          </a:xfrm>
        </p:grpSpPr>
        <p:sp>
          <p:nvSpPr>
            <p:cNvPr id="10" name="Freeform 9"/>
            <p:cNvSpPr/>
            <p:nvPr userDrawn="1"/>
          </p:nvSpPr>
          <p:spPr>
            <a:xfrm>
              <a:off x="6105525" y="0"/>
              <a:ext cx="6082158" cy="6858000"/>
            </a:xfrm>
            <a:custGeom>
              <a:avLst/>
              <a:gdLst>
                <a:gd name="connsiteX0" fmla="*/ 6096000 w 6096000"/>
                <a:gd name="connsiteY0" fmla="*/ 0 h 6867525"/>
                <a:gd name="connsiteX1" fmla="*/ 0 w 6096000"/>
                <a:gd name="connsiteY1" fmla="*/ 9525 h 6867525"/>
                <a:gd name="connsiteX2" fmla="*/ 3362325 w 6096000"/>
                <a:gd name="connsiteY2" fmla="*/ 6867525 h 6867525"/>
                <a:gd name="connsiteX3" fmla="*/ 6096000 w 6096000"/>
                <a:gd name="connsiteY3" fmla="*/ 6858000 h 6867525"/>
                <a:gd name="connsiteX4" fmla="*/ 6096000 w 6096000"/>
                <a:gd name="connsiteY4" fmla="*/ 0 h 686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525">
                  <a:moveTo>
                    <a:pt x="6096000" y="0"/>
                  </a:moveTo>
                  <a:lnTo>
                    <a:pt x="0" y="9525"/>
                  </a:lnTo>
                  <a:lnTo>
                    <a:pt x="3362325" y="6867525"/>
                  </a:lnTo>
                  <a:lnTo>
                    <a:pt x="6096000" y="6858000"/>
                  </a:lnTo>
                  <a:lnTo>
                    <a:pt x="609600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1" name="Freeform 10"/>
            <p:cNvSpPr/>
            <p:nvPr userDrawn="1"/>
          </p:nvSpPr>
          <p:spPr>
            <a:xfrm flipH="1">
              <a:off x="6099048" y="0"/>
              <a:ext cx="6096736" cy="4569416"/>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 name="connsiteX0" fmla="*/ 2623 w 3395129"/>
                <a:gd name="connsiteY0" fmla="*/ 652 h 3446751"/>
                <a:gd name="connsiteX1" fmla="*/ 0 w 3395129"/>
                <a:gd name="connsiteY1" fmla="*/ 3446751 h 3446751"/>
                <a:gd name="connsiteX2" fmla="*/ 3395129 w 3395129"/>
                <a:gd name="connsiteY2" fmla="*/ 0 h 3446751"/>
                <a:gd name="connsiteX3" fmla="*/ 2623 w 3395129"/>
                <a:gd name="connsiteY3" fmla="*/ 652 h 3446751"/>
              </a:gdLst>
              <a:ahLst/>
              <a:cxnLst>
                <a:cxn ang="0">
                  <a:pos x="connsiteX0" y="connsiteY0"/>
                </a:cxn>
                <a:cxn ang="0">
                  <a:pos x="connsiteX1" y="connsiteY1"/>
                </a:cxn>
                <a:cxn ang="0">
                  <a:pos x="connsiteX2" y="connsiteY2"/>
                </a:cxn>
                <a:cxn ang="0">
                  <a:pos x="connsiteX3" y="connsiteY3"/>
                </a:cxn>
              </a:cxnLst>
              <a:rect l="l" t="t" r="r" b="b"/>
              <a:pathLst>
                <a:path w="3395129" h="3446751">
                  <a:moveTo>
                    <a:pt x="2623" y="652"/>
                  </a:moveTo>
                  <a:cubicBezTo>
                    <a:pt x="1749" y="1149352"/>
                    <a:pt x="874" y="2298051"/>
                    <a:pt x="0" y="3446751"/>
                  </a:cubicBezTo>
                  <a:lnTo>
                    <a:pt x="3395129" y="0"/>
                  </a:lnTo>
                  <a:lnTo>
                    <a:pt x="2623" y="652"/>
                  </a:lnTo>
                  <a:close/>
                </a:path>
              </a:pathLst>
            </a:custGeom>
            <a:gradFill flip="none" rotWithShape="1">
              <a:gsLst>
                <a:gs pos="1000">
                  <a:schemeClr val="accent2"/>
                </a:gs>
                <a:gs pos="100000">
                  <a:schemeClr val="accent1"/>
                </a:gs>
              </a:gsLst>
              <a:lin ang="120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 name="Freeform 11"/>
            <p:cNvSpPr/>
            <p:nvPr userDrawn="1"/>
          </p:nvSpPr>
          <p:spPr>
            <a:xfrm flipH="1">
              <a:off x="9451181" y="4569416"/>
              <a:ext cx="2745197" cy="2289448"/>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 name="connsiteX0" fmla="*/ 1529836 w 1529836"/>
                <a:gd name="connsiteY0" fmla="*/ 1726951 h 1726951"/>
                <a:gd name="connsiteX1" fmla="*/ 4894 w 1529836"/>
                <a:gd name="connsiteY1" fmla="*/ 0 h 1726951"/>
                <a:gd name="connsiteX2" fmla="*/ 0 w 1529836"/>
                <a:gd name="connsiteY2" fmla="*/ 1719114 h 1726951"/>
                <a:gd name="connsiteX3" fmla="*/ 1529836 w 1529836"/>
                <a:gd name="connsiteY3" fmla="*/ 1726951 h 1726951"/>
                <a:gd name="connsiteX0" fmla="*/ 1524956 w 1524956"/>
                <a:gd name="connsiteY0" fmla="*/ 1726951 h 1726951"/>
                <a:gd name="connsiteX1" fmla="*/ 14 w 1524956"/>
                <a:gd name="connsiteY1" fmla="*/ 0 h 1726951"/>
                <a:gd name="connsiteX2" fmla="*/ 139661 w 1524956"/>
                <a:gd name="connsiteY2" fmla="*/ 1496385 h 1726951"/>
                <a:gd name="connsiteX3" fmla="*/ 1524956 w 1524956"/>
                <a:gd name="connsiteY3" fmla="*/ 1726951 h 1726951"/>
                <a:gd name="connsiteX0" fmla="*/ 1525273 w 1525273"/>
                <a:gd name="connsiteY0" fmla="*/ 1726951 h 1726951"/>
                <a:gd name="connsiteX1" fmla="*/ 331 w 1525273"/>
                <a:gd name="connsiteY1" fmla="*/ 0 h 1726951"/>
                <a:gd name="connsiteX2" fmla="*/ 2068 w 1525273"/>
                <a:gd name="connsiteY2" fmla="*/ 1726299 h 1726951"/>
                <a:gd name="connsiteX3" fmla="*/ 1525273 w 1525273"/>
                <a:gd name="connsiteY3" fmla="*/ 1726951 h 1726951"/>
              </a:gdLst>
              <a:ahLst/>
              <a:cxnLst>
                <a:cxn ang="0">
                  <a:pos x="connsiteX0" y="connsiteY0"/>
                </a:cxn>
                <a:cxn ang="0">
                  <a:pos x="connsiteX1" y="connsiteY1"/>
                </a:cxn>
                <a:cxn ang="0">
                  <a:pos x="connsiteX2" y="connsiteY2"/>
                </a:cxn>
                <a:cxn ang="0">
                  <a:pos x="connsiteX3" y="connsiteY3"/>
                </a:cxn>
              </a:cxnLst>
              <a:rect l="l" t="t" r="r" b="b"/>
              <a:pathLst>
                <a:path w="1525273" h="1726951">
                  <a:moveTo>
                    <a:pt x="1525273" y="1726951"/>
                  </a:moveTo>
                  <a:lnTo>
                    <a:pt x="331" y="0"/>
                  </a:lnTo>
                  <a:cubicBezTo>
                    <a:pt x="-1300" y="573038"/>
                    <a:pt x="3699" y="1153261"/>
                    <a:pt x="2068" y="1726299"/>
                  </a:cubicBezTo>
                  <a:lnTo>
                    <a:pt x="1525273" y="1726951"/>
                  </a:lnTo>
                  <a:close/>
                </a:path>
              </a:pathLst>
            </a:custGeom>
            <a:gradFill flip="none" rotWithShape="1">
              <a:gsLst>
                <a:gs pos="100000">
                  <a:schemeClr val="accent2"/>
                </a:gs>
                <a:gs pos="0">
                  <a:schemeClr val="accent1"/>
                </a:gs>
              </a:gsLst>
              <a:lin ang="13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Freeform 12"/>
            <p:cNvSpPr/>
            <p:nvPr userDrawn="1"/>
          </p:nvSpPr>
          <p:spPr>
            <a:xfrm flipH="1">
              <a:off x="6095262" y="0"/>
              <a:ext cx="6100521" cy="6858864"/>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Lst>
              <a:ahLst/>
              <a:cxnLst>
                <a:cxn ang="0">
                  <a:pos x="connsiteX0" y="connsiteY0"/>
                </a:cxn>
                <a:cxn ang="0">
                  <a:pos x="connsiteX1" y="connsiteY1"/>
                </a:cxn>
                <a:cxn ang="0">
                  <a:pos x="connsiteX2" y="connsiteY2"/>
                </a:cxn>
                <a:cxn ang="0">
                  <a:pos x="connsiteX3" y="connsiteY3"/>
                </a:cxn>
              </a:cxnLst>
              <a:rect l="l" t="t" r="r" b="b"/>
              <a:pathLst>
                <a:path w="3395129" h="5173702">
                  <a:moveTo>
                    <a:pt x="1524942" y="5173702"/>
                  </a:moveTo>
                  <a:lnTo>
                    <a:pt x="0" y="3446751"/>
                  </a:lnTo>
                  <a:lnTo>
                    <a:pt x="3395129" y="0"/>
                  </a:lnTo>
                  <a:lnTo>
                    <a:pt x="1524942" y="5173702"/>
                  </a:lnTo>
                  <a:close/>
                </a:path>
              </a:pathLst>
            </a:custGeom>
            <a:gradFill flip="none" rotWithShape="1">
              <a:gsLst>
                <a:gs pos="1000">
                  <a:schemeClr val="accent2"/>
                </a:gs>
                <a:gs pos="100000">
                  <a:schemeClr val="accent1"/>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2" name="Title 1"/>
          <p:cNvSpPr>
            <a:spLocks noGrp="1"/>
          </p:cNvSpPr>
          <p:nvPr>
            <p:ph type="ctrTitle" hasCustomPrompt="1"/>
          </p:nvPr>
        </p:nvSpPr>
        <p:spPr>
          <a:xfrm>
            <a:off x="385593" y="1652428"/>
            <a:ext cx="11468909" cy="1994392"/>
          </a:xfrm>
          <a:prstGeom prst="rect">
            <a:avLst/>
          </a:prstGeom>
        </p:spPr>
        <p:txBody>
          <a:bodyPr vert="horz" wrap="square" lIns="0" tIns="0" rIns="0" bIns="0" anchor="t" anchorCtr="0">
            <a:noAutofit/>
          </a:bodyPr>
          <a:lstStyle>
            <a:lvl1pPr algn="l">
              <a:lnSpc>
                <a:spcPct val="80000"/>
              </a:lnSpc>
              <a:defRPr sz="7200" b="0">
                <a:solidFill>
                  <a:schemeClr val="tx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a:p>
        </p:txBody>
      </p:sp>
      <p:sp>
        <p:nvSpPr>
          <p:cNvPr id="22" name="Text Placeholder 7"/>
          <p:cNvSpPr>
            <a:spLocks noGrp="1"/>
          </p:cNvSpPr>
          <p:nvPr>
            <p:ph type="body" sz="quarter" idx="11" hasCustomPrompt="1"/>
          </p:nvPr>
        </p:nvSpPr>
        <p:spPr>
          <a:xfrm>
            <a:off x="8644034" y="3808258"/>
            <a:ext cx="2586904" cy="1883882"/>
          </a:xfrm>
          <a:prstGeom prst="rect">
            <a:avLst/>
          </a:prstGeom>
        </p:spPr>
        <p:txBody>
          <a:bodyPr lIns="0" tIns="0" rIns="0" bIns="0"/>
          <a:lstStyle>
            <a:lvl1pPr marL="0" indent="0">
              <a:buNone/>
              <a:defRPr sz="24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a:t>Presenter Name </a:t>
            </a:r>
          </a:p>
          <a:p>
            <a:pPr lvl="0"/>
            <a:r>
              <a:rPr lang="en-US"/>
              <a:t>Date</a:t>
            </a:r>
          </a:p>
        </p:txBody>
      </p:sp>
      <p:pic>
        <p:nvPicPr>
          <p:cNvPr id="16" name="Picture 15"/>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1380908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D5B3D-BA26-4B78-883F-BCCE5CDC91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414473-3F83-4FB7-917B-0F264B22A87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D6A361F-AB86-4C0E-BE5B-D19450B1E3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C9BD16-20A2-459B-9725-C19D855F6A02}"/>
              </a:ext>
            </a:extLst>
          </p:cNvPr>
          <p:cNvSpPr>
            <a:spLocks noGrp="1"/>
          </p:cNvSpPr>
          <p:nvPr>
            <p:ph type="dt" sz="half" idx="10"/>
          </p:nvPr>
        </p:nvSpPr>
        <p:spPr/>
        <p:txBody>
          <a:bodyPr/>
          <a:lstStyle/>
          <a:p>
            <a:fld id="{63090F78-DB4E-47AE-AB37-E965AAB63C93}" type="datetimeFigureOut">
              <a:rPr lang="en-US" smtClean="0"/>
              <a:t>6/4/26</a:t>
            </a:fld>
            <a:endParaRPr lang="en-US"/>
          </a:p>
        </p:txBody>
      </p:sp>
      <p:sp>
        <p:nvSpPr>
          <p:cNvPr id="6" name="Footer Placeholder 5">
            <a:extLst>
              <a:ext uri="{FF2B5EF4-FFF2-40B4-BE49-F238E27FC236}">
                <a16:creationId xmlns:a16="http://schemas.microsoft.com/office/drawing/2014/main" id="{95371D6D-ECF1-4228-A1A0-84C591F3EA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714213-DFBA-413A-B80C-475D35C08DB8}"/>
              </a:ext>
            </a:extLst>
          </p:cNvPr>
          <p:cNvSpPr>
            <a:spLocks noGrp="1"/>
          </p:cNvSpPr>
          <p:nvPr>
            <p:ph type="sldNum" sz="quarter" idx="12"/>
          </p:nvPr>
        </p:nvSpPr>
        <p:spPr/>
        <p:txBody>
          <a:bodyPr/>
          <a:lstStyle/>
          <a:p>
            <a:fld id="{38AA1210-27D1-4147-87D2-805E4AC6C3D1}" type="slidenum">
              <a:rPr lang="en-US" smtClean="0"/>
              <a:t>‹#›</a:t>
            </a:fld>
            <a:endParaRPr lang="en-US"/>
          </a:p>
        </p:txBody>
      </p:sp>
    </p:spTree>
    <p:extLst>
      <p:ext uri="{BB962C8B-B14F-4D97-AF65-F5344CB8AC3E}">
        <p14:creationId xmlns:p14="http://schemas.microsoft.com/office/powerpoint/2010/main" val="29792683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Conten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720357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 name="Title 3"/>
          <p:cNvSpPr>
            <a:spLocks noGrp="1"/>
          </p:cNvSpPr>
          <p:nvPr>
            <p:ph type="title"/>
          </p:nvPr>
        </p:nvSpPr>
        <p:spPr>
          <a:xfrm>
            <a:off x="379412" y="379413"/>
            <a:ext cx="11425237" cy="822960"/>
          </a:xfrm>
        </p:spPr>
        <p:txBody>
          <a:bodyPr/>
          <a:lstStyle/>
          <a:p>
            <a:r>
              <a:rPr lang="en-US"/>
              <a:t>Click to edit Master title style</a:t>
            </a:r>
            <a:endParaRPr lang="en-GB" dirty="0"/>
          </a:p>
        </p:txBody>
      </p:sp>
      <p:sp>
        <p:nvSpPr>
          <p:cNvPr id="5" name="Content Placeholder 4"/>
          <p:cNvSpPr>
            <a:spLocks noGrp="1"/>
          </p:cNvSpPr>
          <p:nvPr>
            <p:ph sz="quarter" idx="15"/>
          </p:nvPr>
        </p:nvSpPr>
        <p:spPr>
          <a:xfrm>
            <a:off x="379410" y="1295401"/>
            <a:ext cx="1143000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6"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7" name="TextBox 6"/>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3" name="TextBox 2"/>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3032240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ubtitle, Content">
    <p:spTree>
      <p:nvGrpSpPr>
        <p:cNvPr id="1" name=""/>
        <p:cNvGrpSpPr/>
        <p:nvPr/>
      </p:nvGrpSpPr>
      <p:grpSpPr>
        <a:xfrm>
          <a:off x="0" y="0"/>
          <a:ext cx="0" cy="0"/>
          <a:chOff x="0" y="0"/>
          <a:chExt cx="0" cy="0"/>
        </a:xfrm>
      </p:grpSpPr>
      <p:sp>
        <p:nvSpPr>
          <p:cNvPr id="4" name="Title 3"/>
          <p:cNvSpPr>
            <a:spLocks noGrp="1"/>
          </p:cNvSpPr>
          <p:nvPr>
            <p:ph type="title"/>
          </p:nvPr>
        </p:nvSpPr>
        <p:spPr>
          <a:xfrm>
            <a:off x="379412" y="379414"/>
            <a:ext cx="11425237" cy="457200"/>
          </a:xfrm>
        </p:spPr>
        <p:txBody>
          <a:bodyPr/>
          <a:lstStyle/>
          <a:p>
            <a:r>
              <a:rPr lang="en-US"/>
              <a:t>Click to edit Master title style</a:t>
            </a:r>
            <a:endParaRPr lang="en-GB" dirty="0"/>
          </a:p>
        </p:txBody>
      </p:sp>
      <p:sp>
        <p:nvSpPr>
          <p:cNvPr id="5" name="Content Placeholder 4"/>
          <p:cNvSpPr>
            <a:spLocks noGrp="1"/>
          </p:cNvSpPr>
          <p:nvPr>
            <p:ph sz="quarter" idx="15"/>
          </p:nvPr>
        </p:nvSpPr>
        <p:spPr>
          <a:xfrm>
            <a:off x="379410" y="1295401"/>
            <a:ext cx="1143000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6" name="Text Placeholder 4"/>
          <p:cNvSpPr>
            <a:spLocks noGrp="1"/>
          </p:cNvSpPr>
          <p:nvPr>
            <p:ph type="body" sz="quarter" idx="10"/>
          </p:nvPr>
        </p:nvSpPr>
        <p:spPr>
          <a:xfrm>
            <a:off x="381000" y="841248"/>
            <a:ext cx="11430000" cy="365760"/>
          </a:xfrm>
        </p:spPr>
        <p:txBody>
          <a:bodyPr/>
          <a:lstStyle>
            <a:lvl1pPr>
              <a:defRPr sz="2400"/>
            </a:lvl1pPr>
          </a:lstStyle>
          <a:p>
            <a:pPr lvl="0"/>
            <a:r>
              <a:rPr lang="en-US"/>
              <a:t>Click to edit Master text styles</a:t>
            </a:r>
          </a:p>
        </p:txBody>
      </p:sp>
      <p:sp>
        <p:nvSpPr>
          <p:cNvPr id="7"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8" name="TextBox 7"/>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6" name="TextBox 15"/>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1893524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rIns="0"/>
          <a:lstStyle/>
          <a:p>
            <a:r>
              <a:rPr lang="en-US"/>
              <a:t>Click to edit Master title style</a:t>
            </a:r>
            <a:endParaRPr lang="en-GB" dirty="0"/>
          </a:p>
        </p:txBody>
      </p:sp>
      <p:sp>
        <p:nvSpPr>
          <p:cNvPr id="3"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4" name="TextBox 3"/>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2" name="TextBox 11"/>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546457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Title 1"/>
          <p:cNvSpPr>
            <a:spLocks noGrp="1"/>
          </p:cNvSpPr>
          <p:nvPr>
            <p:ph type="title"/>
          </p:nvPr>
        </p:nvSpPr>
        <p:spPr>
          <a:xfrm>
            <a:off x="379412" y="381000"/>
            <a:ext cx="11425237" cy="457200"/>
          </a:xfrm>
        </p:spPr>
        <p:txBody>
          <a:bodyPr rIns="0"/>
          <a:lstStyle/>
          <a:p>
            <a:r>
              <a:rPr lang="en-US"/>
              <a:t>Click to edit Master title style</a:t>
            </a:r>
            <a:endParaRPr lang="en-GB" dirty="0"/>
          </a:p>
        </p:txBody>
      </p:sp>
      <p:sp>
        <p:nvSpPr>
          <p:cNvPr id="5" name="Text Placeholder 4"/>
          <p:cNvSpPr>
            <a:spLocks noGrp="1"/>
          </p:cNvSpPr>
          <p:nvPr>
            <p:ph type="body" sz="quarter" idx="10"/>
          </p:nvPr>
        </p:nvSpPr>
        <p:spPr>
          <a:xfrm>
            <a:off x="381000" y="841248"/>
            <a:ext cx="11430000" cy="365760"/>
          </a:xfrm>
        </p:spPr>
        <p:txBody>
          <a:bodyPr/>
          <a:lstStyle>
            <a:lvl1pPr>
              <a:defRPr sz="2400"/>
            </a:lvl1pPr>
          </a:lstStyle>
          <a:p>
            <a:pPr lvl="0"/>
            <a:r>
              <a:rPr lang="en-US"/>
              <a:t>Click to edit Master text styles</a:t>
            </a:r>
          </a:p>
        </p:txBody>
      </p:sp>
      <p:sp>
        <p:nvSpPr>
          <p:cNvPr id="4"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6" name="TextBox 5"/>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4" name="TextBox 13"/>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550857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2 Content">
    <p:spTree>
      <p:nvGrpSpPr>
        <p:cNvPr id="1" name=""/>
        <p:cNvGrpSpPr/>
        <p:nvPr/>
      </p:nvGrpSpPr>
      <p:grpSpPr>
        <a:xfrm>
          <a:off x="0" y="0"/>
          <a:ext cx="0" cy="0"/>
          <a:chOff x="0" y="0"/>
          <a:chExt cx="0" cy="0"/>
        </a:xfrm>
      </p:grpSpPr>
      <p:sp>
        <p:nvSpPr>
          <p:cNvPr id="4" name="Title 3"/>
          <p:cNvSpPr>
            <a:spLocks noGrp="1"/>
          </p:cNvSpPr>
          <p:nvPr>
            <p:ph type="title"/>
          </p:nvPr>
        </p:nvSpPr>
        <p:spPr>
          <a:xfrm>
            <a:off x="379412" y="379414"/>
            <a:ext cx="11425237" cy="822960"/>
          </a:xfrm>
        </p:spPr>
        <p:txBody>
          <a:bodyPr/>
          <a:lstStyle/>
          <a:p>
            <a:r>
              <a:rPr lang="en-US"/>
              <a:t>Click to edit Master title style</a:t>
            </a:r>
            <a:endParaRPr lang="en-GB" dirty="0"/>
          </a:p>
        </p:txBody>
      </p:sp>
      <p:sp>
        <p:nvSpPr>
          <p:cNvPr id="5" name="Content Placeholder 4"/>
          <p:cNvSpPr>
            <a:spLocks noGrp="1"/>
          </p:cNvSpPr>
          <p:nvPr>
            <p:ph sz="quarter" idx="15"/>
          </p:nvPr>
        </p:nvSpPr>
        <p:spPr>
          <a:xfrm>
            <a:off x="379410" y="1295401"/>
            <a:ext cx="571500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10" name="Content Placeholder 9"/>
          <p:cNvSpPr>
            <a:spLocks noGrp="1"/>
          </p:cNvSpPr>
          <p:nvPr>
            <p:ph sz="quarter" idx="16"/>
          </p:nvPr>
        </p:nvSpPr>
        <p:spPr>
          <a:xfrm>
            <a:off x="6096000" y="1295401"/>
            <a:ext cx="571500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6"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7" name="TextBox 6"/>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6" name="TextBox 15"/>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2298715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ubtitle, 2 Content">
    <p:spTree>
      <p:nvGrpSpPr>
        <p:cNvPr id="1" name=""/>
        <p:cNvGrpSpPr/>
        <p:nvPr/>
      </p:nvGrpSpPr>
      <p:grpSpPr>
        <a:xfrm>
          <a:off x="0" y="0"/>
          <a:ext cx="0" cy="0"/>
          <a:chOff x="0" y="0"/>
          <a:chExt cx="0" cy="0"/>
        </a:xfrm>
      </p:grpSpPr>
      <p:sp>
        <p:nvSpPr>
          <p:cNvPr id="4" name="Title 3"/>
          <p:cNvSpPr>
            <a:spLocks noGrp="1"/>
          </p:cNvSpPr>
          <p:nvPr>
            <p:ph type="title"/>
          </p:nvPr>
        </p:nvSpPr>
        <p:spPr>
          <a:xfrm>
            <a:off x="379412" y="379414"/>
            <a:ext cx="11425237" cy="457200"/>
          </a:xfrm>
        </p:spPr>
        <p:txBody>
          <a:bodyPr/>
          <a:lstStyle/>
          <a:p>
            <a:r>
              <a:rPr lang="en-US"/>
              <a:t>Click to edit Master title style</a:t>
            </a:r>
            <a:endParaRPr lang="en-GB" dirty="0"/>
          </a:p>
        </p:txBody>
      </p:sp>
      <p:sp>
        <p:nvSpPr>
          <p:cNvPr id="5" name="Content Placeholder 4"/>
          <p:cNvSpPr>
            <a:spLocks noGrp="1"/>
          </p:cNvSpPr>
          <p:nvPr>
            <p:ph sz="quarter" idx="15"/>
          </p:nvPr>
        </p:nvSpPr>
        <p:spPr>
          <a:xfrm>
            <a:off x="379410" y="1295401"/>
            <a:ext cx="571500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10" name="Content Placeholder 9"/>
          <p:cNvSpPr>
            <a:spLocks noGrp="1"/>
          </p:cNvSpPr>
          <p:nvPr>
            <p:ph sz="quarter" idx="16"/>
          </p:nvPr>
        </p:nvSpPr>
        <p:spPr>
          <a:xfrm>
            <a:off x="6096000" y="1295401"/>
            <a:ext cx="571500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6" name="Text Placeholder 4"/>
          <p:cNvSpPr>
            <a:spLocks noGrp="1"/>
          </p:cNvSpPr>
          <p:nvPr>
            <p:ph type="body" sz="quarter" idx="10"/>
          </p:nvPr>
        </p:nvSpPr>
        <p:spPr>
          <a:xfrm>
            <a:off x="381000" y="841248"/>
            <a:ext cx="11430000" cy="365760"/>
          </a:xfrm>
        </p:spPr>
        <p:txBody>
          <a:bodyPr/>
          <a:lstStyle>
            <a:lvl1pPr>
              <a:defRPr sz="2400"/>
            </a:lvl1pPr>
          </a:lstStyle>
          <a:p>
            <a:pPr lvl="0"/>
            <a:r>
              <a:rPr lang="en-US"/>
              <a:t>Click to edit Master text styles</a:t>
            </a:r>
          </a:p>
        </p:txBody>
      </p:sp>
      <p:sp>
        <p:nvSpPr>
          <p:cNvPr id="7"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8" name="TextBox 7"/>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7" name="TextBox 16"/>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2062685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3 Content">
    <p:spTree>
      <p:nvGrpSpPr>
        <p:cNvPr id="1" name=""/>
        <p:cNvGrpSpPr/>
        <p:nvPr/>
      </p:nvGrpSpPr>
      <p:grpSpPr>
        <a:xfrm>
          <a:off x="0" y="0"/>
          <a:ext cx="0" cy="0"/>
          <a:chOff x="0" y="0"/>
          <a:chExt cx="0" cy="0"/>
        </a:xfrm>
      </p:grpSpPr>
      <p:sp>
        <p:nvSpPr>
          <p:cNvPr id="4" name="Title 3"/>
          <p:cNvSpPr>
            <a:spLocks noGrp="1"/>
          </p:cNvSpPr>
          <p:nvPr>
            <p:ph type="title"/>
          </p:nvPr>
        </p:nvSpPr>
        <p:spPr>
          <a:xfrm>
            <a:off x="379412" y="380999"/>
            <a:ext cx="11425237" cy="821373"/>
          </a:xfrm>
        </p:spPr>
        <p:txBody>
          <a:bodyPr/>
          <a:lstStyle/>
          <a:p>
            <a:r>
              <a:rPr lang="en-US"/>
              <a:t>Click to edit Master title style</a:t>
            </a:r>
            <a:endParaRPr lang="en-GB" dirty="0"/>
          </a:p>
        </p:txBody>
      </p:sp>
      <p:sp>
        <p:nvSpPr>
          <p:cNvPr id="5" name="Content Placeholder 4"/>
          <p:cNvSpPr>
            <a:spLocks noGrp="1"/>
          </p:cNvSpPr>
          <p:nvPr>
            <p:ph sz="quarter" idx="13"/>
          </p:nvPr>
        </p:nvSpPr>
        <p:spPr>
          <a:xfrm>
            <a:off x="379412" y="1295401"/>
            <a:ext cx="379476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10" name="Content Placeholder 4"/>
          <p:cNvSpPr>
            <a:spLocks noGrp="1"/>
          </p:cNvSpPr>
          <p:nvPr>
            <p:ph sz="quarter" idx="14"/>
          </p:nvPr>
        </p:nvSpPr>
        <p:spPr>
          <a:xfrm>
            <a:off x="4187952" y="1295401"/>
            <a:ext cx="3803904"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Content Placeholder 4"/>
          <p:cNvSpPr>
            <a:spLocks noGrp="1"/>
          </p:cNvSpPr>
          <p:nvPr>
            <p:ph sz="quarter" idx="15"/>
          </p:nvPr>
        </p:nvSpPr>
        <p:spPr>
          <a:xfrm>
            <a:off x="8010144" y="1295401"/>
            <a:ext cx="379476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7" name="TextBox 6"/>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7" name="TextBox 16"/>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1403393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ubtitle, 3 Content">
    <p:spTree>
      <p:nvGrpSpPr>
        <p:cNvPr id="1" name=""/>
        <p:cNvGrpSpPr/>
        <p:nvPr/>
      </p:nvGrpSpPr>
      <p:grpSpPr>
        <a:xfrm>
          <a:off x="0" y="0"/>
          <a:ext cx="0" cy="0"/>
          <a:chOff x="0" y="0"/>
          <a:chExt cx="0" cy="0"/>
        </a:xfrm>
      </p:grpSpPr>
      <p:sp>
        <p:nvSpPr>
          <p:cNvPr id="4" name="Title 3"/>
          <p:cNvSpPr>
            <a:spLocks noGrp="1"/>
          </p:cNvSpPr>
          <p:nvPr>
            <p:ph type="title"/>
          </p:nvPr>
        </p:nvSpPr>
        <p:spPr>
          <a:xfrm>
            <a:off x="379412" y="380999"/>
            <a:ext cx="11425237" cy="457200"/>
          </a:xfrm>
        </p:spPr>
        <p:txBody>
          <a:bodyPr/>
          <a:lstStyle/>
          <a:p>
            <a:r>
              <a:rPr lang="en-US"/>
              <a:t>Click to edit Master title style</a:t>
            </a:r>
            <a:endParaRPr lang="en-GB" dirty="0"/>
          </a:p>
        </p:txBody>
      </p:sp>
      <p:sp>
        <p:nvSpPr>
          <p:cNvPr id="6" name="Text Placeholder 4"/>
          <p:cNvSpPr>
            <a:spLocks noGrp="1"/>
          </p:cNvSpPr>
          <p:nvPr>
            <p:ph type="body" sz="quarter" idx="10"/>
          </p:nvPr>
        </p:nvSpPr>
        <p:spPr>
          <a:xfrm>
            <a:off x="384048" y="841248"/>
            <a:ext cx="11430000" cy="365760"/>
          </a:xfrm>
        </p:spPr>
        <p:txBody>
          <a:bodyPr/>
          <a:lstStyle>
            <a:lvl1pPr>
              <a:defRPr sz="2400"/>
            </a:lvl1pPr>
          </a:lstStyle>
          <a:p>
            <a:pPr lvl="0"/>
            <a:r>
              <a:rPr lang="en-US"/>
              <a:t>Click to edit Master text styles</a:t>
            </a:r>
          </a:p>
        </p:txBody>
      </p:sp>
      <p:sp>
        <p:nvSpPr>
          <p:cNvPr id="7" name="Content Placeholder 4"/>
          <p:cNvSpPr>
            <a:spLocks noGrp="1"/>
          </p:cNvSpPr>
          <p:nvPr>
            <p:ph sz="quarter" idx="13"/>
          </p:nvPr>
        </p:nvSpPr>
        <p:spPr>
          <a:xfrm>
            <a:off x="379412" y="1295401"/>
            <a:ext cx="379476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8" name="Content Placeholder 4"/>
          <p:cNvSpPr>
            <a:spLocks noGrp="1"/>
          </p:cNvSpPr>
          <p:nvPr>
            <p:ph sz="quarter" idx="14"/>
          </p:nvPr>
        </p:nvSpPr>
        <p:spPr>
          <a:xfrm>
            <a:off x="4187952" y="1295401"/>
            <a:ext cx="3803904"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Content Placeholder 4"/>
          <p:cNvSpPr>
            <a:spLocks noGrp="1"/>
          </p:cNvSpPr>
          <p:nvPr>
            <p:ph sz="quarter" idx="15"/>
          </p:nvPr>
        </p:nvSpPr>
        <p:spPr>
          <a:xfrm>
            <a:off x="8010144" y="1295401"/>
            <a:ext cx="379476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11" name="TextBox 10"/>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9" name="TextBox 18"/>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3149328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arge Message">
    <p:spTree>
      <p:nvGrpSpPr>
        <p:cNvPr id="1" name=""/>
        <p:cNvGrpSpPr/>
        <p:nvPr/>
      </p:nvGrpSpPr>
      <p:grpSpPr>
        <a:xfrm>
          <a:off x="0" y="0"/>
          <a:ext cx="0" cy="0"/>
          <a:chOff x="0" y="0"/>
          <a:chExt cx="0" cy="0"/>
        </a:xfrm>
      </p:grpSpPr>
      <p:sp>
        <p:nvSpPr>
          <p:cNvPr id="5" name="Content Placeholder 4"/>
          <p:cNvSpPr>
            <a:spLocks noGrp="1"/>
          </p:cNvSpPr>
          <p:nvPr>
            <p:ph sz="quarter" idx="15"/>
          </p:nvPr>
        </p:nvSpPr>
        <p:spPr>
          <a:xfrm>
            <a:off x="379410" y="1298448"/>
            <a:ext cx="11431590" cy="4956048"/>
          </a:xfrm>
        </p:spPr>
        <p:txBody>
          <a:bodyPr/>
          <a:lstStyle>
            <a:lvl1pPr>
              <a:lnSpc>
                <a:spcPct val="90000"/>
              </a:lnSpc>
              <a:defRPr sz="4800">
                <a:latin typeface="+mj-lt"/>
              </a:defRPr>
            </a:lvl1pPr>
            <a:lvl2pPr>
              <a:defRPr sz="4400">
                <a:latin typeface="+mj-lt"/>
              </a:defRPr>
            </a:lvl2pPr>
            <a:lvl3pPr>
              <a:defRPr sz="4000">
                <a:latin typeface="+mj-lt"/>
              </a:defRPr>
            </a:lvl3pPr>
            <a:lvl4pPr>
              <a:defRPr sz="3600">
                <a:latin typeface="+mj-lt"/>
              </a:defRPr>
            </a:lvl4pPr>
            <a:lvl5pPr>
              <a:defRPr sz="3200">
                <a:latin typeface="+mj-lt"/>
              </a:defRPr>
            </a:lvl5pPr>
          </a:lstStyle>
          <a:p>
            <a:pPr lvl="0"/>
            <a:r>
              <a:rPr lang="en-US"/>
              <a:t>Click to edit Master text styles</a:t>
            </a:r>
          </a:p>
        </p:txBody>
      </p:sp>
      <p:sp>
        <p:nvSpPr>
          <p:cNvPr id="3"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4" name="TextBox 3"/>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3" name="TextBox 12"/>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3789641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 name="Content Placeholder 2"/>
          <p:cNvSpPr>
            <a:spLocks noGrp="1"/>
          </p:cNvSpPr>
          <p:nvPr>
            <p:ph idx="1"/>
          </p:nvPr>
        </p:nvSpPr>
        <p:spPr>
          <a:xfrm>
            <a:off x="379412" y="384048"/>
            <a:ext cx="11430000" cy="5864352"/>
          </a:xfrm>
        </p:spPr>
        <p:txBody>
          <a:bodyPr rIns="0"/>
          <a:lstStyle>
            <a:lvl1pPr>
              <a:lnSpc>
                <a:spcPct val="90000"/>
              </a:lnSpc>
              <a:defRPr sz="3200">
                <a:latin typeface="+mj-lt"/>
              </a:defRPr>
            </a:lvl1pPr>
            <a:lvl2pPr marL="0" indent="0">
              <a:spcAft>
                <a:spcPts val="1200"/>
              </a:spcAft>
              <a:buNone/>
              <a:defRPr sz="2200">
                <a:latin typeface="+mj-lt"/>
              </a:defRPr>
            </a:lvl2pPr>
          </a:lstStyle>
          <a:p>
            <a:pPr lvl="0"/>
            <a:r>
              <a:rPr lang="en-US"/>
              <a:t>Click to edit Master text styles</a:t>
            </a:r>
          </a:p>
        </p:txBody>
      </p:sp>
      <p:sp>
        <p:nvSpPr>
          <p:cNvPr id="4"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5" name="TextBox 4"/>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3" name="TextBox 12"/>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3183296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3" name="Content Placeholder 2"/>
          <p:cNvSpPr>
            <a:spLocks noGrp="1"/>
          </p:cNvSpPr>
          <p:nvPr>
            <p:ph idx="1"/>
          </p:nvPr>
        </p:nvSpPr>
        <p:spPr>
          <a:xfrm>
            <a:off x="384048" y="384048"/>
            <a:ext cx="11426952" cy="5861304"/>
          </a:xfrm>
        </p:spPr>
        <p:txBody>
          <a:bodyPr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5" name="TextBox 4"/>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3" name="TextBox 12"/>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751673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 Content Only_ 1/3  2/3">
    <p:spTree>
      <p:nvGrpSpPr>
        <p:cNvPr id="1" name=""/>
        <p:cNvGrpSpPr/>
        <p:nvPr/>
      </p:nvGrpSpPr>
      <p:grpSpPr>
        <a:xfrm>
          <a:off x="0" y="0"/>
          <a:ext cx="0" cy="0"/>
          <a:chOff x="0" y="0"/>
          <a:chExt cx="0" cy="0"/>
        </a:xfrm>
      </p:grpSpPr>
      <p:sp>
        <p:nvSpPr>
          <p:cNvPr id="4" name="Content Placeholder 4"/>
          <p:cNvSpPr>
            <a:spLocks noGrp="1"/>
          </p:cNvSpPr>
          <p:nvPr>
            <p:ph sz="quarter" idx="13"/>
          </p:nvPr>
        </p:nvSpPr>
        <p:spPr>
          <a:xfrm>
            <a:off x="379412" y="384048"/>
            <a:ext cx="3794760" cy="5861304"/>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5" name="Content Placeholder 4"/>
          <p:cNvSpPr>
            <a:spLocks noGrp="1"/>
          </p:cNvSpPr>
          <p:nvPr>
            <p:ph sz="quarter" idx="14"/>
          </p:nvPr>
        </p:nvSpPr>
        <p:spPr>
          <a:xfrm>
            <a:off x="4187952" y="384048"/>
            <a:ext cx="7623048" cy="58613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7" name="TextBox 6"/>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5" name="TextBox 14"/>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4201290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 Content Only">
    <p:spTree>
      <p:nvGrpSpPr>
        <p:cNvPr id="1" name=""/>
        <p:cNvGrpSpPr/>
        <p:nvPr/>
      </p:nvGrpSpPr>
      <p:grpSpPr>
        <a:xfrm>
          <a:off x="0" y="0"/>
          <a:ext cx="0" cy="0"/>
          <a:chOff x="0" y="0"/>
          <a:chExt cx="0" cy="0"/>
        </a:xfrm>
      </p:grpSpPr>
      <p:sp>
        <p:nvSpPr>
          <p:cNvPr id="5" name="Content Placeholder 4"/>
          <p:cNvSpPr>
            <a:spLocks noGrp="1"/>
          </p:cNvSpPr>
          <p:nvPr>
            <p:ph sz="quarter" idx="13"/>
          </p:nvPr>
        </p:nvSpPr>
        <p:spPr>
          <a:xfrm>
            <a:off x="379412" y="384048"/>
            <a:ext cx="3794760" cy="5861304"/>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6" name="Content Placeholder 4"/>
          <p:cNvSpPr>
            <a:spLocks noGrp="1"/>
          </p:cNvSpPr>
          <p:nvPr>
            <p:ph sz="quarter" idx="14"/>
          </p:nvPr>
        </p:nvSpPr>
        <p:spPr>
          <a:xfrm>
            <a:off x="4187952" y="384048"/>
            <a:ext cx="3803904" cy="58613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Content Placeholder 4"/>
          <p:cNvSpPr>
            <a:spLocks noGrp="1"/>
          </p:cNvSpPr>
          <p:nvPr>
            <p:ph sz="quarter" idx="15"/>
          </p:nvPr>
        </p:nvSpPr>
        <p:spPr>
          <a:xfrm>
            <a:off x="8010144" y="384048"/>
            <a:ext cx="3794760" cy="58613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9" name="TextBox 8"/>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7" name="TextBox 16"/>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1405428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Image">
    <p:spTree>
      <p:nvGrpSpPr>
        <p:cNvPr id="1" name=""/>
        <p:cNvGrpSpPr/>
        <p:nvPr/>
      </p:nvGrpSpPr>
      <p:grpSpPr>
        <a:xfrm>
          <a:off x="0" y="0"/>
          <a:ext cx="0" cy="0"/>
          <a:chOff x="0" y="0"/>
          <a:chExt cx="0" cy="0"/>
        </a:xfrm>
      </p:grpSpPr>
      <p:sp>
        <p:nvSpPr>
          <p:cNvPr id="8" name="Content Placeholder 4"/>
          <p:cNvSpPr>
            <a:spLocks noGrp="1"/>
          </p:cNvSpPr>
          <p:nvPr>
            <p:ph sz="quarter" idx="13"/>
          </p:nvPr>
        </p:nvSpPr>
        <p:spPr>
          <a:xfrm>
            <a:off x="384048" y="383675"/>
            <a:ext cx="7616952" cy="58613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Picture Placeholder 2"/>
          <p:cNvSpPr>
            <a:spLocks noGrp="1"/>
          </p:cNvSpPr>
          <p:nvPr>
            <p:ph type="pic" sz="quarter" idx="14"/>
          </p:nvPr>
        </p:nvSpPr>
        <p:spPr>
          <a:xfrm>
            <a:off x="8019288" y="381000"/>
            <a:ext cx="3794760" cy="5864225"/>
          </a:xfrm>
          <a:solidFill>
            <a:schemeClr val="bg1">
              <a:lumMod val="85000"/>
            </a:schemeClr>
          </a:solidFill>
        </p:spPr>
        <p:txBody>
          <a:bodyPr/>
          <a:lstStyle/>
          <a:p>
            <a:r>
              <a:rPr lang="en-US"/>
              <a:t>Click icon to add picture</a:t>
            </a:r>
          </a:p>
        </p:txBody>
      </p:sp>
      <p:sp>
        <p:nvSpPr>
          <p:cNvPr id="4"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5" name="TextBox 4"/>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4" name="TextBox 13"/>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60924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 Image">
    <p:spTree>
      <p:nvGrpSpPr>
        <p:cNvPr id="1" name=""/>
        <p:cNvGrpSpPr/>
        <p:nvPr/>
      </p:nvGrpSpPr>
      <p:grpSpPr>
        <a:xfrm>
          <a:off x="0" y="0"/>
          <a:ext cx="0" cy="0"/>
          <a:chOff x="0" y="0"/>
          <a:chExt cx="0" cy="0"/>
        </a:xfrm>
      </p:grpSpPr>
      <p:sp>
        <p:nvSpPr>
          <p:cNvPr id="10" name="Picture Placeholder 9"/>
          <p:cNvSpPr>
            <a:spLocks noGrp="1"/>
          </p:cNvSpPr>
          <p:nvPr>
            <p:ph type="pic" sz="quarter" idx="13"/>
          </p:nvPr>
        </p:nvSpPr>
        <p:spPr>
          <a:xfrm>
            <a:off x="384048" y="384048"/>
            <a:ext cx="3816000" cy="2930652"/>
          </a:xfrm>
          <a:solidFill>
            <a:schemeClr val="bg1">
              <a:lumMod val="85000"/>
            </a:schemeClr>
          </a:solidFill>
        </p:spPr>
        <p:txBody>
          <a:bodyPr lIns="0" rIns="0"/>
          <a:lstStyle/>
          <a:p>
            <a:r>
              <a:rPr lang="en-US"/>
              <a:t>Click icon to add picture</a:t>
            </a:r>
            <a:endParaRPr lang="en-GB"/>
          </a:p>
        </p:txBody>
      </p:sp>
      <p:sp>
        <p:nvSpPr>
          <p:cNvPr id="13" name="Picture Placeholder 9"/>
          <p:cNvSpPr>
            <a:spLocks noGrp="1"/>
          </p:cNvSpPr>
          <p:nvPr>
            <p:ph type="pic" sz="quarter" idx="16"/>
          </p:nvPr>
        </p:nvSpPr>
        <p:spPr>
          <a:xfrm>
            <a:off x="384048" y="3314646"/>
            <a:ext cx="3816000" cy="2935224"/>
          </a:xfrm>
          <a:solidFill>
            <a:schemeClr val="bg1">
              <a:lumMod val="85000"/>
            </a:schemeClr>
          </a:solidFill>
        </p:spPr>
        <p:txBody>
          <a:bodyPr lIns="0" rIns="0"/>
          <a:lstStyle/>
          <a:p>
            <a:r>
              <a:rPr lang="en-US"/>
              <a:t>Click icon to add picture</a:t>
            </a:r>
            <a:endParaRPr lang="en-GB"/>
          </a:p>
        </p:txBody>
      </p:sp>
      <p:sp>
        <p:nvSpPr>
          <p:cNvPr id="11" name="Picture Placeholder 9"/>
          <p:cNvSpPr>
            <a:spLocks noGrp="1"/>
          </p:cNvSpPr>
          <p:nvPr>
            <p:ph type="pic" sz="quarter" idx="14"/>
          </p:nvPr>
        </p:nvSpPr>
        <p:spPr>
          <a:xfrm>
            <a:off x="4187310" y="384048"/>
            <a:ext cx="3816000" cy="2930652"/>
          </a:xfrm>
          <a:solidFill>
            <a:schemeClr val="bg1">
              <a:lumMod val="85000"/>
            </a:schemeClr>
          </a:solidFill>
        </p:spPr>
        <p:txBody>
          <a:bodyPr lIns="0" rIns="0"/>
          <a:lstStyle/>
          <a:p>
            <a:r>
              <a:rPr lang="en-US"/>
              <a:t>Click icon to add picture</a:t>
            </a:r>
            <a:endParaRPr lang="en-GB"/>
          </a:p>
        </p:txBody>
      </p:sp>
      <p:sp>
        <p:nvSpPr>
          <p:cNvPr id="14" name="Picture Placeholder 9"/>
          <p:cNvSpPr>
            <a:spLocks noGrp="1"/>
          </p:cNvSpPr>
          <p:nvPr>
            <p:ph type="pic" sz="quarter" idx="17"/>
          </p:nvPr>
        </p:nvSpPr>
        <p:spPr>
          <a:xfrm>
            <a:off x="4187310" y="3314646"/>
            <a:ext cx="3816000" cy="2938462"/>
          </a:xfrm>
          <a:solidFill>
            <a:schemeClr val="bg1">
              <a:lumMod val="85000"/>
            </a:schemeClr>
          </a:solidFill>
        </p:spPr>
        <p:txBody>
          <a:bodyPr lIns="0" rIns="0"/>
          <a:lstStyle/>
          <a:p>
            <a:r>
              <a:rPr lang="en-US"/>
              <a:t>Click icon to add picture</a:t>
            </a:r>
            <a:endParaRPr lang="en-GB"/>
          </a:p>
        </p:txBody>
      </p:sp>
      <p:sp>
        <p:nvSpPr>
          <p:cNvPr id="12" name="Picture Placeholder 9"/>
          <p:cNvSpPr>
            <a:spLocks noGrp="1"/>
          </p:cNvSpPr>
          <p:nvPr>
            <p:ph type="pic" sz="quarter" idx="15"/>
          </p:nvPr>
        </p:nvSpPr>
        <p:spPr>
          <a:xfrm>
            <a:off x="8001000" y="384048"/>
            <a:ext cx="3816000" cy="2930652"/>
          </a:xfrm>
          <a:solidFill>
            <a:schemeClr val="bg1">
              <a:lumMod val="85000"/>
            </a:schemeClr>
          </a:solidFill>
        </p:spPr>
        <p:txBody>
          <a:bodyPr lIns="0" rIns="0"/>
          <a:lstStyle/>
          <a:p>
            <a:r>
              <a:rPr lang="en-US"/>
              <a:t>Click icon to add picture</a:t>
            </a:r>
            <a:endParaRPr lang="en-GB"/>
          </a:p>
        </p:txBody>
      </p:sp>
      <p:sp>
        <p:nvSpPr>
          <p:cNvPr id="15" name="Picture Placeholder 9"/>
          <p:cNvSpPr>
            <a:spLocks noGrp="1"/>
          </p:cNvSpPr>
          <p:nvPr>
            <p:ph type="pic" sz="quarter" idx="18"/>
          </p:nvPr>
        </p:nvSpPr>
        <p:spPr>
          <a:xfrm>
            <a:off x="8001000" y="3314646"/>
            <a:ext cx="3816000" cy="2938462"/>
          </a:xfrm>
          <a:solidFill>
            <a:schemeClr val="bg1">
              <a:lumMod val="85000"/>
            </a:schemeClr>
          </a:solidFill>
        </p:spPr>
        <p:txBody>
          <a:bodyPr lIns="0" rIns="0"/>
          <a:lstStyle/>
          <a:p>
            <a:r>
              <a:rPr lang="en-US"/>
              <a:t>Click icon to add picture</a:t>
            </a:r>
            <a:endParaRPr lang="en-GB"/>
          </a:p>
        </p:txBody>
      </p:sp>
      <p:sp>
        <p:nvSpPr>
          <p:cNvPr id="8"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9" name="TextBox 8"/>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23" name="TextBox 22"/>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4210807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414274725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Object 3"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3" name="TextBox 2"/>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1" name="TextBox 10"/>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1984144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ection Header Option 1">
    <p:spTree>
      <p:nvGrpSpPr>
        <p:cNvPr id="1" name=""/>
        <p:cNvGrpSpPr/>
        <p:nvPr/>
      </p:nvGrpSpPr>
      <p:grpSpPr>
        <a:xfrm>
          <a:off x="0" y="0"/>
          <a:ext cx="0" cy="0"/>
          <a:chOff x="0" y="0"/>
          <a:chExt cx="0" cy="0"/>
        </a:xfrm>
      </p:grpSpPr>
      <p:sp>
        <p:nvSpPr>
          <p:cNvPr id="39" name="Rectangle 38"/>
          <p:cNvSpPr/>
          <p:nvPr userDrawn="1"/>
        </p:nvSpPr>
        <p:spPr>
          <a:xfrm>
            <a:off x="3532" y="33077"/>
            <a:ext cx="12185420" cy="68295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6" name="Freeform 5"/>
          <p:cNvSpPr/>
          <p:nvPr/>
        </p:nvSpPr>
        <p:spPr>
          <a:xfrm>
            <a:off x="0" y="3602940"/>
            <a:ext cx="3586808" cy="3259673"/>
          </a:xfrm>
          <a:custGeom>
            <a:avLst/>
            <a:gdLst>
              <a:gd name="connsiteX0" fmla="*/ 1392248 w 3580909"/>
              <a:gd name="connsiteY0" fmla="*/ 0 h 3209249"/>
              <a:gd name="connsiteX1" fmla="*/ 0 w 3580909"/>
              <a:gd name="connsiteY1" fmla="*/ 3209249 h 3209249"/>
              <a:gd name="connsiteX2" fmla="*/ 3580909 w 3580909"/>
              <a:gd name="connsiteY2" fmla="*/ 1215267 h 3209249"/>
              <a:gd name="connsiteX3" fmla="*/ 1392248 w 3580909"/>
              <a:gd name="connsiteY3" fmla="*/ 0 h 3209249"/>
              <a:gd name="connsiteX0" fmla="*/ 1406371 w 3595032"/>
              <a:gd name="connsiteY0" fmla="*/ 0 h 3209249"/>
              <a:gd name="connsiteX1" fmla="*/ 0 w 3595032"/>
              <a:gd name="connsiteY1" fmla="*/ 3209249 h 3209249"/>
              <a:gd name="connsiteX2" fmla="*/ 3595032 w 3595032"/>
              <a:gd name="connsiteY2" fmla="*/ 1215267 h 3209249"/>
              <a:gd name="connsiteX3" fmla="*/ 1406371 w 3595032"/>
              <a:gd name="connsiteY3" fmla="*/ 0 h 3209249"/>
              <a:gd name="connsiteX0" fmla="*/ 1399310 w 3587971"/>
              <a:gd name="connsiteY0" fmla="*/ 0 h 3209249"/>
              <a:gd name="connsiteX1" fmla="*/ 0 w 3587971"/>
              <a:gd name="connsiteY1" fmla="*/ 3209249 h 3209249"/>
              <a:gd name="connsiteX2" fmla="*/ 3587971 w 3587971"/>
              <a:gd name="connsiteY2" fmla="*/ 1215267 h 3209249"/>
              <a:gd name="connsiteX3" fmla="*/ 1399310 w 3587971"/>
              <a:gd name="connsiteY3" fmla="*/ 0 h 3209249"/>
              <a:gd name="connsiteX0" fmla="*/ 1399310 w 3587971"/>
              <a:gd name="connsiteY0" fmla="*/ 0 h 3252111"/>
              <a:gd name="connsiteX1" fmla="*/ 0 w 3587971"/>
              <a:gd name="connsiteY1" fmla="*/ 3252111 h 3252111"/>
              <a:gd name="connsiteX2" fmla="*/ 3587971 w 3587971"/>
              <a:gd name="connsiteY2" fmla="*/ 1258129 h 3252111"/>
              <a:gd name="connsiteX3" fmla="*/ 1399310 w 3587971"/>
              <a:gd name="connsiteY3" fmla="*/ 0 h 3252111"/>
              <a:gd name="connsiteX0" fmla="*/ 1396734 w 3585395"/>
              <a:gd name="connsiteY0" fmla="*/ 0 h 3264990"/>
              <a:gd name="connsiteX1" fmla="*/ 0 w 3585395"/>
              <a:gd name="connsiteY1" fmla="*/ 3264990 h 3264990"/>
              <a:gd name="connsiteX2" fmla="*/ 3585395 w 3585395"/>
              <a:gd name="connsiteY2" fmla="*/ 1258129 h 3264990"/>
              <a:gd name="connsiteX3" fmla="*/ 1396734 w 3585395"/>
              <a:gd name="connsiteY3" fmla="*/ 0 h 3264990"/>
              <a:gd name="connsiteX0" fmla="*/ 1404461 w 3593122"/>
              <a:gd name="connsiteY0" fmla="*/ 0 h 3267566"/>
              <a:gd name="connsiteX1" fmla="*/ 0 w 3593122"/>
              <a:gd name="connsiteY1" fmla="*/ 3267566 h 3267566"/>
              <a:gd name="connsiteX2" fmla="*/ 3593122 w 3593122"/>
              <a:gd name="connsiteY2" fmla="*/ 1258129 h 3267566"/>
              <a:gd name="connsiteX3" fmla="*/ 1404461 w 3593122"/>
              <a:gd name="connsiteY3" fmla="*/ 0 h 3267566"/>
            </a:gdLst>
            <a:ahLst/>
            <a:cxnLst>
              <a:cxn ang="0">
                <a:pos x="connsiteX0" y="connsiteY0"/>
              </a:cxn>
              <a:cxn ang="0">
                <a:pos x="connsiteX1" y="connsiteY1"/>
              </a:cxn>
              <a:cxn ang="0">
                <a:pos x="connsiteX2" y="connsiteY2"/>
              </a:cxn>
              <a:cxn ang="0">
                <a:pos x="connsiteX3" y="connsiteY3"/>
              </a:cxn>
            </a:cxnLst>
            <a:rect l="l" t="t" r="r" b="b"/>
            <a:pathLst>
              <a:path w="3593122" h="3267566">
                <a:moveTo>
                  <a:pt x="1404461" y="0"/>
                </a:moveTo>
                <a:lnTo>
                  <a:pt x="0" y="3267566"/>
                </a:lnTo>
                <a:lnTo>
                  <a:pt x="3593122" y="1258129"/>
                </a:lnTo>
                <a:lnTo>
                  <a:pt x="1404461" y="0"/>
                </a:lnTo>
                <a:close/>
              </a:path>
            </a:pathLst>
          </a:custGeom>
          <a:gradFill>
            <a:gsLst>
              <a:gs pos="15000">
                <a:schemeClr val="accent2"/>
              </a:gs>
              <a:gs pos="100000">
                <a:schemeClr val="accent1"/>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7" name="Freeform 6"/>
          <p:cNvSpPr/>
          <p:nvPr/>
        </p:nvSpPr>
        <p:spPr>
          <a:xfrm>
            <a:off x="1390330" y="1741468"/>
            <a:ext cx="2199979" cy="3164694"/>
          </a:xfrm>
          <a:custGeom>
            <a:avLst/>
            <a:gdLst>
              <a:gd name="connsiteX0" fmla="*/ 1739462 w 2186152"/>
              <a:gd name="connsiteY0" fmla="*/ 0 h 3095296"/>
              <a:gd name="connsiteX1" fmla="*/ 0 w 2186152"/>
              <a:gd name="connsiteY1" fmla="*/ 1891862 h 3095296"/>
              <a:gd name="connsiteX2" fmla="*/ 2186152 w 2186152"/>
              <a:gd name="connsiteY2" fmla="*/ 3095296 h 3095296"/>
              <a:gd name="connsiteX3" fmla="*/ 1739462 w 2186152"/>
              <a:gd name="connsiteY3" fmla="*/ 0 h 3095296"/>
              <a:gd name="connsiteX0" fmla="*/ 1733563 w 2186152"/>
              <a:gd name="connsiteY0" fmla="*/ 0 h 3112994"/>
              <a:gd name="connsiteX1" fmla="*/ 0 w 2186152"/>
              <a:gd name="connsiteY1" fmla="*/ 1909560 h 3112994"/>
              <a:gd name="connsiteX2" fmla="*/ 2186152 w 2186152"/>
              <a:gd name="connsiteY2" fmla="*/ 3112994 h 3112994"/>
              <a:gd name="connsiteX3" fmla="*/ 1733563 w 2186152"/>
              <a:gd name="connsiteY3" fmla="*/ 0 h 3112994"/>
              <a:gd name="connsiteX0" fmla="*/ 1752613 w 2186152"/>
              <a:gd name="connsiteY0" fmla="*/ 0 h 3108232"/>
              <a:gd name="connsiteX1" fmla="*/ 0 w 2186152"/>
              <a:gd name="connsiteY1" fmla="*/ 1904798 h 3108232"/>
              <a:gd name="connsiteX2" fmla="*/ 2186152 w 2186152"/>
              <a:gd name="connsiteY2" fmla="*/ 3108232 h 3108232"/>
              <a:gd name="connsiteX3" fmla="*/ 1752613 w 2186152"/>
              <a:gd name="connsiteY3" fmla="*/ 0 h 3108232"/>
              <a:gd name="connsiteX0" fmla="*/ 1738326 w 2186152"/>
              <a:gd name="connsiteY0" fmla="*/ 0 h 3108232"/>
              <a:gd name="connsiteX1" fmla="*/ 0 w 2186152"/>
              <a:gd name="connsiteY1" fmla="*/ 1904798 h 3108232"/>
              <a:gd name="connsiteX2" fmla="*/ 2186152 w 2186152"/>
              <a:gd name="connsiteY2" fmla="*/ 3108232 h 3108232"/>
              <a:gd name="connsiteX3" fmla="*/ 1738326 w 2186152"/>
              <a:gd name="connsiteY3" fmla="*/ 0 h 3108232"/>
              <a:gd name="connsiteX0" fmla="*/ 1724039 w 2186152"/>
              <a:gd name="connsiteY0" fmla="*/ 0 h 3089182"/>
              <a:gd name="connsiteX1" fmla="*/ 0 w 2186152"/>
              <a:gd name="connsiteY1" fmla="*/ 1885748 h 3089182"/>
              <a:gd name="connsiteX2" fmla="*/ 2186152 w 2186152"/>
              <a:gd name="connsiteY2" fmla="*/ 3089182 h 3089182"/>
              <a:gd name="connsiteX3" fmla="*/ 1724039 w 2186152"/>
              <a:gd name="connsiteY3" fmla="*/ 0 h 3089182"/>
              <a:gd name="connsiteX0" fmla="*/ 1743089 w 2205202"/>
              <a:gd name="connsiteY0" fmla="*/ 0 h 3089182"/>
              <a:gd name="connsiteX1" fmla="*/ 0 w 2205202"/>
              <a:gd name="connsiteY1" fmla="*/ 1861935 h 3089182"/>
              <a:gd name="connsiteX2" fmla="*/ 2205202 w 2205202"/>
              <a:gd name="connsiteY2" fmla="*/ 3089182 h 3089182"/>
              <a:gd name="connsiteX3" fmla="*/ 1743089 w 2205202"/>
              <a:gd name="connsiteY3" fmla="*/ 0 h 3089182"/>
              <a:gd name="connsiteX0" fmla="*/ 1733564 w 2205202"/>
              <a:gd name="connsiteY0" fmla="*/ 0 h 3079657"/>
              <a:gd name="connsiteX1" fmla="*/ 0 w 2205202"/>
              <a:gd name="connsiteY1" fmla="*/ 1852410 h 3079657"/>
              <a:gd name="connsiteX2" fmla="*/ 2205202 w 2205202"/>
              <a:gd name="connsiteY2" fmla="*/ 3079657 h 3079657"/>
              <a:gd name="connsiteX3" fmla="*/ 1733564 w 2205202"/>
              <a:gd name="connsiteY3" fmla="*/ 0 h 3079657"/>
              <a:gd name="connsiteX0" fmla="*/ 1695464 w 2167102"/>
              <a:gd name="connsiteY0" fmla="*/ 0 h 3079657"/>
              <a:gd name="connsiteX1" fmla="*/ 0 w 2167102"/>
              <a:gd name="connsiteY1" fmla="*/ 1871460 h 3079657"/>
              <a:gd name="connsiteX2" fmla="*/ 2167102 w 2167102"/>
              <a:gd name="connsiteY2" fmla="*/ 3079657 h 3079657"/>
              <a:gd name="connsiteX3" fmla="*/ 1695464 w 2167102"/>
              <a:gd name="connsiteY3" fmla="*/ 0 h 3079657"/>
              <a:gd name="connsiteX0" fmla="*/ 1724039 w 2195677"/>
              <a:gd name="connsiteY0" fmla="*/ 0 h 3079657"/>
              <a:gd name="connsiteX1" fmla="*/ 0 w 2195677"/>
              <a:gd name="connsiteY1" fmla="*/ 1866698 h 3079657"/>
              <a:gd name="connsiteX2" fmla="*/ 2195677 w 2195677"/>
              <a:gd name="connsiteY2" fmla="*/ 3079657 h 3079657"/>
              <a:gd name="connsiteX3" fmla="*/ 1724039 w 2195677"/>
              <a:gd name="connsiteY3" fmla="*/ 0 h 3079657"/>
              <a:gd name="connsiteX0" fmla="*/ 1746073 w 2195677"/>
              <a:gd name="connsiteY0" fmla="*/ 0 h 3079657"/>
              <a:gd name="connsiteX1" fmla="*/ 0 w 2195677"/>
              <a:gd name="connsiteY1" fmla="*/ 1866698 h 3079657"/>
              <a:gd name="connsiteX2" fmla="*/ 2195677 w 2195677"/>
              <a:gd name="connsiteY2" fmla="*/ 3079657 h 3079657"/>
              <a:gd name="connsiteX3" fmla="*/ 1746073 w 2195677"/>
              <a:gd name="connsiteY3" fmla="*/ 0 h 3079657"/>
              <a:gd name="connsiteX0" fmla="*/ 1714323 w 2195677"/>
              <a:gd name="connsiteY0" fmla="*/ 0 h 3098707"/>
              <a:gd name="connsiteX1" fmla="*/ 0 w 2195677"/>
              <a:gd name="connsiteY1" fmla="*/ 1885748 h 3098707"/>
              <a:gd name="connsiteX2" fmla="*/ 2195677 w 2195677"/>
              <a:gd name="connsiteY2" fmla="*/ 3098707 h 3098707"/>
              <a:gd name="connsiteX3" fmla="*/ 1714323 w 2195677"/>
              <a:gd name="connsiteY3" fmla="*/ 0 h 3098707"/>
              <a:gd name="connsiteX0" fmla="*/ 1720673 w 2195677"/>
              <a:gd name="connsiteY0" fmla="*/ 0 h 3092357"/>
              <a:gd name="connsiteX1" fmla="*/ 0 w 2195677"/>
              <a:gd name="connsiteY1" fmla="*/ 1879398 h 3092357"/>
              <a:gd name="connsiteX2" fmla="*/ 2195677 w 2195677"/>
              <a:gd name="connsiteY2" fmla="*/ 3092357 h 3092357"/>
              <a:gd name="connsiteX3" fmla="*/ 1720673 w 2195677"/>
              <a:gd name="connsiteY3" fmla="*/ 0 h 3092357"/>
              <a:gd name="connsiteX0" fmla="*/ 1739723 w 2195677"/>
              <a:gd name="connsiteY0" fmla="*/ 0 h 3086007"/>
              <a:gd name="connsiteX1" fmla="*/ 0 w 2195677"/>
              <a:gd name="connsiteY1" fmla="*/ 1873048 h 3086007"/>
              <a:gd name="connsiteX2" fmla="*/ 2195677 w 2195677"/>
              <a:gd name="connsiteY2" fmla="*/ 3086007 h 3086007"/>
              <a:gd name="connsiteX3" fmla="*/ 1739723 w 2195677"/>
              <a:gd name="connsiteY3" fmla="*/ 0 h 3086007"/>
              <a:gd name="connsiteX0" fmla="*/ 1720673 w 2195677"/>
              <a:gd name="connsiteY0" fmla="*/ 0 h 3155857"/>
              <a:gd name="connsiteX1" fmla="*/ 0 w 2195677"/>
              <a:gd name="connsiteY1" fmla="*/ 1942898 h 3155857"/>
              <a:gd name="connsiteX2" fmla="*/ 2195677 w 2195677"/>
              <a:gd name="connsiteY2" fmla="*/ 3155857 h 3155857"/>
              <a:gd name="connsiteX3" fmla="*/ 1720673 w 2195677"/>
              <a:gd name="connsiteY3" fmla="*/ 0 h 3155857"/>
              <a:gd name="connsiteX0" fmla="*/ 1720673 w 2195677"/>
              <a:gd name="connsiteY0" fmla="*/ 0 h 3079657"/>
              <a:gd name="connsiteX1" fmla="*/ 0 w 2195677"/>
              <a:gd name="connsiteY1" fmla="*/ 1866698 h 3079657"/>
              <a:gd name="connsiteX2" fmla="*/ 2195677 w 2195677"/>
              <a:gd name="connsiteY2" fmla="*/ 3079657 h 3079657"/>
              <a:gd name="connsiteX3" fmla="*/ 1720673 w 2195677"/>
              <a:gd name="connsiteY3" fmla="*/ 0 h 3079657"/>
              <a:gd name="connsiteX0" fmla="*/ 1720673 w 2195677"/>
              <a:gd name="connsiteY0" fmla="*/ 0 h 3149507"/>
              <a:gd name="connsiteX1" fmla="*/ 0 w 2195677"/>
              <a:gd name="connsiteY1" fmla="*/ 1936548 h 3149507"/>
              <a:gd name="connsiteX2" fmla="*/ 2195677 w 2195677"/>
              <a:gd name="connsiteY2" fmla="*/ 3149507 h 3149507"/>
              <a:gd name="connsiteX3" fmla="*/ 1720673 w 2195677"/>
              <a:gd name="connsiteY3" fmla="*/ 0 h 3149507"/>
              <a:gd name="connsiteX0" fmla="*/ 1739723 w 2214727"/>
              <a:gd name="connsiteY0" fmla="*/ 0 h 3149507"/>
              <a:gd name="connsiteX1" fmla="*/ 0 w 2214727"/>
              <a:gd name="connsiteY1" fmla="*/ 1936548 h 3149507"/>
              <a:gd name="connsiteX2" fmla="*/ 2214727 w 2214727"/>
              <a:gd name="connsiteY2" fmla="*/ 3149507 h 3149507"/>
              <a:gd name="connsiteX3" fmla="*/ 1739723 w 2214727"/>
              <a:gd name="connsiteY3" fmla="*/ 0 h 3149507"/>
              <a:gd name="connsiteX0" fmla="*/ 1739723 w 2214727"/>
              <a:gd name="connsiteY0" fmla="*/ 0 h 3149507"/>
              <a:gd name="connsiteX1" fmla="*/ 0 w 2214727"/>
              <a:gd name="connsiteY1" fmla="*/ 1936548 h 3149507"/>
              <a:gd name="connsiteX2" fmla="*/ 2214727 w 2214727"/>
              <a:gd name="connsiteY2" fmla="*/ 3149507 h 3149507"/>
              <a:gd name="connsiteX3" fmla="*/ 1739723 w 2214727"/>
              <a:gd name="connsiteY3" fmla="*/ 0 h 3149507"/>
              <a:gd name="connsiteX0" fmla="*/ 1724975 w 2199979"/>
              <a:gd name="connsiteY0" fmla="*/ 0 h 3149507"/>
              <a:gd name="connsiteX1" fmla="*/ 0 w 2199979"/>
              <a:gd name="connsiteY1" fmla="*/ 1921800 h 3149507"/>
              <a:gd name="connsiteX2" fmla="*/ 2199979 w 2199979"/>
              <a:gd name="connsiteY2" fmla="*/ 3149507 h 3149507"/>
              <a:gd name="connsiteX3" fmla="*/ 1724975 w 2199979"/>
              <a:gd name="connsiteY3" fmla="*/ 0 h 3149507"/>
              <a:gd name="connsiteX0" fmla="*/ 1722399 w 2199979"/>
              <a:gd name="connsiteY0" fmla="*/ 0 h 3072234"/>
              <a:gd name="connsiteX1" fmla="*/ 0 w 2199979"/>
              <a:gd name="connsiteY1" fmla="*/ 1844527 h 3072234"/>
              <a:gd name="connsiteX2" fmla="*/ 2199979 w 2199979"/>
              <a:gd name="connsiteY2" fmla="*/ 3072234 h 3072234"/>
              <a:gd name="connsiteX3" fmla="*/ 1722399 w 2199979"/>
              <a:gd name="connsiteY3" fmla="*/ 0 h 3072234"/>
              <a:gd name="connsiteX0" fmla="*/ 1722399 w 2199979"/>
              <a:gd name="connsiteY0" fmla="*/ 0 h 3123750"/>
              <a:gd name="connsiteX1" fmla="*/ 0 w 2199979"/>
              <a:gd name="connsiteY1" fmla="*/ 1896043 h 3123750"/>
              <a:gd name="connsiteX2" fmla="*/ 2199979 w 2199979"/>
              <a:gd name="connsiteY2" fmla="*/ 3123750 h 3123750"/>
              <a:gd name="connsiteX3" fmla="*/ 1722399 w 2199979"/>
              <a:gd name="connsiteY3" fmla="*/ 0 h 3123750"/>
              <a:gd name="connsiteX0" fmla="*/ 1736047 w 2199979"/>
              <a:gd name="connsiteY0" fmla="*/ 0 h 3164694"/>
              <a:gd name="connsiteX1" fmla="*/ 0 w 2199979"/>
              <a:gd name="connsiteY1" fmla="*/ 1936987 h 3164694"/>
              <a:gd name="connsiteX2" fmla="*/ 2199979 w 2199979"/>
              <a:gd name="connsiteY2" fmla="*/ 3164694 h 3164694"/>
              <a:gd name="connsiteX3" fmla="*/ 1736047 w 2199979"/>
              <a:gd name="connsiteY3" fmla="*/ 0 h 3164694"/>
            </a:gdLst>
            <a:ahLst/>
            <a:cxnLst>
              <a:cxn ang="0">
                <a:pos x="connsiteX0" y="connsiteY0"/>
              </a:cxn>
              <a:cxn ang="0">
                <a:pos x="connsiteX1" y="connsiteY1"/>
              </a:cxn>
              <a:cxn ang="0">
                <a:pos x="connsiteX2" y="connsiteY2"/>
              </a:cxn>
              <a:cxn ang="0">
                <a:pos x="connsiteX3" y="connsiteY3"/>
              </a:cxn>
            </a:cxnLst>
            <a:rect l="l" t="t" r="r" b="b"/>
            <a:pathLst>
              <a:path w="2199979" h="3164694">
                <a:moveTo>
                  <a:pt x="1736047" y="0"/>
                </a:moveTo>
                <a:lnTo>
                  <a:pt x="0" y="1936987"/>
                </a:lnTo>
                <a:lnTo>
                  <a:pt x="2199979" y="3164694"/>
                </a:lnTo>
                <a:lnTo>
                  <a:pt x="1736047" y="0"/>
                </a:lnTo>
                <a:close/>
              </a:path>
            </a:pathLst>
          </a:custGeom>
          <a:gradFill>
            <a:gsLst>
              <a:gs pos="15000">
                <a:schemeClr val="accent2"/>
              </a:gs>
              <a:gs pos="100000">
                <a:schemeClr val="accent1"/>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8" name="Freeform 7"/>
          <p:cNvSpPr/>
          <p:nvPr/>
        </p:nvSpPr>
        <p:spPr>
          <a:xfrm>
            <a:off x="6375805" y="1"/>
            <a:ext cx="4644129" cy="1222744"/>
          </a:xfrm>
          <a:custGeom>
            <a:avLst/>
            <a:gdLst>
              <a:gd name="connsiteX0" fmla="*/ 0 w 4550735"/>
              <a:gd name="connsiteY0" fmla="*/ 0 h 1222745"/>
              <a:gd name="connsiteX1" fmla="*/ 1222744 w 4550735"/>
              <a:gd name="connsiteY1" fmla="*/ 1222745 h 1222745"/>
              <a:gd name="connsiteX2" fmla="*/ 4550735 w 4550735"/>
              <a:gd name="connsiteY2" fmla="*/ 10633 h 1222745"/>
              <a:gd name="connsiteX3" fmla="*/ 0 w 4550735"/>
              <a:gd name="connsiteY3" fmla="*/ 0 h 1222745"/>
              <a:gd name="connsiteX0" fmla="*/ 0 w 4582633"/>
              <a:gd name="connsiteY0" fmla="*/ 10633 h 1212112"/>
              <a:gd name="connsiteX1" fmla="*/ 1254642 w 4582633"/>
              <a:gd name="connsiteY1" fmla="*/ 1212112 h 1212112"/>
              <a:gd name="connsiteX2" fmla="*/ 4582633 w 4582633"/>
              <a:gd name="connsiteY2" fmla="*/ 0 h 1212112"/>
              <a:gd name="connsiteX3" fmla="*/ 0 w 4582633"/>
              <a:gd name="connsiteY3" fmla="*/ 10633 h 1212112"/>
              <a:gd name="connsiteX0" fmla="*/ 0 w 4566685"/>
              <a:gd name="connsiteY0" fmla="*/ 0 h 1228061"/>
              <a:gd name="connsiteX1" fmla="*/ 1238694 w 4566685"/>
              <a:gd name="connsiteY1" fmla="*/ 1228061 h 1228061"/>
              <a:gd name="connsiteX2" fmla="*/ 4566685 w 4566685"/>
              <a:gd name="connsiteY2" fmla="*/ 15949 h 1228061"/>
              <a:gd name="connsiteX3" fmla="*/ 0 w 4566685"/>
              <a:gd name="connsiteY3" fmla="*/ 0 h 1228061"/>
              <a:gd name="connsiteX0" fmla="*/ 0 w 4566685"/>
              <a:gd name="connsiteY0" fmla="*/ 0 h 1217428"/>
              <a:gd name="connsiteX1" fmla="*/ 1238694 w 4566685"/>
              <a:gd name="connsiteY1" fmla="*/ 1217428 h 1217428"/>
              <a:gd name="connsiteX2" fmla="*/ 4566685 w 4566685"/>
              <a:gd name="connsiteY2" fmla="*/ 5316 h 1217428"/>
              <a:gd name="connsiteX3" fmla="*/ 0 w 4566685"/>
              <a:gd name="connsiteY3" fmla="*/ 0 h 1217428"/>
              <a:gd name="connsiteX0" fmla="*/ 0 w 4614532"/>
              <a:gd name="connsiteY0" fmla="*/ 0 h 1217428"/>
              <a:gd name="connsiteX1" fmla="*/ 1238694 w 4614532"/>
              <a:gd name="connsiteY1" fmla="*/ 1217428 h 1217428"/>
              <a:gd name="connsiteX2" fmla="*/ 4614532 w 4614532"/>
              <a:gd name="connsiteY2" fmla="*/ 5316 h 1217428"/>
              <a:gd name="connsiteX3" fmla="*/ 0 w 4614532"/>
              <a:gd name="connsiteY3" fmla="*/ 0 h 1217428"/>
              <a:gd name="connsiteX0" fmla="*/ 0 w 4614532"/>
              <a:gd name="connsiteY0" fmla="*/ 0 h 1228060"/>
              <a:gd name="connsiteX1" fmla="*/ 1286541 w 4614532"/>
              <a:gd name="connsiteY1" fmla="*/ 1228060 h 1228060"/>
              <a:gd name="connsiteX2" fmla="*/ 4614532 w 4614532"/>
              <a:gd name="connsiteY2" fmla="*/ 5316 h 1228060"/>
              <a:gd name="connsiteX3" fmla="*/ 0 w 4614532"/>
              <a:gd name="connsiteY3" fmla="*/ 0 h 1228060"/>
              <a:gd name="connsiteX0" fmla="*/ 0 w 4614532"/>
              <a:gd name="connsiteY0" fmla="*/ 10633 h 1222744"/>
              <a:gd name="connsiteX1" fmla="*/ 1286541 w 4614532"/>
              <a:gd name="connsiteY1" fmla="*/ 1222744 h 1222744"/>
              <a:gd name="connsiteX2" fmla="*/ 4614532 w 4614532"/>
              <a:gd name="connsiteY2" fmla="*/ 0 h 1222744"/>
              <a:gd name="connsiteX3" fmla="*/ 0 w 4614532"/>
              <a:gd name="connsiteY3" fmla="*/ 10633 h 1222744"/>
              <a:gd name="connsiteX0" fmla="*/ 0 w 4614532"/>
              <a:gd name="connsiteY0" fmla="*/ 10633 h 1201479"/>
              <a:gd name="connsiteX1" fmla="*/ 1238695 w 4614532"/>
              <a:gd name="connsiteY1" fmla="*/ 1201479 h 1201479"/>
              <a:gd name="connsiteX2" fmla="*/ 4614532 w 4614532"/>
              <a:gd name="connsiteY2" fmla="*/ 0 h 1201479"/>
              <a:gd name="connsiteX3" fmla="*/ 0 w 4614532"/>
              <a:gd name="connsiteY3" fmla="*/ 10633 h 1201479"/>
              <a:gd name="connsiteX0" fmla="*/ 0 w 4614532"/>
              <a:gd name="connsiteY0" fmla="*/ 10633 h 1222744"/>
              <a:gd name="connsiteX1" fmla="*/ 1249328 w 4614532"/>
              <a:gd name="connsiteY1" fmla="*/ 1222744 h 1222744"/>
              <a:gd name="connsiteX2" fmla="*/ 4614532 w 4614532"/>
              <a:gd name="connsiteY2" fmla="*/ 0 h 1222744"/>
              <a:gd name="connsiteX3" fmla="*/ 0 w 4614532"/>
              <a:gd name="connsiteY3" fmla="*/ 10633 h 1222744"/>
              <a:gd name="connsiteX0" fmla="*/ 0 w 4614532"/>
              <a:gd name="connsiteY0" fmla="*/ 0 h 1222744"/>
              <a:gd name="connsiteX1" fmla="*/ 1249328 w 4614532"/>
              <a:gd name="connsiteY1" fmla="*/ 1222744 h 1222744"/>
              <a:gd name="connsiteX2" fmla="*/ 4614532 w 4614532"/>
              <a:gd name="connsiteY2" fmla="*/ 0 h 1222744"/>
              <a:gd name="connsiteX3" fmla="*/ 0 w 4614532"/>
              <a:gd name="connsiteY3" fmla="*/ 0 h 1222744"/>
              <a:gd name="connsiteX0" fmla="*/ 0 w 4630481"/>
              <a:gd name="connsiteY0" fmla="*/ 0 h 1222744"/>
              <a:gd name="connsiteX1" fmla="*/ 1249328 w 4630481"/>
              <a:gd name="connsiteY1" fmla="*/ 1222744 h 1222744"/>
              <a:gd name="connsiteX2" fmla="*/ 4630481 w 4630481"/>
              <a:gd name="connsiteY2" fmla="*/ 0 h 1222744"/>
              <a:gd name="connsiteX3" fmla="*/ 0 w 4630481"/>
              <a:gd name="connsiteY3" fmla="*/ 0 h 1222744"/>
              <a:gd name="connsiteX0" fmla="*/ 0 w 4671425"/>
              <a:gd name="connsiteY0" fmla="*/ 0 h 1222744"/>
              <a:gd name="connsiteX1" fmla="*/ 1290272 w 4671425"/>
              <a:gd name="connsiteY1" fmla="*/ 1222744 h 1222744"/>
              <a:gd name="connsiteX2" fmla="*/ 4671425 w 4671425"/>
              <a:gd name="connsiteY2" fmla="*/ 0 h 1222744"/>
              <a:gd name="connsiteX3" fmla="*/ 0 w 4671425"/>
              <a:gd name="connsiteY3" fmla="*/ 0 h 1222744"/>
              <a:gd name="connsiteX0" fmla="*/ 0 w 4671425"/>
              <a:gd name="connsiteY0" fmla="*/ 0 h 1222744"/>
              <a:gd name="connsiteX1" fmla="*/ 1290272 w 4671425"/>
              <a:gd name="connsiteY1" fmla="*/ 1222744 h 1222744"/>
              <a:gd name="connsiteX2" fmla="*/ 4671425 w 4671425"/>
              <a:gd name="connsiteY2" fmla="*/ 614149 h 1222744"/>
              <a:gd name="connsiteX3" fmla="*/ 0 w 4671425"/>
              <a:gd name="connsiteY3" fmla="*/ 0 h 1222744"/>
              <a:gd name="connsiteX0" fmla="*/ 0 w 4657777"/>
              <a:gd name="connsiteY0" fmla="*/ 13648 h 1236392"/>
              <a:gd name="connsiteX1" fmla="*/ 1290272 w 4657777"/>
              <a:gd name="connsiteY1" fmla="*/ 1236392 h 1236392"/>
              <a:gd name="connsiteX2" fmla="*/ 4657777 w 4657777"/>
              <a:gd name="connsiteY2" fmla="*/ 0 h 1236392"/>
              <a:gd name="connsiteX3" fmla="*/ 0 w 4657777"/>
              <a:gd name="connsiteY3" fmla="*/ 13648 h 1236392"/>
              <a:gd name="connsiteX0" fmla="*/ 0 w 4644129"/>
              <a:gd name="connsiteY0" fmla="*/ 0 h 1222744"/>
              <a:gd name="connsiteX1" fmla="*/ 1290272 w 4644129"/>
              <a:gd name="connsiteY1" fmla="*/ 1222744 h 1222744"/>
              <a:gd name="connsiteX2" fmla="*/ 4644129 w 4644129"/>
              <a:gd name="connsiteY2" fmla="*/ 0 h 1222744"/>
              <a:gd name="connsiteX3" fmla="*/ 0 w 4644129"/>
              <a:gd name="connsiteY3" fmla="*/ 0 h 1222744"/>
            </a:gdLst>
            <a:ahLst/>
            <a:cxnLst>
              <a:cxn ang="0">
                <a:pos x="connsiteX0" y="connsiteY0"/>
              </a:cxn>
              <a:cxn ang="0">
                <a:pos x="connsiteX1" y="connsiteY1"/>
              </a:cxn>
              <a:cxn ang="0">
                <a:pos x="connsiteX2" y="connsiteY2"/>
              </a:cxn>
              <a:cxn ang="0">
                <a:pos x="connsiteX3" y="connsiteY3"/>
              </a:cxn>
            </a:cxnLst>
            <a:rect l="l" t="t" r="r" b="b"/>
            <a:pathLst>
              <a:path w="4644129" h="1222744">
                <a:moveTo>
                  <a:pt x="0" y="0"/>
                </a:moveTo>
                <a:lnTo>
                  <a:pt x="1290272" y="1222744"/>
                </a:lnTo>
                <a:lnTo>
                  <a:pt x="4644129" y="0"/>
                </a:lnTo>
                <a:lnTo>
                  <a:pt x="0" y="0"/>
                </a:lnTo>
                <a:close/>
              </a:path>
            </a:pathLst>
          </a:custGeom>
          <a:gradFill>
            <a:gsLst>
              <a:gs pos="100000">
                <a:schemeClr val="accent2"/>
              </a:gs>
              <a:gs pos="44000">
                <a:schemeClr val="accent1"/>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4052439" y="2989173"/>
            <a:ext cx="3708351" cy="2971471"/>
          </a:xfrm>
          <a:custGeom>
            <a:avLst/>
            <a:gdLst>
              <a:gd name="connsiteX0" fmla="*/ 2291255 w 3641834"/>
              <a:gd name="connsiteY0" fmla="*/ 0 h 2958662"/>
              <a:gd name="connsiteX1" fmla="*/ 3641834 w 3641834"/>
              <a:gd name="connsiteY1" fmla="*/ 1692165 h 2958662"/>
              <a:gd name="connsiteX2" fmla="*/ 0 w 3641834"/>
              <a:gd name="connsiteY2" fmla="*/ 2958662 h 2958662"/>
              <a:gd name="connsiteX3" fmla="*/ 2291255 w 3641834"/>
              <a:gd name="connsiteY3" fmla="*/ 0 h 2958662"/>
              <a:gd name="connsiteX0" fmla="*/ 2291255 w 3641834"/>
              <a:gd name="connsiteY0" fmla="*/ 0 h 2963917"/>
              <a:gd name="connsiteX1" fmla="*/ 3641834 w 3641834"/>
              <a:gd name="connsiteY1" fmla="*/ 1697420 h 2963917"/>
              <a:gd name="connsiteX2" fmla="*/ 0 w 3641834"/>
              <a:gd name="connsiteY2" fmla="*/ 2963917 h 2963917"/>
              <a:gd name="connsiteX3" fmla="*/ 2291255 w 3641834"/>
              <a:gd name="connsiteY3" fmla="*/ 0 h 2963917"/>
              <a:gd name="connsiteX0" fmla="*/ 2301765 w 3641834"/>
              <a:gd name="connsiteY0" fmla="*/ 0 h 2948152"/>
              <a:gd name="connsiteX1" fmla="*/ 3641834 w 3641834"/>
              <a:gd name="connsiteY1" fmla="*/ 1681655 h 2948152"/>
              <a:gd name="connsiteX2" fmla="*/ 0 w 3641834"/>
              <a:gd name="connsiteY2" fmla="*/ 2948152 h 2948152"/>
              <a:gd name="connsiteX3" fmla="*/ 2301765 w 3641834"/>
              <a:gd name="connsiteY3" fmla="*/ 0 h 2948152"/>
              <a:gd name="connsiteX0" fmla="*/ 2293452 w 3641834"/>
              <a:gd name="connsiteY0" fmla="*/ 0 h 2948152"/>
              <a:gd name="connsiteX1" fmla="*/ 3641834 w 3641834"/>
              <a:gd name="connsiteY1" fmla="*/ 1681655 h 2948152"/>
              <a:gd name="connsiteX2" fmla="*/ 0 w 3641834"/>
              <a:gd name="connsiteY2" fmla="*/ 2948152 h 2948152"/>
              <a:gd name="connsiteX3" fmla="*/ 2293452 w 3641834"/>
              <a:gd name="connsiteY3" fmla="*/ 0 h 2948152"/>
              <a:gd name="connsiteX0" fmla="*/ 2305379 w 3653761"/>
              <a:gd name="connsiteY0" fmla="*/ 0 h 2944176"/>
              <a:gd name="connsiteX1" fmla="*/ 3653761 w 3653761"/>
              <a:gd name="connsiteY1" fmla="*/ 1681655 h 2944176"/>
              <a:gd name="connsiteX2" fmla="*/ 0 w 3653761"/>
              <a:gd name="connsiteY2" fmla="*/ 2944176 h 2944176"/>
              <a:gd name="connsiteX3" fmla="*/ 2305379 w 3653761"/>
              <a:gd name="connsiteY3" fmla="*/ 0 h 2944176"/>
              <a:gd name="connsiteX0" fmla="*/ 2291731 w 3653761"/>
              <a:gd name="connsiteY0" fmla="*/ 0 h 2944176"/>
              <a:gd name="connsiteX1" fmla="*/ 3653761 w 3653761"/>
              <a:gd name="connsiteY1" fmla="*/ 1681655 h 2944176"/>
              <a:gd name="connsiteX2" fmla="*/ 0 w 3653761"/>
              <a:gd name="connsiteY2" fmla="*/ 2944176 h 2944176"/>
              <a:gd name="connsiteX3" fmla="*/ 2291731 w 3653761"/>
              <a:gd name="connsiteY3" fmla="*/ 0 h 2944176"/>
              <a:gd name="connsiteX0" fmla="*/ 2305378 w 3653761"/>
              <a:gd name="connsiteY0" fmla="*/ 0 h 2971471"/>
              <a:gd name="connsiteX1" fmla="*/ 3653761 w 3653761"/>
              <a:gd name="connsiteY1" fmla="*/ 1708950 h 2971471"/>
              <a:gd name="connsiteX2" fmla="*/ 0 w 3653761"/>
              <a:gd name="connsiteY2" fmla="*/ 2971471 h 2971471"/>
              <a:gd name="connsiteX3" fmla="*/ 2305378 w 3653761"/>
              <a:gd name="connsiteY3" fmla="*/ 0 h 2971471"/>
              <a:gd name="connsiteX0" fmla="*/ 2305378 w 3694704"/>
              <a:gd name="connsiteY0" fmla="*/ 0 h 2971471"/>
              <a:gd name="connsiteX1" fmla="*/ 3694704 w 3694704"/>
              <a:gd name="connsiteY1" fmla="*/ 1722598 h 2971471"/>
              <a:gd name="connsiteX2" fmla="*/ 0 w 3694704"/>
              <a:gd name="connsiteY2" fmla="*/ 2971471 h 2971471"/>
              <a:gd name="connsiteX3" fmla="*/ 2305378 w 3694704"/>
              <a:gd name="connsiteY3" fmla="*/ 0 h 2971471"/>
              <a:gd name="connsiteX0" fmla="*/ 2319025 w 3708351"/>
              <a:gd name="connsiteY0" fmla="*/ 0 h 2971471"/>
              <a:gd name="connsiteX1" fmla="*/ 3708351 w 3708351"/>
              <a:gd name="connsiteY1" fmla="*/ 1722598 h 2971471"/>
              <a:gd name="connsiteX2" fmla="*/ 0 w 3708351"/>
              <a:gd name="connsiteY2" fmla="*/ 2971471 h 2971471"/>
              <a:gd name="connsiteX3" fmla="*/ 2319025 w 3708351"/>
              <a:gd name="connsiteY3" fmla="*/ 0 h 2971471"/>
            </a:gdLst>
            <a:ahLst/>
            <a:cxnLst>
              <a:cxn ang="0">
                <a:pos x="connsiteX0" y="connsiteY0"/>
              </a:cxn>
              <a:cxn ang="0">
                <a:pos x="connsiteX1" y="connsiteY1"/>
              </a:cxn>
              <a:cxn ang="0">
                <a:pos x="connsiteX2" y="connsiteY2"/>
              </a:cxn>
              <a:cxn ang="0">
                <a:pos x="connsiteX3" y="connsiteY3"/>
              </a:cxn>
            </a:cxnLst>
            <a:rect l="l" t="t" r="r" b="b"/>
            <a:pathLst>
              <a:path w="3708351" h="2971471">
                <a:moveTo>
                  <a:pt x="2319025" y="0"/>
                </a:moveTo>
                <a:lnTo>
                  <a:pt x="3708351" y="1722598"/>
                </a:lnTo>
                <a:lnTo>
                  <a:pt x="0" y="2971471"/>
                </a:lnTo>
                <a:lnTo>
                  <a:pt x="2319025" y="0"/>
                </a:lnTo>
                <a:close/>
              </a:path>
            </a:pathLst>
          </a:custGeom>
          <a:gradFill>
            <a:gsLst>
              <a:gs pos="0">
                <a:schemeClr val="accent1"/>
              </a:gs>
              <a:gs pos="85000">
                <a:schemeClr val="accent2"/>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0" name="Freeform 9"/>
          <p:cNvSpPr/>
          <p:nvPr/>
        </p:nvSpPr>
        <p:spPr>
          <a:xfrm>
            <a:off x="-3085" y="-4317"/>
            <a:ext cx="3366670" cy="1808791"/>
          </a:xfrm>
          <a:custGeom>
            <a:avLst/>
            <a:gdLst>
              <a:gd name="connsiteX0" fmla="*/ 0 w 3172858"/>
              <a:gd name="connsiteY0" fmla="*/ 0 h 1773716"/>
              <a:gd name="connsiteX1" fmla="*/ 1079653 w 3172858"/>
              <a:gd name="connsiteY1" fmla="*/ 1773716 h 1773716"/>
              <a:gd name="connsiteX2" fmla="*/ 3172858 w 3172858"/>
              <a:gd name="connsiteY2" fmla="*/ 1751682 h 1773716"/>
              <a:gd name="connsiteX3" fmla="*/ 0 w 3172858"/>
              <a:gd name="connsiteY3" fmla="*/ 0 h 1773716"/>
              <a:gd name="connsiteX0" fmla="*/ 0 w 3114492"/>
              <a:gd name="connsiteY0" fmla="*/ 0 h 1773716"/>
              <a:gd name="connsiteX1" fmla="*/ 1079653 w 3114492"/>
              <a:gd name="connsiteY1" fmla="*/ 1773716 h 1773716"/>
              <a:gd name="connsiteX2" fmla="*/ 3114492 w 3114492"/>
              <a:gd name="connsiteY2" fmla="*/ 1177750 h 1773716"/>
              <a:gd name="connsiteX3" fmla="*/ 0 w 3114492"/>
              <a:gd name="connsiteY3" fmla="*/ 0 h 1773716"/>
              <a:gd name="connsiteX0" fmla="*/ 0 w 3153403"/>
              <a:gd name="connsiteY0" fmla="*/ 0 h 1773716"/>
              <a:gd name="connsiteX1" fmla="*/ 1079653 w 3153403"/>
              <a:gd name="connsiteY1" fmla="*/ 1773716 h 1773716"/>
              <a:gd name="connsiteX2" fmla="*/ 3153403 w 3153403"/>
              <a:gd name="connsiteY2" fmla="*/ 1771137 h 1773716"/>
              <a:gd name="connsiteX3" fmla="*/ 0 w 3153403"/>
              <a:gd name="connsiteY3" fmla="*/ 0 h 1773716"/>
              <a:gd name="connsiteX0" fmla="*/ 0 w 3346198"/>
              <a:gd name="connsiteY0" fmla="*/ 0 h 1771137"/>
              <a:gd name="connsiteX1" fmla="*/ 3346198 w 3346198"/>
              <a:gd name="connsiteY1" fmla="*/ 3282 h 1771137"/>
              <a:gd name="connsiteX2" fmla="*/ 3153403 w 3346198"/>
              <a:gd name="connsiteY2" fmla="*/ 1771137 h 1771137"/>
              <a:gd name="connsiteX3" fmla="*/ 0 w 3346198"/>
              <a:gd name="connsiteY3" fmla="*/ 0 h 1771137"/>
              <a:gd name="connsiteX0" fmla="*/ 0 w 3346198"/>
              <a:gd name="connsiteY0" fmla="*/ 0 h 1766374"/>
              <a:gd name="connsiteX1" fmla="*/ 3346198 w 3346198"/>
              <a:gd name="connsiteY1" fmla="*/ 3282 h 1766374"/>
              <a:gd name="connsiteX2" fmla="*/ 3110540 w 3346198"/>
              <a:gd name="connsiteY2" fmla="*/ 1766374 h 1766374"/>
              <a:gd name="connsiteX3" fmla="*/ 0 w 3346198"/>
              <a:gd name="connsiteY3" fmla="*/ 0 h 1766374"/>
              <a:gd name="connsiteX0" fmla="*/ 0 w 3346198"/>
              <a:gd name="connsiteY0" fmla="*/ 0 h 1780662"/>
              <a:gd name="connsiteX1" fmla="*/ 3346198 w 3346198"/>
              <a:gd name="connsiteY1" fmla="*/ 3282 h 1780662"/>
              <a:gd name="connsiteX2" fmla="*/ 3091490 w 3346198"/>
              <a:gd name="connsiteY2" fmla="*/ 1780662 h 1780662"/>
              <a:gd name="connsiteX3" fmla="*/ 0 w 3346198"/>
              <a:gd name="connsiteY3" fmla="*/ 0 h 1780662"/>
              <a:gd name="connsiteX0" fmla="*/ 0 w 3346198"/>
              <a:gd name="connsiteY0" fmla="*/ 0 h 1804474"/>
              <a:gd name="connsiteX1" fmla="*/ 3346198 w 3346198"/>
              <a:gd name="connsiteY1" fmla="*/ 3282 h 1804474"/>
              <a:gd name="connsiteX2" fmla="*/ 3115303 w 3346198"/>
              <a:gd name="connsiteY2" fmla="*/ 1804474 h 1804474"/>
              <a:gd name="connsiteX3" fmla="*/ 0 w 3346198"/>
              <a:gd name="connsiteY3" fmla="*/ 0 h 1804474"/>
              <a:gd name="connsiteX0" fmla="*/ 0 w 3346198"/>
              <a:gd name="connsiteY0" fmla="*/ 10366 h 1801192"/>
              <a:gd name="connsiteX1" fmla="*/ 3346198 w 3346198"/>
              <a:gd name="connsiteY1" fmla="*/ 0 h 1801192"/>
              <a:gd name="connsiteX2" fmla="*/ 3115303 w 3346198"/>
              <a:gd name="connsiteY2" fmla="*/ 1801192 h 1801192"/>
              <a:gd name="connsiteX3" fmla="*/ 0 w 3346198"/>
              <a:gd name="connsiteY3" fmla="*/ 10366 h 1801192"/>
              <a:gd name="connsiteX0" fmla="*/ 0 w 3366670"/>
              <a:gd name="connsiteY0" fmla="*/ 0 h 1818122"/>
              <a:gd name="connsiteX1" fmla="*/ 3366670 w 3366670"/>
              <a:gd name="connsiteY1" fmla="*/ 16930 h 1818122"/>
              <a:gd name="connsiteX2" fmla="*/ 3135775 w 3366670"/>
              <a:gd name="connsiteY2" fmla="*/ 1818122 h 1818122"/>
              <a:gd name="connsiteX3" fmla="*/ 0 w 3366670"/>
              <a:gd name="connsiteY3" fmla="*/ 0 h 1818122"/>
              <a:gd name="connsiteX0" fmla="*/ 0 w 3363258"/>
              <a:gd name="connsiteY0" fmla="*/ 0 h 1811298"/>
              <a:gd name="connsiteX1" fmla="*/ 3363258 w 3363258"/>
              <a:gd name="connsiteY1" fmla="*/ 10106 h 1811298"/>
              <a:gd name="connsiteX2" fmla="*/ 3132363 w 3363258"/>
              <a:gd name="connsiteY2" fmla="*/ 1811298 h 1811298"/>
              <a:gd name="connsiteX3" fmla="*/ 0 w 3363258"/>
              <a:gd name="connsiteY3" fmla="*/ 0 h 1811298"/>
              <a:gd name="connsiteX0" fmla="*/ 0 w 3363258"/>
              <a:gd name="connsiteY0" fmla="*/ 0 h 1807886"/>
              <a:gd name="connsiteX1" fmla="*/ 3363258 w 3363258"/>
              <a:gd name="connsiteY1" fmla="*/ 6694 h 1807886"/>
              <a:gd name="connsiteX2" fmla="*/ 3132363 w 3363258"/>
              <a:gd name="connsiteY2" fmla="*/ 1807886 h 1807886"/>
              <a:gd name="connsiteX3" fmla="*/ 0 w 3363258"/>
              <a:gd name="connsiteY3" fmla="*/ 0 h 1807886"/>
              <a:gd name="connsiteX0" fmla="*/ 0 w 3363258"/>
              <a:gd name="connsiteY0" fmla="*/ 3542 h 1801192"/>
              <a:gd name="connsiteX1" fmla="*/ 3363258 w 3363258"/>
              <a:gd name="connsiteY1" fmla="*/ 0 h 1801192"/>
              <a:gd name="connsiteX2" fmla="*/ 3132363 w 3363258"/>
              <a:gd name="connsiteY2" fmla="*/ 1801192 h 1801192"/>
              <a:gd name="connsiteX3" fmla="*/ 0 w 3363258"/>
              <a:gd name="connsiteY3" fmla="*/ 3542 h 1801192"/>
              <a:gd name="connsiteX0" fmla="*/ 0 w 3366670"/>
              <a:gd name="connsiteY0" fmla="*/ 0 h 1804474"/>
              <a:gd name="connsiteX1" fmla="*/ 3366670 w 3366670"/>
              <a:gd name="connsiteY1" fmla="*/ 3282 h 1804474"/>
              <a:gd name="connsiteX2" fmla="*/ 3135775 w 3366670"/>
              <a:gd name="connsiteY2" fmla="*/ 1804474 h 1804474"/>
              <a:gd name="connsiteX3" fmla="*/ 0 w 3366670"/>
              <a:gd name="connsiteY3" fmla="*/ 0 h 1804474"/>
            </a:gdLst>
            <a:ahLst/>
            <a:cxnLst>
              <a:cxn ang="0">
                <a:pos x="connsiteX0" y="connsiteY0"/>
              </a:cxn>
              <a:cxn ang="0">
                <a:pos x="connsiteX1" y="connsiteY1"/>
              </a:cxn>
              <a:cxn ang="0">
                <a:pos x="connsiteX2" y="connsiteY2"/>
              </a:cxn>
              <a:cxn ang="0">
                <a:pos x="connsiteX3" y="connsiteY3"/>
              </a:cxn>
            </a:cxnLst>
            <a:rect l="l" t="t" r="r" b="b"/>
            <a:pathLst>
              <a:path w="3366670" h="1804474">
                <a:moveTo>
                  <a:pt x="0" y="0"/>
                </a:moveTo>
                <a:lnTo>
                  <a:pt x="3366670" y="3282"/>
                </a:lnTo>
                <a:lnTo>
                  <a:pt x="3135775" y="1804474"/>
                </a:lnTo>
                <a:lnTo>
                  <a:pt x="0" y="0"/>
                </a:lnTo>
                <a:close/>
              </a:path>
            </a:pathLst>
          </a:custGeom>
          <a:gradFill>
            <a:gsLst>
              <a:gs pos="100000">
                <a:schemeClr val="accent2"/>
              </a:gs>
              <a:gs pos="44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1" name="Freeform 10"/>
          <p:cNvSpPr/>
          <p:nvPr/>
        </p:nvSpPr>
        <p:spPr>
          <a:xfrm>
            <a:off x="3111696" y="1778988"/>
            <a:ext cx="3269644" cy="3085357"/>
          </a:xfrm>
          <a:custGeom>
            <a:avLst/>
            <a:gdLst>
              <a:gd name="connsiteX0" fmla="*/ 0 w 3237186"/>
              <a:gd name="connsiteY0" fmla="*/ 0 h 3095296"/>
              <a:gd name="connsiteX1" fmla="*/ 441434 w 3237186"/>
              <a:gd name="connsiteY1" fmla="*/ 3095296 h 3095296"/>
              <a:gd name="connsiteX2" fmla="*/ 3237186 w 3237186"/>
              <a:gd name="connsiteY2" fmla="*/ 1255986 h 3095296"/>
              <a:gd name="connsiteX3" fmla="*/ 0 w 3237186"/>
              <a:gd name="connsiteY3" fmla="*/ 0 h 3095296"/>
              <a:gd name="connsiteX0" fmla="*/ 0 w 3237186"/>
              <a:gd name="connsiteY0" fmla="*/ 0 h 3109584"/>
              <a:gd name="connsiteX1" fmla="*/ 441434 w 3237186"/>
              <a:gd name="connsiteY1" fmla="*/ 3109584 h 3109584"/>
              <a:gd name="connsiteX2" fmla="*/ 3237186 w 3237186"/>
              <a:gd name="connsiteY2" fmla="*/ 1270274 h 3109584"/>
              <a:gd name="connsiteX3" fmla="*/ 0 w 3237186"/>
              <a:gd name="connsiteY3" fmla="*/ 0 h 3109584"/>
              <a:gd name="connsiteX0" fmla="*/ 0 w 3237186"/>
              <a:gd name="connsiteY0" fmla="*/ 0 h 3085764"/>
              <a:gd name="connsiteX1" fmla="*/ 441434 w 3237186"/>
              <a:gd name="connsiteY1" fmla="*/ 3085764 h 3085764"/>
              <a:gd name="connsiteX2" fmla="*/ 3237186 w 3237186"/>
              <a:gd name="connsiteY2" fmla="*/ 1246454 h 3085764"/>
              <a:gd name="connsiteX3" fmla="*/ 0 w 3237186"/>
              <a:gd name="connsiteY3" fmla="*/ 0 h 3085764"/>
              <a:gd name="connsiteX0" fmla="*/ 0 w 3255520"/>
              <a:gd name="connsiteY0" fmla="*/ 0 h 3085764"/>
              <a:gd name="connsiteX1" fmla="*/ 441434 w 3255520"/>
              <a:gd name="connsiteY1" fmla="*/ 3085764 h 3085764"/>
              <a:gd name="connsiteX2" fmla="*/ 3255520 w 3255520"/>
              <a:gd name="connsiteY2" fmla="*/ 1239108 h 3085764"/>
              <a:gd name="connsiteX3" fmla="*/ 0 w 3255520"/>
              <a:gd name="connsiteY3" fmla="*/ 0 h 3085764"/>
              <a:gd name="connsiteX0" fmla="*/ 0 w 3255520"/>
              <a:gd name="connsiteY0" fmla="*/ 0 h 3088940"/>
              <a:gd name="connsiteX1" fmla="*/ 460457 w 3255520"/>
              <a:gd name="connsiteY1" fmla="*/ 3088940 h 3088940"/>
              <a:gd name="connsiteX2" fmla="*/ 3255520 w 3255520"/>
              <a:gd name="connsiteY2" fmla="*/ 1239108 h 3088940"/>
              <a:gd name="connsiteX3" fmla="*/ 0 w 3255520"/>
              <a:gd name="connsiteY3" fmla="*/ 0 h 3088940"/>
              <a:gd name="connsiteX0" fmla="*/ 0 w 3262334"/>
              <a:gd name="connsiteY0" fmla="*/ 0 h 3088940"/>
              <a:gd name="connsiteX1" fmla="*/ 460457 w 3262334"/>
              <a:gd name="connsiteY1" fmla="*/ 3088940 h 3088940"/>
              <a:gd name="connsiteX2" fmla="*/ 3262334 w 3262334"/>
              <a:gd name="connsiteY2" fmla="*/ 1239108 h 3088940"/>
              <a:gd name="connsiteX3" fmla="*/ 0 w 3262334"/>
              <a:gd name="connsiteY3" fmla="*/ 0 h 3088940"/>
              <a:gd name="connsiteX0" fmla="*/ 0 w 3264905"/>
              <a:gd name="connsiteY0" fmla="*/ 0 h 3086363"/>
              <a:gd name="connsiteX1" fmla="*/ 463028 w 3264905"/>
              <a:gd name="connsiteY1" fmla="*/ 3086363 h 3086363"/>
              <a:gd name="connsiteX2" fmla="*/ 3264905 w 3264905"/>
              <a:gd name="connsiteY2" fmla="*/ 1236531 h 3086363"/>
              <a:gd name="connsiteX3" fmla="*/ 0 w 3264905"/>
              <a:gd name="connsiteY3" fmla="*/ 0 h 3086363"/>
            </a:gdLst>
            <a:ahLst/>
            <a:cxnLst>
              <a:cxn ang="0">
                <a:pos x="connsiteX0" y="connsiteY0"/>
              </a:cxn>
              <a:cxn ang="0">
                <a:pos x="connsiteX1" y="connsiteY1"/>
              </a:cxn>
              <a:cxn ang="0">
                <a:pos x="connsiteX2" y="connsiteY2"/>
              </a:cxn>
              <a:cxn ang="0">
                <a:pos x="connsiteX3" y="connsiteY3"/>
              </a:cxn>
            </a:cxnLst>
            <a:rect l="l" t="t" r="r" b="b"/>
            <a:pathLst>
              <a:path w="3264905" h="3086363">
                <a:moveTo>
                  <a:pt x="0" y="0"/>
                </a:moveTo>
                <a:lnTo>
                  <a:pt x="463028" y="3086363"/>
                </a:lnTo>
                <a:lnTo>
                  <a:pt x="3264905" y="1236531"/>
                </a:lnTo>
                <a:lnTo>
                  <a:pt x="0" y="0"/>
                </a:lnTo>
                <a:close/>
              </a:path>
            </a:pathLst>
          </a:custGeom>
          <a:gradFill>
            <a:gsLst>
              <a:gs pos="15000">
                <a:schemeClr val="accent2"/>
              </a:gs>
              <a:gs pos="100000">
                <a:schemeClr val="accent1"/>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2" name="Freeform 11"/>
          <p:cNvSpPr/>
          <p:nvPr/>
        </p:nvSpPr>
        <p:spPr>
          <a:xfrm>
            <a:off x="7713406" y="2411362"/>
            <a:ext cx="1983659" cy="4457360"/>
          </a:xfrm>
          <a:custGeom>
            <a:avLst/>
            <a:gdLst>
              <a:gd name="connsiteX0" fmla="*/ 1983659 w 1983659"/>
              <a:gd name="connsiteY0" fmla="*/ 0 h 4431891"/>
              <a:gd name="connsiteX1" fmla="*/ 1032388 w 1983659"/>
              <a:gd name="connsiteY1" fmla="*/ 4431891 h 4431891"/>
              <a:gd name="connsiteX2" fmla="*/ 0 w 1983659"/>
              <a:gd name="connsiteY2" fmla="*/ 2286000 h 4431891"/>
              <a:gd name="connsiteX3" fmla="*/ 1983659 w 1983659"/>
              <a:gd name="connsiteY3" fmla="*/ 0 h 4431891"/>
              <a:gd name="connsiteX0" fmla="*/ 1983659 w 1983659"/>
              <a:gd name="connsiteY0" fmla="*/ 0 h 4439842"/>
              <a:gd name="connsiteX1" fmla="*/ 1000583 w 1983659"/>
              <a:gd name="connsiteY1" fmla="*/ 4439842 h 4439842"/>
              <a:gd name="connsiteX2" fmla="*/ 0 w 1983659"/>
              <a:gd name="connsiteY2" fmla="*/ 2286000 h 4439842"/>
              <a:gd name="connsiteX3" fmla="*/ 1983659 w 1983659"/>
              <a:gd name="connsiteY3" fmla="*/ 0 h 4439842"/>
              <a:gd name="connsiteX0" fmla="*/ 1983659 w 1983659"/>
              <a:gd name="connsiteY0" fmla="*/ 0 h 4447794"/>
              <a:gd name="connsiteX1" fmla="*/ 1000583 w 1983659"/>
              <a:gd name="connsiteY1" fmla="*/ 4447794 h 4447794"/>
              <a:gd name="connsiteX2" fmla="*/ 0 w 1983659"/>
              <a:gd name="connsiteY2" fmla="*/ 2286000 h 4447794"/>
              <a:gd name="connsiteX3" fmla="*/ 1983659 w 1983659"/>
              <a:gd name="connsiteY3" fmla="*/ 0 h 4447794"/>
              <a:gd name="connsiteX0" fmla="*/ 1983659 w 1983659"/>
              <a:gd name="connsiteY0" fmla="*/ 0 h 4471648"/>
              <a:gd name="connsiteX1" fmla="*/ 1000583 w 1983659"/>
              <a:gd name="connsiteY1" fmla="*/ 4471648 h 4471648"/>
              <a:gd name="connsiteX2" fmla="*/ 0 w 1983659"/>
              <a:gd name="connsiteY2" fmla="*/ 2286000 h 4471648"/>
              <a:gd name="connsiteX3" fmla="*/ 1983659 w 1983659"/>
              <a:gd name="connsiteY3" fmla="*/ 0 h 4471648"/>
              <a:gd name="connsiteX0" fmla="*/ 1983659 w 1983659"/>
              <a:gd name="connsiteY0" fmla="*/ 0 h 4457360"/>
              <a:gd name="connsiteX1" fmla="*/ 995820 w 1983659"/>
              <a:gd name="connsiteY1" fmla="*/ 4457360 h 4457360"/>
              <a:gd name="connsiteX2" fmla="*/ 0 w 1983659"/>
              <a:gd name="connsiteY2" fmla="*/ 2286000 h 4457360"/>
              <a:gd name="connsiteX3" fmla="*/ 1983659 w 1983659"/>
              <a:gd name="connsiteY3" fmla="*/ 0 h 4457360"/>
              <a:gd name="connsiteX0" fmla="*/ 1983659 w 1983659"/>
              <a:gd name="connsiteY0" fmla="*/ 0 h 4457360"/>
              <a:gd name="connsiteX1" fmla="*/ 991058 w 1983659"/>
              <a:gd name="connsiteY1" fmla="*/ 4457360 h 4457360"/>
              <a:gd name="connsiteX2" fmla="*/ 0 w 1983659"/>
              <a:gd name="connsiteY2" fmla="*/ 2286000 h 4457360"/>
              <a:gd name="connsiteX3" fmla="*/ 1983659 w 1983659"/>
              <a:gd name="connsiteY3" fmla="*/ 0 h 4457360"/>
            </a:gdLst>
            <a:ahLst/>
            <a:cxnLst>
              <a:cxn ang="0">
                <a:pos x="connsiteX0" y="connsiteY0"/>
              </a:cxn>
              <a:cxn ang="0">
                <a:pos x="connsiteX1" y="connsiteY1"/>
              </a:cxn>
              <a:cxn ang="0">
                <a:pos x="connsiteX2" y="connsiteY2"/>
              </a:cxn>
              <a:cxn ang="0">
                <a:pos x="connsiteX3" y="connsiteY3"/>
              </a:cxn>
            </a:cxnLst>
            <a:rect l="l" t="t" r="r" b="b"/>
            <a:pathLst>
              <a:path w="1983659" h="4457360">
                <a:moveTo>
                  <a:pt x="1983659" y="0"/>
                </a:moveTo>
                <a:lnTo>
                  <a:pt x="991058" y="4457360"/>
                </a:lnTo>
                <a:lnTo>
                  <a:pt x="0" y="2286000"/>
                </a:lnTo>
                <a:lnTo>
                  <a:pt x="1983659" y="0"/>
                </a:lnTo>
                <a:close/>
              </a:path>
            </a:pathLst>
          </a:custGeom>
          <a:gradFill>
            <a:gsLst>
              <a:gs pos="0">
                <a:schemeClr val="accent1"/>
              </a:gs>
              <a:gs pos="73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3" name="Freeform 12"/>
          <p:cNvSpPr/>
          <p:nvPr/>
        </p:nvSpPr>
        <p:spPr>
          <a:xfrm>
            <a:off x="6341757" y="1209676"/>
            <a:ext cx="3359456" cy="1822946"/>
          </a:xfrm>
          <a:custGeom>
            <a:avLst/>
            <a:gdLst>
              <a:gd name="connsiteX0" fmla="*/ 1271587 w 3305175"/>
              <a:gd name="connsiteY0" fmla="*/ 0 h 1809750"/>
              <a:gd name="connsiteX1" fmla="*/ 3305175 w 3305175"/>
              <a:gd name="connsiteY1" fmla="*/ 1233487 h 1809750"/>
              <a:gd name="connsiteX2" fmla="*/ 0 w 3305175"/>
              <a:gd name="connsiteY2" fmla="*/ 1809750 h 1809750"/>
              <a:gd name="connsiteX3" fmla="*/ 1271587 w 3305175"/>
              <a:gd name="connsiteY3" fmla="*/ 0 h 1809750"/>
              <a:gd name="connsiteX0" fmla="*/ 1281112 w 3314700"/>
              <a:gd name="connsiteY0" fmla="*/ 0 h 1828800"/>
              <a:gd name="connsiteX1" fmla="*/ 3314700 w 3314700"/>
              <a:gd name="connsiteY1" fmla="*/ 1233487 h 1828800"/>
              <a:gd name="connsiteX2" fmla="*/ 0 w 3314700"/>
              <a:gd name="connsiteY2" fmla="*/ 1828800 h 1828800"/>
              <a:gd name="connsiteX3" fmla="*/ 1281112 w 3314700"/>
              <a:gd name="connsiteY3" fmla="*/ 0 h 1828800"/>
              <a:gd name="connsiteX0" fmla="*/ 1300162 w 3333750"/>
              <a:gd name="connsiteY0" fmla="*/ 0 h 1824037"/>
              <a:gd name="connsiteX1" fmla="*/ 3333750 w 3333750"/>
              <a:gd name="connsiteY1" fmla="*/ 1233487 h 1824037"/>
              <a:gd name="connsiteX2" fmla="*/ 0 w 3333750"/>
              <a:gd name="connsiteY2" fmla="*/ 1824037 h 1824037"/>
              <a:gd name="connsiteX3" fmla="*/ 1300162 w 3333750"/>
              <a:gd name="connsiteY3" fmla="*/ 0 h 1824037"/>
              <a:gd name="connsiteX0" fmla="*/ 1314449 w 3333750"/>
              <a:gd name="connsiteY0" fmla="*/ 0 h 1381124"/>
              <a:gd name="connsiteX1" fmla="*/ 3333750 w 3333750"/>
              <a:gd name="connsiteY1" fmla="*/ 790574 h 1381124"/>
              <a:gd name="connsiteX2" fmla="*/ 0 w 3333750"/>
              <a:gd name="connsiteY2" fmla="*/ 1381124 h 1381124"/>
              <a:gd name="connsiteX3" fmla="*/ 1314449 w 3333750"/>
              <a:gd name="connsiteY3" fmla="*/ 0 h 1381124"/>
              <a:gd name="connsiteX0" fmla="*/ 1300162 w 3333750"/>
              <a:gd name="connsiteY0" fmla="*/ 0 h 1819274"/>
              <a:gd name="connsiteX1" fmla="*/ 3333750 w 3333750"/>
              <a:gd name="connsiteY1" fmla="*/ 1228724 h 1819274"/>
              <a:gd name="connsiteX2" fmla="*/ 0 w 3333750"/>
              <a:gd name="connsiteY2" fmla="*/ 1819274 h 1819274"/>
              <a:gd name="connsiteX3" fmla="*/ 1300162 w 3333750"/>
              <a:gd name="connsiteY3" fmla="*/ 0 h 1819274"/>
              <a:gd name="connsiteX0" fmla="*/ 1300162 w 3333750"/>
              <a:gd name="connsiteY0" fmla="*/ 0 h 1819274"/>
              <a:gd name="connsiteX1" fmla="*/ 3333750 w 3333750"/>
              <a:gd name="connsiteY1" fmla="*/ 1228724 h 1819274"/>
              <a:gd name="connsiteX2" fmla="*/ 0 w 3333750"/>
              <a:gd name="connsiteY2" fmla="*/ 1819274 h 1819274"/>
              <a:gd name="connsiteX3" fmla="*/ 1300162 w 3333750"/>
              <a:gd name="connsiteY3" fmla="*/ 0 h 1819274"/>
              <a:gd name="connsiteX0" fmla="*/ 1325868 w 3359456"/>
              <a:gd name="connsiteY0" fmla="*/ 0 h 1822946"/>
              <a:gd name="connsiteX1" fmla="*/ 3359456 w 3359456"/>
              <a:gd name="connsiteY1" fmla="*/ 1228724 h 1822946"/>
              <a:gd name="connsiteX2" fmla="*/ 0 w 3359456"/>
              <a:gd name="connsiteY2" fmla="*/ 1822946 h 1822946"/>
              <a:gd name="connsiteX3" fmla="*/ 1325868 w 3359456"/>
              <a:gd name="connsiteY3" fmla="*/ 0 h 1822946"/>
              <a:gd name="connsiteX0" fmla="*/ 1325868 w 3359456"/>
              <a:gd name="connsiteY0" fmla="*/ 0 h 1822946"/>
              <a:gd name="connsiteX1" fmla="*/ 3359456 w 3359456"/>
              <a:gd name="connsiteY1" fmla="*/ 1228724 h 1822946"/>
              <a:gd name="connsiteX2" fmla="*/ 0 w 3359456"/>
              <a:gd name="connsiteY2" fmla="*/ 1822946 h 1822946"/>
              <a:gd name="connsiteX3" fmla="*/ 1325868 w 3359456"/>
              <a:gd name="connsiteY3" fmla="*/ 0 h 1822946"/>
            </a:gdLst>
            <a:ahLst/>
            <a:cxnLst>
              <a:cxn ang="0">
                <a:pos x="connsiteX0" y="connsiteY0"/>
              </a:cxn>
              <a:cxn ang="0">
                <a:pos x="connsiteX1" y="connsiteY1"/>
              </a:cxn>
              <a:cxn ang="0">
                <a:pos x="connsiteX2" y="connsiteY2"/>
              </a:cxn>
              <a:cxn ang="0">
                <a:pos x="connsiteX3" y="connsiteY3"/>
              </a:cxn>
            </a:cxnLst>
            <a:rect l="l" t="t" r="r" b="b"/>
            <a:pathLst>
              <a:path w="3359456" h="1822946">
                <a:moveTo>
                  <a:pt x="1325868" y="0"/>
                </a:moveTo>
                <a:lnTo>
                  <a:pt x="3359456" y="1228724"/>
                </a:lnTo>
                <a:lnTo>
                  <a:pt x="0" y="1822946"/>
                </a:lnTo>
                <a:lnTo>
                  <a:pt x="1325868" y="0"/>
                </a:lnTo>
                <a:close/>
              </a:path>
            </a:pathLst>
          </a:custGeom>
          <a:gradFill>
            <a:gsLst>
              <a:gs pos="0">
                <a:schemeClr val="accent1"/>
              </a:gs>
              <a:gs pos="96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4" name="Freeform 13"/>
          <p:cNvSpPr/>
          <p:nvPr/>
        </p:nvSpPr>
        <p:spPr>
          <a:xfrm>
            <a:off x="-227" y="-2"/>
            <a:ext cx="1040749" cy="6862615"/>
          </a:xfrm>
          <a:custGeom>
            <a:avLst/>
            <a:gdLst>
              <a:gd name="connsiteX0" fmla="*/ 0 w 1076445"/>
              <a:gd name="connsiteY0" fmla="*/ 0 h 6817489"/>
              <a:gd name="connsiteX1" fmla="*/ 1076445 w 1076445"/>
              <a:gd name="connsiteY1" fmla="*/ 1805651 h 6817489"/>
              <a:gd name="connsiteX2" fmla="*/ 11574 w 1076445"/>
              <a:gd name="connsiteY2" fmla="*/ 6817489 h 6817489"/>
              <a:gd name="connsiteX3" fmla="*/ 0 w 1076445"/>
              <a:gd name="connsiteY3" fmla="*/ 0 h 6817489"/>
              <a:gd name="connsiteX0" fmla="*/ 0 w 873245"/>
              <a:gd name="connsiteY0" fmla="*/ 0 h 6817489"/>
              <a:gd name="connsiteX1" fmla="*/ 873245 w 873245"/>
              <a:gd name="connsiteY1" fmla="*/ 1764376 h 6817489"/>
              <a:gd name="connsiteX2" fmla="*/ 11574 w 873245"/>
              <a:gd name="connsiteY2" fmla="*/ 6817489 h 6817489"/>
              <a:gd name="connsiteX3" fmla="*/ 0 w 873245"/>
              <a:gd name="connsiteY3" fmla="*/ 0 h 6817489"/>
              <a:gd name="connsiteX0" fmla="*/ 0 w 1047870"/>
              <a:gd name="connsiteY0" fmla="*/ 0 h 6817489"/>
              <a:gd name="connsiteX1" fmla="*/ 1047870 w 1047870"/>
              <a:gd name="connsiteY1" fmla="*/ 1770726 h 6817489"/>
              <a:gd name="connsiteX2" fmla="*/ 11574 w 1047870"/>
              <a:gd name="connsiteY2" fmla="*/ 6817489 h 6817489"/>
              <a:gd name="connsiteX3" fmla="*/ 0 w 1047870"/>
              <a:gd name="connsiteY3" fmla="*/ 0 h 6817489"/>
              <a:gd name="connsiteX0" fmla="*/ 0 w 698013"/>
              <a:gd name="connsiteY0" fmla="*/ 0 h 6817489"/>
              <a:gd name="connsiteX1" fmla="*/ 698013 w 698013"/>
              <a:gd name="connsiteY1" fmla="*/ 2181752 h 6817489"/>
              <a:gd name="connsiteX2" fmla="*/ 11574 w 698013"/>
              <a:gd name="connsiteY2" fmla="*/ 6817489 h 6817489"/>
              <a:gd name="connsiteX3" fmla="*/ 0 w 698013"/>
              <a:gd name="connsiteY3" fmla="*/ 0 h 6817489"/>
              <a:gd name="connsiteX0" fmla="*/ 0 w 1039919"/>
              <a:gd name="connsiteY0" fmla="*/ 0 h 6817489"/>
              <a:gd name="connsiteX1" fmla="*/ 1039919 w 1039919"/>
              <a:gd name="connsiteY1" fmla="*/ 1762823 h 6817489"/>
              <a:gd name="connsiteX2" fmla="*/ 11574 w 1039919"/>
              <a:gd name="connsiteY2" fmla="*/ 6817489 h 6817489"/>
              <a:gd name="connsiteX3" fmla="*/ 0 w 1039919"/>
              <a:gd name="connsiteY3" fmla="*/ 0 h 6817489"/>
              <a:gd name="connsiteX0" fmla="*/ 0 w 823788"/>
              <a:gd name="connsiteY0" fmla="*/ 0 h 6817489"/>
              <a:gd name="connsiteX1" fmla="*/ 823788 w 823788"/>
              <a:gd name="connsiteY1" fmla="*/ 1820668 h 6817489"/>
              <a:gd name="connsiteX2" fmla="*/ 11574 w 823788"/>
              <a:gd name="connsiteY2" fmla="*/ 6817489 h 6817489"/>
              <a:gd name="connsiteX3" fmla="*/ 0 w 823788"/>
              <a:gd name="connsiteY3" fmla="*/ 0 h 6817489"/>
              <a:gd name="connsiteX0" fmla="*/ 0 w 1035762"/>
              <a:gd name="connsiteY0" fmla="*/ 0 h 6817489"/>
              <a:gd name="connsiteX1" fmla="*/ 1035762 w 1035762"/>
              <a:gd name="connsiteY1" fmla="*/ 1766955 h 6817489"/>
              <a:gd name="connsiteX2" fmla="*/ 11574 w 1035762"/>
              <a:gd name="connsiteY2" fmla="*/ 6817489 h 6817489"/>
              <a:gd name="connsiteX3" fmla="*/ 0 w 1035762"/>
              <a:gd name="connsiteY3" fmla="*/ 0 h 6817489"/>
              <a:gd name="connsiteX0" fmla="*/ 0 w 1040524"/>
              <a:gd name="connsiteY0" fmla="*/ 0 h 6817489"/>
              <a:gd name="connsiteX1" fmla="*/ 1040524 w 1040524"/>
              <a:gd name="connsiteY1" fmla="*/ 1762221 h 6817489"/>
              <a:gd name="connsiteX2" fmla="*/ 11574 w 1040524"/>
              <a:gd name="connsiteY2" fmla="*/ 6817489 h 6817489"/>
              <a:gd name="connsiteX3" fmla="*/ 0 w 1040524"/>
              <a:gd name="connsiteY3" fmla="*/ 0 h 6817489"/>
              <a:gd name="connsiteX0" fmla="*/ 225 w 1040749"/>
              <a:gd name="connsiteY0" fmla="*/ 0 h 6858541"/>
              <a:gd name="connsiteX1" fmla="*/ 1040749 w 1040749"/>
              <a:gd name="connsiteY1" fmla="*/ 1762221 h 6858541"/>
              <a:gd name="connsiteX2" fmla="*/ 0 w 1040749"/>
              <a:gd name="connsiteY2" fmla="*/ 6858541 h 6858541"/>
              <a:gd name="connsiteX3" fmla="*/ 225 w 1040749"/>
              <a:gd name="connsiteY3" fmla="*/ 0 h 6858541"/>
              <a:gd name="connsiteX0" fmla="*/ 225 w 1040749"/>
              <a:gd name="connsiteY0" fmla="*/ 0 h 6835083"/>
              <a:gd name="connsiteX1" fmla="*/ 1040749 w 1040749"/>
              <a:gd name="connsiteY1" fmla="*/ 1762221 h 6835083"/>
              <a:gd name="connsiteX2" fmla="*/ 0 w 1040749"/>
              <a:gd name="connsiteY2" fmla="*/ 6835083 h 6835083"/>
              <a:gd name="connsiteX3" fmla="*/ 225 w 1040749"/>
              <a:gd name="connsiteY3" fmla="*/ 0 h 6835083"/>
            </a:gdLst>
            <a:ahLst/>
            <a:cxnLst>
              <a:cxn ang="0">
                <a:pos x="connsiteX0" y="connsiteY0"/>
              </a:cxn>
              <a:cxn ang="0">
                <a:pos x="connsiteX1" y="connsiteY1"/>
              </a:cxn>
              <a:cxn ang="0">
                <a:pos x="connsiteX2" y="connsiteY2"/>
              </a:cxn>
              <a:cxn ang="0">
                <a:pos x="connsiteX3" y="connsiteY3"/>
              </a:cxn>
            </a:cxnLst>
            <a:rect l="l" t="t" r="r" b="b"/>
            <a:pathLst>
              <a:path w="1040749" h="6835083">
                <a:moveTo>
                  <a:pt x="225" y="0"/>
                </a:moveTo>
                <a:lnTo>
                  <a:pt x="1040749" y="1762221"/>
                </a:lnTo>
                <a:lnTo>
                  <a:pt x="0" y="6835083"/>
                </a:lnTo>
                <a:lnTo>
                  <a:pt x="225" y="0"/>
                </a:lnTo>
                <a:close/>
              </a:path>
            </a:pathLst>
          </a:custGeom>
          <a:gradFill>
            <a:gsLst>
              <a:gs pos="19000">
                <a:schemeClr val="accent2"/>
              </a:gs>
              <a:gs pos="94000">
                <a:schemeClr val="accent1"/>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5" name="Freeform 14"/>
          <p:cNvSpPr/>
          <p:nvPr/>
        </p:nvSpPr>
        <p:spPr>
          <a:xfrm>
            <a:off x="3119436" y="-1"/>
            <a:ext cx="3260163" cy="3022037"/>
          </a:xfrm>
          <a:custGeom>
            <a:avLst/>
            <a:gdLst>
              <a:gd name="connsiteX0" fmla="*/ 185737 w 3228975"/>
              <a:gd name="connsiteY0" fmla="*/ 0 h 3024188"/>
              <a:gd name="connsiteX1" fmla="*/ 0 w 3228975"/>
              <a:gd name="connsiteY1" fmla="*/ 1771650 h 3024188"/>
              <a:gd name="connsiteX2" fmla="*/ 3228975 w 3228975"/>
              <a:gd name="connsiteY2" fmla="*/ 3024188 h 3024188"/>
              <a:gd name="connsiteX3" fmla="*/ 185737 w 3228975"/>
              <a:gd name="connsiteY3" fmla="*/ 0 h 3024188"/>
              <a:gd name="connsiteX0" fmla="*/ 185737 w 3228975"/>
              <a:gd name="connsiteY0" fmla="*/ 0 h 3024188"/>
              <a:gd name="connsiteX1" fmla="*/ 0 w 3228975"/>
              <a:gd name="connsiteY1" fmla="*/ 1771650 h 3024188"/>
              <a:gd name="connsiteX2" fmla="*/ 3228975 w 3228975"/>
              <a:gd name="connsiteY2" fmla="*/ 3024188 h 3024188"/>
              <a:gd name="connsiteX3" fmla="*/ 1976437 w 3228975"/>
              <a:gd name="connsiteY3" fmla="*/ 1776413 h 3024188"/>
              <a:gd name="connsiteX4" fmla="*/ 185737 w 3228975"/>
              <a:gd name="connsiteY4" fmla="*/ 0 h 3024188"/>
              <a:gd name="connsiteX0" fmla="*/ 185737 w 3228975"/>
              <a:gd name="connsiteY0" fmla="*/ 0 h 3024188"/>
              <a:gd name="connsiteX1" fmla="*/ 0 w 3228975"/>
              <a:gd name="connsiteY1" fmla="*/ 1771650 h 3024188"/>
              <a:gd name="connsiteX2" fmla="*/ 3228975 w 3228975"/>
              <a:gd name="connsiteY2" fmla="*/ 3024188 h 3024188"/>
              <a:gd name="connsiteX3" fmla="*/ 2733674 w 3228975"/>
              <a:gd name="connsiteY3" fmla="*/ 1281113 h 3024188"/>
              <a:gd name="connsiteX4" fmla="*/ 185737 w 3228975"/>
              <a:gd name="connsiteY4" fmla="*/ 0 h 3024188"/>
              <a:gd name="connsiteX0" fmla="*/ 185737 w 3181350"/>
              <a:gd name="connsiteY0" fmla="*/ 0 h 2481263"/>
              <a:gd name="connsiteX1" fmla="*/ 0 w 3181350"/>
              <a:gd name="connsiteY1" fmla="*/ 1771650 h 2481263"/>
              <a:gd name="connsiteX2" fmla="*/ 3181350 w 3181350"/>
              <a:gd name="connsiteY2" fmla="*/ 2481263 h 2481263"/>
              <a:gd name="connsiteX3" fmla="*/ 2733674 w 3181350"/>
              <a:gd name="connsiteY3" fmla="*/ 1281113 h 2481263"/>
              <a:gd name="connsiteX4" fmla="*/ 185737 w 3181350"/>
              <a:gd name="connsiteY4" fmla="*/ 0 h 2481263"/>
              <a:gd name="connsiteX0" fmla="*/ 185737 w 3214688"/>
              <a:gd name="connsiteY0" fmla="*/ 0 h 3014663"/>
              <a:gd name="connsiteX1" fmla="*/ 0 w 3214688"/>
              <a:gd name="connsiteY1" fmla="*/ 1771650 h 3014663"/>
              <a:gd name="connsiteX2" fmla="*/ 3214688 w 3214688"/>
              <a:gd name="connsiteY2" fmla="*/ 3014663 h 3014663"/>
              <a:gd name="connsiteX3" fmla="*/ 2733674 w 3214688"/>
              <a:gd name="connsiteY3" fmla="*/ 1281113 h 3014663"/>
              <a:gd name="connsiteX4" fmla="*/ 185737 w 3214688"/>
              <a:gd name="connsiteY4" fmla="*/ 0 h 3014663"/>
              <a:gd name="connsiteX0" fmla="*/ 185737 w 3214688"/>
              <a:gd name="connsiteY0" fmla="*/ 0 h 3014663"/>
              <a:gd name="connsiteX1" fmla="*/ 0 w 3214688"/>
              <a:gd name="connsiteY1" fmla="*/ 1771650 h 3014663"/>
              <a:gd name="connsiteX2" fmla="*/ 3214688 w 3214688"/>
              <a:gd name="connsiteY2" fmla="*/ 3014663 h 3014663"/>
              <a:gd name="connsiteX3" fmla="*/ 2733674 w 3214688"/>
              <a:gd name="connsiteY3" fmla="*/ 1285876 h 3014663"/>
              <a:gd name="connsiteX4" fmla="*/ 185737 w 3214688"/>
              <a:gd name="connsiteY4" fmla="*/ 0 h 3014663"/>
              <a:gd name="connsiteX0" fmla="*/ 185737 w 3214688"/>
              <a:gd name="connsiteY0" fmla="*/ 0 h 3014663"/>
              <a:gd name="connsiteX1" fmla="*/ 0 w 3214688"/>
              <a:gd name="connsiteY1" fmla="*/ 1771650 h 3014663"/>
              <a:gd name="connsiteX2" fmla="*/ 3214688 w 3214688"/>
              <a:gd name="connsiteY2" fmla="*/ 3014663 h 3014663"/>
              <a:gd name="connsiteX3" fmla="*/ 185737 w 3214688"/>
              <a:gd name="connsiteY3" fmla="*/ 0 h 3014663"/>
              <a:gd name="connsiteX0" fmla="*/ 190500 w 3219451"/>
              <a:gd name="connsiteY0" fmla="*/ 0 h 3014663"/>
              <a:gd name="connsiteX1" fmla="*/ 0 w 3219451"/>
              <a:gd name="connsiteY1" fmla="*/ 1781175 h 3014663"/>
              <a:gd name="connsiteX2" fmla="*/ 3219451 w 3219451"/>
              <a:gd name="connsiteY2" fmla="*/ 3014663 h 3014663"/>
              <a:gd name="connsiteX3" fmla="*/ 190500 w 3219451"/>
              <a:gd name="connsiteY3" fmla="*/ 0 h 3014663"/>
              <a:gd name="connsiteX0" fmla="*/ 190500 w 3219451"/>
              <a:gd name="connsiteY0" fmla="*/ 0 h 3014663"/>
              <a:gd name="connsiteX1" fmla="*/ 0 w 3219451"/>
              <a:gd name="connsiteY1" fmla="*/ 1766887 h 3014663"/>
              <a:gd name="connsiteX2" fmla="*/ 3219451 w 3219451"/>
              <a:gd name="connsiteY2" fmla="*/ 3014663 h 3014663"/>
              <a:gd name="connsiteX3" fmla="*/ 190500 w 3219451"/>
              <a:gd name="connsiteY3" fmla="*/ 0 h 3014663"/>
              <a:gd name="connsiteX0" fmla="*/ 223838 w 3252789"/>
              <a:gd name="connsiteY0" fmla="*/ 0 h 3014663"/>
              <a:gd name="connsiteX1" fmla="*/ 0 w 3252789"/>
              <a:gd name="connsiteY1" fmla="*/ 1771650 h 3014663"/>
              <a:gd name="connsiteX2" fmla="*/ 3252789 w 3252789"/>
              <a:gd name="connsiteY2" fmla="*/ 3014663 h 3014663"/>
              <a:gd name="connsiteX3" fmla="*/ 223838 w 3252789"/>
              <a:gd name="connsiteY3" fmla="*/ 0 h 3014663"/>
              <a:gd name="connsiteX0" fmla="*/ 223838 w 3252789"/>
              <a:gd name="connsiteY0" fmla="*/ 0 h 3014663"/>
              <a:gd name="connsiteX1" fmla="*/ 0 w 3252789"/>
              <a:gd name="connsiteY1" fmla="*/ 1790700 h 3014663"/>
              <a:gd name="connsiteX2" fmla="*/ 3252789 w 3252789"/>
              <a:gd name="connsiteY2" fmla="*/ 3014663 h 3014663"/>
              <a:gd name="connsiteX3" fmla="*/ 223838 w 3252789"/>
              <a:gd name="connsiteY3" fmla="*/ 0 h 3014663"/>
              <a:gd name="connsiteX0" fmla="*/ 223838 w 3252789"/>
              <a:gd name="connsiteY0" fmla="*/ 0 h 3022037"/>
              <a:gd name="connsiteX1" fmla="*/ 0 w 3252789"/>
              <a:gd name="connsiteY1" fmla="*/ 1790700 h 3022037"/>
              <a:gd name="connsiteX2" fmla="*/ 3252789 w 3252789"/>
              <a:gd name="connsiteY2" fmla="*/ 3022037 h 3022037"/>
              <a:gd name="connsiteX3" fmla="*/ 223838 w 3252789"/>
              <a:gd name="connsiteY3" fmla="*/ 0 h 3022037"/>
              <a:gd name="connsiteX0" fmla="*/ 223838 w 3260163"/>
              <a:gd name="connsiteY0" fmla="*/ 0 h 3014663"/>
              <a:gd name="connsiteX1" fmla="*/ 0 w 3260163"/>
              <a:gd name="connsiteY1" fmla="*/ 1790700 h 3014663"/>
              <a:gd name="connsiteX2" fmla="*/ 3260163 w 3260163"/>
              <a:gd name="connsiteY2" fmla="*/ 3014663 h 3014663"/>
              <a:gd name="connsiteX3" fmla="*/ 223838 w 3260163"/>
              <a:gd name="connsiteY3" fmla="*/ 0 h 3014663"/>
              <a:gd name="connsiteX0" fmla="*/ 223838 w 3260163"/>
              <a:gd name="connsiteY0" fmla="*/ 0 h 3022037"/>
              <a:gd name="connsiteX1" fmla="*/ 0 w 3260163"/>
              <a:gd name="connsiteY1" fmla="*/ 1790700 h 3022037"/>
              <a:gd name="connsiteX2" fmla="*/ 3260163 w 3260163"/>
              <a:gd name="connsiteY2" fmla="*/ 3022037 h 3022037"/>
              <a:gd name="connsiteX3" fmla="*/ 223838 w 3260163"/>
              <a:gd name="connsiteY3" fmla="*/ 0 h 3022037"/>
            </a:gdLst>
            <a:ahLst/>
            <a:cxnLst>
              <a:cxn ang="0">
                <a:pos x="connsiteX0" y="connsiteY0"/>
              </a:cxn>
              <a:cxn ang="0">
                <a:pos x="connsiteX1" y="connsiteY1"/>
              </a:cxn>
              <a:cxn ang="0">
                <a:pos x="connsiteX2" y="connsiteY2"/>
              </a:cxn>
              <a:cxn ang="0">
                <a:pos x="connsiteX3" y="connsiteY3"/>
              </a:cxn>
            </a:cxnLst>
            <a:rect l="l" t="t" r="r" b="b"/>
            <a:pathLst>
              <a:path w="3260163" h="3022037">
                <a:moveTo>
                  <a:pt x="223838" y="0"/>
                </a:moveTo>
                <a:lnTo>
                  <a:pt x="0" y="1790700"/>
                </a:lnTo>
                <a:lnTo>
                  <a:pt x="3260163" y="3022037"/>
                </a:lnTo>
                <a:lnTo>
                  <a:pt x="223838" y="0"/>
                </a:lnTo>
                <a:close/>
              </a:path>
            </a:pathLst>
          </a:custGeom>
          <a:gradFill>
            <a:gsLst>
              <a:gs pos="58000">
                <a:schemeClr val="accent2"/>
              </a:gs>
              <a:gs pos="0">
                <a:schemeClr val="accent1"/>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6" name="Freeform 15"/>
          <p:cNvSpPr/>
          <p:nvPr/>
        </p:nvSpPr>
        <p:spPr>
          <a:xfrm>
            <a:off x="3343275" y="0"/>
            <a:ext cx="4337998" cy="3019426"/>
          </a:xfrm>
          <a:custGeom>
            <a:avLst/>
            <a:gdLst>
              <a:gd name="connsiteX0" fmla="*/ 0 w 4324350"/>
              <a:gd name="connsiteY0" fmla="*/ 0 h 3019426"/>
              <a:gd name="connsiteX1" fmla="*/ 4324350 w 4324350"/>
              <a:gd name="connsiteY1" fmla="*/ 1214438 h 3019426"/>
              <a:gd name="connsiteX2" fmla="*/ 3028950 w 4324350"/>
              <a:gd name="connsiteY2" fmla="*/ 3019426 h 3019426"/>
              <a:gd name="connsiteX3" fmla="*/ 0 w 4324350"/>
              <a:gd name="connsiteY3" fmla="*/ 0 h 3019426"/>
              <a:gd name="connsiteX0" fmla="*/ 0 w 4324350"/>
              <a:gd name="connsiteY0" fmla="*/ 0 h 3019426"/>
              <a:gd name="connsiteX1" fmla="*/ 4324350 w 4324350"/>
              <a:gd name="connsiteY1" fmla="*/ 1214438 h 3019426"/>
              <a:gd name="connsiteX2" fmla="*/ 3028950 w 4324350"/>
              <a:gd name="connsiteY2" fmla="*/ 3019426 h 3019426"/>
              <a:gd name="connsiteX3" fmla="*/ 0 w 4324350"/>
              <a:gd name="connsiteY3" fmla="*/ 0 h 3019426"/>
              <a:gd name="connsiteX0" fmla="*/ 0 w 4337998"/>
              <a:gd name="connsiteY0" fmla="*/ 0 h 3019426"/>
              <a:gd name="connsiteX1" fmla="*/ 4337998 w 4337998"/>
              <a:gd name="connsiteY1" fmla="*/ 1214438 h 3019426"/>
              <a:gd name="connsiteX2" fmla="*/ 3028950 w 4337998"/>
              <a:gd name="connsiteY2" fmla="*/ 3019426 h 3019426"/>
              <a:gd name="connsiteX3" fmla="*/ 0 w 4337998"/>
              <a:gd name="connsiteY3" fmla="*/ 0 h 3019426"/>
              <a:gd name="connsiteX0" fmla="*/ 0 w 4337998"/>
              <a:gd name="connsiteY0" fmla="*/ 0 h 3019426"/>
              <a:gd name="connsiteX1" fmla="*/ 4337998 w 4337998"/>
              <a:gd name="connsiteY1" fmla="*/ 1214438 h 3019426"/>
              <a:gd name="connsiteX2" fmla="*/ 3015303 w 4337998"/>
              <a:gd name="connsiteY2" fmla="*/ 3019426 h 3019426"/>
              <a:gd name="connsiteX3" fmla="*/ 0 w 4337998"/>
              <a:gd name="connsiteY3" fmla="*/ 0 h 3019426"/>
            </a:gdLst>
            <a:ahLst/>
            <a:cxnLst>
              <a:cxn ang="0">
                <a:pos x="connsiteX0" y="connsiteY0"/>
              </a:cxn>
              <a:cxn ang="0">
                <a:pos x="connsiteX1" y="connsiteY1"/>
              </a:cxn>
              <a:cxn ang="0">
                <a:pos x="connsiteX2" y="connsiteY2"/>
              </a:cxn>
              <a:cxn ang="0">
                <a:pos x="connsiteX3" y="connsiteY3"/>
              </a:cxn>
            </a:cxnLst>
            <a:rect l="l" t="t" r="r" b="b"/>
            <a:pathLst>
              <a:path w="4337998" h="3019426">
                <a:moveTo>
                  <a:pt x="0" y="0"/>
                </a:moveTo>
                <a:lnTo>
                  <a:pt x="4337998" y="1214438"/>
                </a:lnTo>
                <a:lnTo>
                  <a:pt x="3015303" y="3019426"/>
                </a:lnTo>
                <a:lnTo>
                  <a:pt x="0" y="0"/>
                </a:lnTo>
                <a:close/>
              </a:path>
            </a:pathLst>
          </a:custGeom>
          <a:gradFill>
            <a:gsLst>
              <a:gs pos="10000">
                <a:schemeClr val="accent2"/>
              </a:gs>
              <a:gs pos="100000">
                <a:schemeClr val="accent1"/>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r>
              <a:rPr lang="en-US" sz="2000"/>
              <a:t>s</a:t>
            </a:r>
            <a:endParaRPr lang="en-US" sz="2000" dirty="0"/>
          </a:p>
        </p:txBody>
      </p:sp>
      <p:sp>
        <p:nvSpPr>
          <p:cNvPr id="17" name="Freeform 16"/>
          <p:cNvSpPr/>
          <p:nvPr/>
        </p:nvSpPr>
        <p:spPr>
          <a:xfrm>
            <a:off x="7667625" y="1"/>
            <a:ext cx="4524375" cy="1214438"/>
          </a:xfrm>
          <a:custGeom>
            <a:avLst/>
            <a:gdLst>
              <a:gd name="connsiteX0" fmla="*/ 3367088 w 4524375"/>
              <a:gd name="connsiteY0" fmla="*/ 0 h 1223963"/>
              <a:gd name="connsiteX1" fmla="*/ 0 w 4524375"/>
              <a:gd name="connsiteY1" fmla="*/ 1223963 h 1223963"/>
              <a:gd name="connsiteX2" fmla="*/ 4524375 w 4524375"/>
              <a:gd name="connsiteY2" fmla="*/ 1071563 h 1223963"/>
              <a:gd name="connsiteX3" fmla="*/ 3367088 w 4524375"/>
              <a:gd name="connsiteY3" fmla="*/ 0 h 1223963"/>
              <a:gd name="connsiteX0" fmla="*/ 3352800 w 4524375"/>
              <a:gd name="connsiteY0" fmla="*/ 0 h 1233489"/>
              <a:gd name="connsiteX1" fmla="*/ 0 w 4524375"/>
              <a:gd name="connsiteY1" fmla="*/ 1233489 h 1233489"/>
              <a:gd name="connsiteX2" fmla="*/ 4524375 w 4524375"/>
              <a:gd name="connsiteY2" fmla="*/ 1081089 h 1233489"/>
              <a:gd name="connsiteX3" fmla="*/ 3352800 w 4524375"/>
              <a:gd name="connsiteY3" fmla="*/ 0 h 1233489"/>
              <a:gd name="connsiteX0" fmla="*/ 3352800 w 4524375"/>
              <a:gd name="connsiteY0" fmla="*/ 0 h 1228726"/>
              <a:gd name="connsiteX1" fmla="*/ 0 w 4524375"/>
              <a:gd name="connsiteY1" fmla="*/ 1228726 h 1228726"/>
              <a:gd name="connsiteX2" fmla="*/ 4524375 w 4524375"/>
              <a:gd name="connsiteY2" fmla="*/ 1076326 h 1228726"/>
              <a:gd name="connsiteX3" fmla="*/ 3352800 w 4524375"/>
              <a:gd name="connsiteY3" fmla="*/ 0 h 1228726"/>
              <a:gd name="connsiteX0" fmla="*/ 3357563 w 4524375"/>
              <a:gd name="connsiteY0" fmla="*/ 0 h 1223963"/>
              <a:gd name="connsiteX1" fmla="*/ 0 w 4524375"/>
              <a:gd name="connsiteY1" fmla="*/ 1223963 h 1223963"/>
              <a:gd name="connsiteX2" fmla="*/ 4524375 w 4524375"/>
              <a:gd name="connsiteY2" fmla="*/ 1071563 h 1223963"/>
              <a:gd name="connsiteX3" fmla="*/ 3357563 w 4524375"/>
              <a:gd name="connsiteY3" fmla="*/ 0 h 1223963"/>
              <a:gd name="connsiteX0" fmla="*/ 3371851 w 4538663"/>
              <a:gd name="connsiteY0" fmla="*/ 0 h 1219200"/>
              <a:gd name="connsiteX1" fmla="*/ 0 w 4538663"/>
              <a:gd name="connsiteY1" fmla="*/ 1219200 h 1219200"/>
              <a:gd name="connsiteX2" fmla="*/ 4538663 w 4538663"/>
              <a:gd name="connsiteY2" fmla="*/ 1071563 h 1219200"/>
              <a:gd name="connsiteX3" fmla="*/ 3371851 w 4538663"/>
              <a:gd name="connsiteY3" fmla="*/ 0 h 1219200"/>
              <a:gd name="connsiteX0" fmla="*/ 3243264 w 4410076"/>
              <a:gd name="connsiteY0" fmla="*/ 0 h 1071563"/>
              <a:gd name="connsiteX1" fmla="*/ 0 w 4410076"/>
              <a:gd name="connsiteY1" fmla="*/ 1033463 h 1071563"/>
              <a:gd name="connsiteX2" fmla="*/ 4410076 w 4410076"/>
              <a:gd name="connsiteY2" fmla="*/ 1071563 h 1071563"/>
              <a:gd name="connsiteX3" fmla="*/ 3243264 w 4410076"/>
              <a:gd name="connsiteY3" fmla="*/ 0 h 1071563"/>
              <a:gd name="connsiteX0" fmla="*/ 3352801 w 4519613"/>
              <a:gd name="connsiteY0" fmla="*/ 0 h 1214438"/>
              <a:gd name="connsiteX1" fmla="*/ 0 w 4519613"/>
              <a:gd name="connsiteY1" fmla="*/ 1214438 h 1214438"/>
              <a:gd name="connsiteX2" fmla="*/ 4519613 w 4519613"/>
              <a:gd name="connsiteY2" fmla="*/ 1071563 h 1214438"/>
              <a:gd name="connsiteX3" fmla="*/ 3352801 w 4519613"/>
              <a:gd name="connsiteY3" fmla="*/ 0 h 1214438"/>
              <a:gd name="connsiteX0" fmla="*/ 3352801 w 4533261"/>
              <a:gd name="connsiteY0" fmla="*/ 0 h 1214438"/>
              <a:gd name="connsiteX1" fmla="*/ 0 w 4533261"/>
              <a:gd name="connsiteY1" fmla="*/ 1214438 h 1214438"/>
              <a:gd name="connsiteX2" fmla="*/ 4533261 w 4533261"/>
              <a:gd name="connsiteY2" fmla="*/ 1071563 h 1214438"/>
              <a:gd name="connsiteX3" fmla="*/ 3352801 w 4533261"/>
              <a:gd name="connsiteY3" fmla="*/ 0 h 1214438"/>
              <a:gd name="connsiteX0" fmla="*/ 3352801 w 4533261"/>
              <a:gd name="connsiteY0" fmla="*/ 0 h 1214438"/>
              <a:gd name="connsiteX1" fmla="*/ 0 w 4533261"/>
              <a:gd name="connsiteY1" fmla="*/ 1214438 h 1214438"/>
              <a:gd name="connsiteX2" fmla="*/ 4533261 w 4533261"/>
              <a:gd name="connsiteY2" fmla="*/ 1098859 h 1214438"/>
              <a:gd name="connsiteX3" fmla="*/ 3352801 w 4533261"/>
              <a:gd name="connsiteY3" fmla="*/ 0 h 1214438"/>
            </a:gdLst>
            <a:ahLst/>
            <a:cxnLst>
              <a:cxn ang="0">
                <a:pos x="connsiteX0" y="connsiteY0"/>
              </a:cxn>
              <a:cxn ang="0">
                <a:pos x="connsiteX1" y="connsiteY1"/>
              </a:cxn>
              <a:cxn ang="0">
                <a:pos x="connsiteX2" y="connsiteY2"/>
              </a:cxn>
              <a:cxn ang="0">
                <a:pos x="connsiteX3" y="connsiteY3"/>
              </a:cxn>
            </a:cxnLst>
            <a:rect l="l" t="t" r="r" b="b"/>
            <a:pathLst>
              <a:path w="4533261" h="1214438">
                <a:moveTo>
                  <a:pt x="3352801" y="0"/>
                </a:moveTo>
                <a:lnTo>
                  <a:pt x="0" y="1214438"/>
                </a:lnTo>
                <a:lnTo>
                  <a:pt x="4533261" y="1098859"/>
                </a:lnTo>
                <a:lnTo>
                  <a:pt x="3352801" y="0"/>
                </a:lnTo>
                <a:close/>
              </a:path>
            </a:pathLst>
          </a:custGeom>
          <a:gradFill>
            <a:gsLst>
              <a:gs pos="15000">
                <a:schemeClr val="accent2"/>
              </a:gs>
              <a:gs pos="100000">
                <a:schemeClr val="accent1"/>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8" name="Freeform 17"/>
          <p:cNvSpPr/>
          <p:nvPr/>
        </p:nvSpPr>
        <p:spPr>
          <a:xfrm>
            <a:off x="11015664" y="1"/>
            <a:ext cx="1176841" cy="1098080"/>
          </a:xfrm>
          <a:custGeom>
            <a:avLst/>
            <a:gdLst>
              <a:gd name="connsiteX0" fmla="*/ 0 w 1171575"/>
              <a:gd name="connsiteY0" fmla="*/ 0 h 1076325"/>
              <a:gd name="connsiteX1" fmla="*/ 1171575 w 1171575"/>
              <a:gd name="connsiteY1" fmla="*/ 1076325 h 1076325"/>
              <a:gd name="connsiteX2" fmla="*/ 1171575 w 1171575"/>
              <a:gd name="connsiteY2" fmla="*/ 0 h 1076325"/>
              <a:gd name="connsiteX3" fmla="*/ 0 w 1171575"/>
              <a:gd name="connsiteY3" fmla="*/ 0 h 1076325"/>
              <a:gd name="connsiteX0" fmla="*/ 0 w 1171575"/>
              <a:gd name="connsiteY0" fmla="*/ 0 h 1076325"/>
              <a:gd name="connsiteX1" fmla="*/ 1171575 w 1171575"/>
              <a:gd name="connsiteY1" fmla="*/ 1076325 h 1076325"/>
              <a:gd name="connsiteX2" fmla="*/ 1171575 w 1171575"/>
              <a:gd name="connsiteY2" fmla="*/ 0 h 1076325"/>
              <a:gd name="connsiteX3" fmla="*/ 0 w 1171575"/>
              <a:gd name="connsiteY3" fmla="*/ 0 h 1076325"/>
              <a:gd name="connsiteX0" fmla="*/ 0 w 1176299"/>
              <a:gd name="connsiteY0" fmla="*/ 0 h 1085850"/>
              <a:gd name="connsiteX1" fmla="*/ 1176299 w 1176299"/>
              <a:gd name="connsiteY1" fmla="*/ 1085850 h 1085850"/>
              <a:gd name="connsiteX2" fmla="*/ 1171575 w 1176299"/>
              <a:gd name="connsiteY2" fmla="*/ 0 h 1085850"/>
              <a:gd name="connsiteX3" fmla="*/ 0 w 1176299"/>
              <a:gd name="connsiteY3" fmla="*/ 0 h 1085850"/>
              <a:gd name="connsiteX0" fmla="*/ 0 w 1181344"/>
              <a:gd name="connsiteY0" fmla="*/ 0 h 1085850"/>
              <a:gd name="connsiteX1" fmla="*/ 1176299 w 1181344"/>
              <a:gd name="connsiteY1" fmla="*/ 1085850 h 1085850"/>
              <a:gd name="connsiteX2" fmla="*/ 1181138 w 1181344"/>
              <a:gd name="connsiteY2" fmla="*/ 0 h 1085850"/>
              <a:gd name="connsiteX3" fmla="*/ 0 w 1181344"/>
              <a:gd name="connsiteY3" fmla="*/ 0 h 1085850"/>
              <a:gd name="connsiteX0" fmla="*/ 0 w 1181586"/>
              <a:gd name="connsiteY0" fmla="*/ 0 h 1081088"/>
              <a:gd name="connsiteX1" fmla="*/ 1181080 w 1181586"/>
              <a:gd name="connsiteY1" fmla="*/ 1081088 h 1081088"/>
              <a:gd name="connsiteX2" fmla="*/ 1181138 w 1181586"/>
              <a:gd name="connsiteY2" fmla="*/ 0 h 1081088"/>
              <a:gd name="connsiteX3" fmla="*/ 0 w 1181586"/>
              <a:gd name="connsiteY3" fmla="*/ 0 h 1081088"/>
              <a:gd name="connsiteX0" fmla="*/ 0 w 1181586"/>
              <a:gd name="connsiteY0" fmla="*/ 0 h 1070785"/>
              <a:gd name="connsiteX1" fmla="*/ 1181080 w 1181586"/>
              <a:gd name="connsiteY1" fmla="*/ 1070785 h 1070785"/>
              <a:gd name="connsiteX2" fmla="*/ 1181138 w 1181586"/>
              <a:gd name="connsiteY2" fmla="*/ 0 h 1070785"/>
              <a:gd name="connsiteX3" fmla="*/ 0 w 1181586"/>
              <a:gd name="connsiteY3" fmla="*/ 0 h 1070785"/>
              <a:gd name="connsiteX0" fmla="*/ 0 w 1181152"/>
              <a:gd name="connsiteY0" fmla="*/ 0 h 593113"/>
              <a:gd name="connsiteX1" fmla="*/ 1057755 w 1181152"/>
              <a:gd name="connsiteY1" fmla="*/ 593113 h 593113"/>
              <a:gd name="connsiteX2" fmla="*/ 1181138 w 1181152"/>
              <a:gd name="connsiteY2" fmla="*/ 0 h 593113"/>
              <a:gd name="connsiteX3" fmla="*/ 0 w 1181152"/>
              <a:gd name="connsiteY3" fmla="*/ 0 h 593113"/>
              <a:gd name="connsiteX0" fmla="*/ 0 w 1181586"/>
              <a:gd name="connsiteY0" fmla="*/ 0 h 1098080"/>
              <a:gd name="connsiteX1" fmla="*/ 1181081 w 1181586"/>
              <a:gd name="connsiteY1" fmla="*/ 1098080 h 1098080"/>
              <a:gd name="connsiteX2" fmla="*/ 1181138 w 1181586"/>
              <a:gd name="connsiteY2" fmla="*/ 0 h 1098080"/>
              <a:gd name="connsiteX3" fmla="*/ 0 w 1181586"/>
              <a:gd name="connsiteY3" fmla="*/ 0 h 1098080"/>
            </a:gdLst>
            <a:ahLst/>
            <a:cxnLst>
              <a:cxn ang="0">
                <a:pos x="connsiteX0" y="connsiteY0"/>
              </a:cxn>
              <a:cxn ang="0">
                <a:pos x="connsiteX1" y="connsiteY1"/>
              </a:cxn>
              <a:cxn ang="0">
                <a:pos x="connsiteX2" y="connsiteY2"/>
              </a:cxn>
              <a:cxn ang="0">
                <a:pos x="connsiteX3" y="connsiteY3"/>
              </a:cxn>
            </a:cxnLst>
            <a:rect l="l" t="t" r="r" b="b"/>
            <a:pathLst>
              <a:path w="1181586" h="1098080">
                <a:moveTo>
                  <a:pt x="0" y="0"/>
                </a:moveTo>
                <a:lnTo>
                  <a:pt x="1181081" y="1098080"/>
                </a:lnTo>
                <a:cubicBezTo>
                  <a:pt x="1179506" y="736130"/>
                  <a:pt x="1182713" y="361950"/>
                  <a:pt x="1181138" y="0"/>
                </a:cubicBezTo>
                <a:lnTo>
                  <a:pt x="0" y="0"/>
                </a:lnTo>
                <a:close/>
              </a:path>
            </a:pathLst>
          </a:custGeom>
          <a:gradFill>
            <a:gsLst>
              <a:gs pos="23000">
                <a:schemeClr val="accent1"/>
              </a:gs>
              <a:gs pos="100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9" name="Freeform 18"/>
          <p:cNvSpPr/>
          <p:nvPr/>
        </p:nvSpPr>
        <p:spPr>
          <a:xfrm>
            <a:off x="10959906" y="1057275"/>
            <a:ext cx="1232552" cy="3276600"/>
          </a:xfrm>
          <a:custGeom>
            <a:avLst/>
            <a:gdLst>
              <a:gd name="connsiteX0" fmla="*/ 1171575 w 1176337"/>
              <a:gd name="connsiteY0" fmla="*/ 0 h 3267075"/>
              <a:gd name="connsiteX1" fmla="*/ 0 w 1176337"/>
              <a:gd name="connsiteY1" fmla="*/ 2762250 h 3267075"/>
              <a:gd name="connsiteX2" fmla="*/ 1176337 w 1176337"/>
              <a:gd name="connsiteY2" fmla="*/ 3267075 h 3267075"/>
              <a:gd name="connsiteX3" fmla="*/ 1171575 w 1176337"/>
              <a:gd name="connsiteY3" fmla="*/ 0 h 3267075"/>
              <a:gd name="connsiteX0" fmla="*/ 1176337 w 1176795"/>
              <a:gd name="connsiteY0" fmla="*/ 0 h 3276600"/>
              <a:gd name="connsiteX1" fmla="*/ 0 w 1176795"/>
              <a:gd name="connsiteY1" fmla="*/ 2771775 h 3276600"/>
              <a:gd name="connsiteX2" fmla="*/ 1176337 w 1176795"/>
              <a:gd name="connsiteY2" fmla="*/ 3276600 h 3276600"/>
              <a:gd name="connsiteX3" fmla="*/ 1176337 w 1176795"/>
              <a:gd name="connsiteY3" fmla="*/ 0 h 3276600"/>
              <a:gd name="connsiteX0" fmla="*/ 1209791 w 1210249"/>
              <a:gd name="connsiteY0" fmla="*/ 0 h 3276600"/>
              <a:gd name="connsiteX1" fmla="*/ 0 w 1210249"/>
              <a:gd name="connsiteY1" fmla="*/ 2771775 h 3276600"/>
              <a:gd name="connsiteX2" fmla="*/ 1209791 w 1210249"/>
              <a:gd name="connsiteY2" fmla="*/ 3276600 h 3276600"/>
              <a:gd name="connsiteX3" fmla="*/ 1209791 w 1210249"/>
              <a:gd name="connsiteY3" fmla="*/ 0 h 3276600"/>
              <a:gd name="connsiteX0" fmla="*/ 1232094 w 1232552"/>
              <a:gd name="connsiteY0" fmla="*/ 0 h 3276600"/>
              <a:gd name="connsiteX1" fmla="*/ 0 w 1232552"/>
              <a:gd name="connsiteY1" fmla="*/ 2749472 h 3276600"/>
              <a:gd name="connsiteX2" fmla="*/ 1232094 w 1232552"/>
              <a:gd name="connsiteY2" fmla="*/ 3276600 h 3276600"/>
              <a:gd name="connsiteX3" fmla="*/ 1232094 w 1232552"/>
              <a:gd name="connsiteY3" fmla="*/ 0 h 3276600"/>
            </a:gdLst>
            <a:ahLst/>
            <a:cxnLst>
              <a:cxn ang="0">
                <a:pos x="connsiteX0" y="connsiteY0"/>
              </a:cxn>
              <a:cxn ang="0">
                <a:pos x="connsiteX1" y="connsiteY1"/>
              </a:cxn>
              <a:cxn ang="0">
                <a:pos x="connsiteX2" y="connsiteY2"/>
              </a:cxn>
              <a:cxn ang="0">
                <a:pos x="connsiteX3" y="connsiteY3"/>
              </a:cxn>
            </a:cxnLst>
            <a:rect l="l" t="t" r="r" b="b"/>
            <a:pathLst>
              <a:path w="1232552" h="3276600">
                <a:moveTo>
                  <a:pt x="1232094" y="0"/>
                </a:moveTo>
                <a:lnTo>
                  <a:pt x="0" y="2749472"/>
                </a:lnTo>
                <a:lnTo>
                  <a:pt x="1232094" y="3276600"/>
                </a:lnTo>
                <a:cubicBezTo>
                  <a:pt x="1230507" y="2187575"/>
                  <a:pt x="1233681" y="1089025"/>
                  <a:pt x="1232094" y="0"/>
                </a:cubicBezTo>
                <a:close/>
              </a:path>
            </a:pathLst>
          </a:custGeom>
          <a:gradFill>
            <a:gsLst>
              <a:gs pos="21000">
                <a:schemeClr val="accent1"/>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0" name="Freeform 19"/>
          <p:cNvSpPr/>
          <p:nvPr/>
        </p:nvSpPr>
        <p:spPr>
          <a:xfrm>
            <a:off x="6366969" y="2428875"/>
            <a:ext cx="3339005" cy="2271713"/>
          </a:xfrm>
          <a:custGeom>
            <a:avLst/>
            <a:gdLst>
              <a:gd name="connsiteX0" fmla="*/ 0 w 3324225"/>
              <a:gd name="connsiteY0" fmla="*/ 590550 h 2271713"/>
              <a:gd name="connsiteX1" fmla="*/ 1343025 w 3324225"/>
              <a:gd name="connsiteY1" fmla="*/ 2271713 h 2271713"/>
              <a:gd name="connsiteX2" fmla="*/ 3324225 w 3324225"/>
              <a:gd name="connsiteY2" fmla="*/ 0 h 2271713"/>
              <a:gd name="connsiteX3" fmla="*/ 0 w 3324225"/>
              <a:gd name="connsiteY3" fmla="*/ 590550 h 2271713"/>
              <a:gd name="connsiteX0" fmla="*/ 0 w 3333750"/>
              <a:gd name="connsiteY0" fmla="*/ 585787 h 2271713"/>
              <a:gd name="connsiteX1" fmla="*/ 1352550 w 3333750"/>
              <a:gd name="connsiteY1" fmla="*/ 2271713 h 2271713"/>
              <a:gd name="connsiteX2" fmla="*/ 3333750 w 3333750"/>
              <a:gd name="connsiteY2" fmla="*/ 0 h 2271713"/>
              <a:gd name="connsiteX3" fmla="*/ 0 w 3333750"/>
              <a:gd name="connsiteY3" fmla="*/ 585787 h 2271713"/>
              <a:gd name="connsiteX0" fmla="*/ 0 w 3333750"/>
              <a:gd name="connsiteY0" fmla="*/ 591043 h 2271713"/>
              <a:gd name="connsiteX1" fmla="*/ 1352550 w 3333750"/>
              <a:gd name="connsiteY1" fmla="*/ 2271713 h 2271713"/>
              <a:gd name="connsiteX2" fmla="*/ 3333750 w 3333750"/>
              <a:gd name="connsiteY2" fmla="*/ 0 h 2271713"/>
              <a:gd name="connsiteX3" fmla="*/ 0 w 3333750"/>
              <a:gd name="connsiteY3" fmla="*/ 591043 h 2271713"/>
              <a:gd name="connsiteX0" fmla="*/ 0 w 3339005"/>
              <a:gd name="connsiteY0" fmla="*/ 591043 h 2271713"/>
              <a:gd name="connsiteX1" fmla="*/ 1357805 w 3339005"/>
              <a:gd name="connsiteY1" fmla="*/ 2271713 h 2271713"/>
              <a:gd name="connsiteX2" fmla="*/ 3339005 w 3339005"/>
              <a:gd name="connsiteY2" fmla="*/ 0 h 2271713"/>
              <a:gd name="connsiteX3" fmla="*/ 0 w 3339005"/>
              <a:gd name="connsiteY3" fmla="*/ 591043 h 2271713"/>
            </a:gdLst>
            <a:ahLst/>
            <a:cxnLst>
              <a:cxn ang="0">
                <a:pos x="connsiteX0" y="connsiteY0"/>
              </a:cxn>
              <a:cxn ang="0">
                <a:pos x="connsiteX1" y="connsiteY1"/>
              </a:cxn>
              <a:cxn ang="0">
                <a:pos x="connsiteX2" y="connsiteY2"/>
              </a:cxn>
              <a:cxn ang="0">
                <a:pos x="connsiteX3" y="connsiteY3"/>
              </a:cxn>
            </a:cxnLst>
            <a:rect l="l" t="t" r="r" b="b"/>
            <a:pathLst>
              <a:path w="3339005" h="2271713">
                <a:moveTo>
                  <a:pt x="0" y="591043"/>
                </a:moveTo>
                <a:lnTo>
                  <a:pt x="1357805" y="2271713"/>
                </a:lnTo>
                <a:lnTo>
                  <a:pt x="3339005" y="0"/>
                </a:lnTo>
                <a:lnTo>
                  <a:pt x="0" y="591043"/>
                </a:lnTo>
                <a:close/>
              </a:path>
            </a:pathLst>
          </a:custGeom>
          <a:gradFill>
            <a:gsLst>
              <a:gs pos="0">
                <a:schemeClr val="accent1"/>
              </a:gs>
              <a:gs pos="87000">
                <a:schemeClr val="accent2"/>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1" name="Freeform 20"/>
          <p:cNvSpPr/>
          <p:nvPr/>
        </p:nvSpPr>
        <p:spPr>
          <a:xfrm>
            <a:off x="1025774" y="1761707"/>
            <a:ext cx="2098477" cy="1910094"/>
          </a:xfrm>
          <a:custGeom>
            <a:avLst/>
            <a:gdLst>
              <a:gd name="connsiteX0" fmla="*/ 2086304 w 2086304"/>
              <a:gd name="connsiteY0" fmla="*/ 0 h 1886607"/>
              <a:gd name="connsiteX1" fmla="*/ 0 w 2086304"/>
              <a:gd name="connsiteY1" fmla="*/ 15765 h 1886607"/>
              <a:gd name="connsiteX2" fmla="*/ 362607 w 2086304"/>
              <a:gd name="connsiteY2" fmla="*/ 1886607 h 1886607"/>
              <a:gd name="connsiteX3" fmla="*/ 2086304 w 2086304"/>
              <a:gd name="connsiteY3" fmla="*/ 0 h 1886607"/>
              <a:gd name="connsiteX0" fmla="*/ 2101053 w 2101053"/>
              <a:gd name="connsiteY0" fmla="*/ 0 h 1886607"/>
              <a:gd name="connsiteX1" fmla="*/ 0 w 2101053"/>
              <a:gd name="connsiteY1" fmla="*/ 1207 h 1886607"/>
              <a:gd name="connsiteX2" fmla="*/ 377356 w 2101053"/>
              <a:gd name="connsiteY2" fmla="*/ 1886607 h 1886607"/>
              <a:gd name="connsiteX3" fmla="*/ 2101053 w 2101053"/>
              <a:gd name="connsiteY3" fmla="*/ 0 h 1886607"/>
              <a:gd name="connsiteX0" fmla="*/ 2098477 w 2098477"/>
              <a:gd name="connsiteY0" fmla="*/ 8963 h 1885400"/>
              <a:gd name="connsiteX1" fmla="*/ 0 w 2098477"/>
              <a:gd name="connsiteY1" fmla="*/ 0 h 1885400"/>
              <a:gd name="connsiteX2" fmla="*/ 377356 w 2098477"/>
              <a:gd name="connsiteY2" fmla="*/ 1885400 h 1885400"/>
              <a:gd name="connsiteX3" fmla="*/ 2098477 w 2098477"/>
              <a:gd name="connsiteY3" fmla="*/ 8963 h 1885400"/>
            </a:gdLst>
            <a:ahLst/>
            <a:cxnLst>
              <a:cxn ang="0">
                <a:pos x="connsiteX0" y="connsiteY0"/>
              </a:cxn>
              <a:cxn ang="0">
                <a:pos x="connsiteX1" y="connsiteY1"/>
              </a:cxn>
              <a:cxn ang="0">
                <a:pos x="connsiteX2" y="connsiteY2"/>
              </a:cxn>
              <a:cxn ang="0">
                <a:pos x="connsiteX3" y="connsiteY3"/>
              </a:cxn>
            </a:cxnLst>
            <a:rect l="l" t="t" r="r" b="b"/>
            <a:pathLst>
              <a:path w="2098477" h="1885400">
                <a:moveTo>
                  <a:pt x="2098477" y="8963"/>
                </a:moveTo>
                <a:lnTo>
                  <a:pt x="0" y="0"/>
                </a:lnTo>
                <a:lnTo>
                  <a:pt x="377356" y="1885400"/>
                </a:lnTo>
                <a:lnTo>
                  <a:pt x="2098477" y="8963"/>
                </a:lnTo>
                <a:close/>
              </a:path>
            </a:pathLst>
          </a:custGeom>
          <a:gradFill>
            <a:gsLst>
              <a:gs pos="8000">
                <a:schemeClr val="accent2"/>
              </a:gs>
              <a:gs pos="90000">
                <a:schemeClr val="accent1"/>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2" name="Freeform 21"/>
          <p:cNvSpPr/>
          <p:nvPr/>
        </p:nvSpPr>
        <p:spPr>
          <a:xfrm>
            <a:off x="3532" y="4857972"/>
            <a:ext cx="4090198" cy="2007612"/>
          </a:xfrm>
          <a:custGeom>
            <a:avLst/>
            <a:gdLst>
              <a:gd name="connsiteX0" fmla="*/ 3576398 w 4077729"/>
              <a:gd name="connsiteY0" fmla="*/ 0 h 1994733"/>
              <a:gd name="connsiteX1" fmla="*/ 4077729 w 4077729"/>
              <a:gd name="connsiteY1" fmla="*/ 1101516 h 1994733"/>
              <a:gd name="connsiteX2" fmla="*/ 0 w 4077729"/>
              <a:gd name="connsiteY2" fmla="*/ 1994733 h 1994733"/>
              <a:gd name="connsiteX3" fmla="*/ 3576398 w 4077729"/>
              <a:gd name="connsiteY3" fmla="*/ 0 h 1994733"/>
              <a:gd name="connsiteX0" fmla="*/ 3576398 w 4086042"/>
              <a:gd name="connsiteY0" fmla="*/ 0 h 1994733"/>
              <a:gd name="connsiteX1" fmla="*/ 4086042 w 4086042"/>
              <a:gd name="connsiteY1" fmla="*/ 1093204 h 1994733"/>
              <a:gd name="connsiteX2" fmla="*/ 0 w 4086042"/>
              <a:gd name="connsiteY2" fmla="*/ 1994733 h 1994733"/>
              <a:gd name="connsiteX3" fmla="*/ 3576398 w 4086042"/>
              <a:gd name="connsiteY3" fmla="*/ 0 h 1994733"/>
              <a:gd name="connsiteX0" fmla="*/ 3576398 w 4090198"/>
              <a:gd name="connsiteY0" fmla="*/ 0 h 1994733"/>
              <a:gd name="connsiteX1" fmla="*/ 4090198 w 4090198"/>
              <a:gd name="connsiteY1" fmla="*/ 1084892 h 1994733"/>
              <a:gd name="connsiteX2" fmla="*/ 0 w 4090198"/>
              <a:gd name="connsiteY2" fmla="*/ 1994733 h 1994733"/>
              <a:gd name="connsiteX3" fmla="*/ 3576398 w 4090198"/>
              <a:gd name="connsiteY3" fmla="*/ 0 h 1994733"/>
              <a:gd name="connsiteX0" fmla="*/ 3576398 w 4090198"/>
              <a:gd name="connsiteY0" fmla="*/ 0 h 2007612"/>
              <a:gd name="connsiteX1" fmla="*/ 4090198 w 4090198"/>
              <a:gd name="connsiteY1" fmla="*/ 1084892 h 2007612"/>
              <a:gd name="connsiteX2" fmla="*/ 0 w 4090198"/>
              <a:gd name="connsiteY2" fmla="*/ 2007612 h 2007612"/>
              <a:gd name="connsiteX3" fmla="*/ 3576398 w 4090198"/>
              <a:gd name="connsiteY3" fmla="*/ 0 h 2007612"/>
            </a:gdLst>
            <a:ahLst/>
            <a:cxnLst>
              <a:cxn ang="0">
                <a:pos x="connsiteX0" y="connsiteY0"/>
              </a:cxn>
              <a:cxn ang="0">
                <a:pos x="connsiteX1" y="connsiteY1"/>
              </a:cxn>
              <a:cxn ang="0">
                <a:pos x="connsiteX2" y="connsiteY2"/>
              </a:cxn>
              <a:cxn ang="0">
                <a:pos x="connsiteX3" y="connsiteY3"/>
              </a:cxn>
            </a:cxnLst>
            <a:rect l="l" t="t" r="r" b="b"/>
            <a:pathLst>
              <a:path w="4090198" h="2007612">
                <a:moveTo>
                  <a:pt x="3576398" y="0"/>
                </a:moveTo>
                <a:lnTo>
                  <a:pt x="4090198" y="1084892"/>
                </a:lnTo>
                <a:lnTo>
                  <a:pt x="0" y="2007612"/>
                </a:lnTo>
                <a:lnTo>
                  <a:pt x="3576398" y="0"/>
                </a:lnTo>
                <a:close/>
              </a:path>
            </a:pathLst>
          </a:custGeom>
          <a:gradFill>
            <a:gsLst>
              <a:gs pos="15000">
                <a:schemeClr val="accent1"/>
              </a:gs>
              <a:gs pos="100000">
                <a:schemeClr val="accent2"/>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3" name="Freeform 22"/>
          <p:cNvSpPr/>
          <p:nvPr/>
        </p:nvSpPr>
        <p:spPr>
          <a:xfrm>
            <a:off x="-6301" y="5938309"/>
            <a:ext cx="4092304" cy="924304"/>
          </a:xfrm>
          <a:custGeom>
            <a:avLst/>
            <a:gdLst>
              <a:gd name="connsiteX0" fmla="*/ 4074199 w 4074199"/>
              <a:gd name="connsiteY0" fmla="*/ 0 h 907339"/>
              <a:gd name="connsiteX1" fmla="*/ 3357507 w 4074199"/>
              <a:gd name="connsiteY1" fmla="*/ 907339 h 907339"/>
              <a:gd name="connsiteX2" fmla="*/ 0 w 4074199"/>
              <a:gd name="connsiteY2" fmla="*/ 907339 h 907339"/>
              <a:gd name="connsiteX3" fmla="*/ 4074199 w 4074199"/>
              <a:gd name="connsiteY3" fmla="*/ 0 h 907339"/>
              <a:gd name="connsiteX0" fmla="*/ 4084791 w 4084791"/>
              <a:gd name="connsiteY0" fmla="*/ 0 h 907339"/>
              <a:gd name="connsiteX1" fmla="*/ 3368099 w 4084791"/>
              <a:gd name="connsiteY1" fmla="*/ 907339 h 907339"/>
              <a:gd name="connsiteX2" fmla="*/ 0 w 4084791"/>
              <a:gd name="connsiteY2" fmla="*/ 907339 h 907339"/>
              <a:gd name="connsiteX3" fmla="*/ 4084791 w 4084791"/>
              <a:gd name="connsiteY3" fmla="*/ 0 h 907339"/>
              <a:gd name="connsiteX0" fmla="*/ 4100031 w 4100031"/>
              <a:gd name="connsiteY0" fmla="*/ 0 h 907339"/>
              <a:gd name="connsiteX1" fmla="*/ 3368099 w 4100031"/>
              <a:gd name="connsiteY1" fmla="*/ 907339 h 907339"/>
              <a:gd name="connsiteX2" fmla="*/ 0 w 4100031"/>
              <a:gd name="connsiteY2" fmla="*/ 907339 h 907339"/>
              <a:gd name="connsiteX3" fmla="*/ 4100031 w 4100031"/>
              <a:gd name="connsiteY3" fmla="*/ 0 h 907339"/>
              <a:gd name="connsiteX0" fmla="*/ 4102607 w 4102607"/>
              <a:gd name="connsiteY0" fmla="*/ 0 h 907339"/>
              <a:gd name="connsiteX1" fmla="*/ 3370675 w 4102607"/>
              <a:gd name="connsiteY1" fmla="*/ 907339 h 907339"/>
              <a:gd name="connsiteX2" fmla="*/ 0 w 4102607"/>
              <a:gd name="connsiteY2" fmla="*/ 857464 h 907339"/>
              <a:gd name="connsiteX3" fmla="*/ 4102607 w 4102607"/>
              <a:gd name="connsiteY3" fmla="*/ 0 h 907339"/>
              <a:gd name="connsiteX0" fmla="*/ 4097455 w 4097455"/>
              <a:gd name="connsiteY0" fmla="*/ 0 h 907339"/>
              <a:gd name="connsiteX1" fmla="*/ 3365523 w 4097455"/>
              <a:gd name="connsiteY1" fmla="*/ 907339 h 907339"/>
              <a:gd name="connsiteX2" fmla="*/ 0 w 4097455"/>
              <a:gd name="connsiteY2" fmla="*/ 859958 h 907339"/>
              <a:gd name="connsiteX3" fmla="*/ 4097455 w 4097455"/>
              <a:gd name="connsiteY3" fmla="*/ 0 h 907339"/>
              <a:gd name="connsiteX0" fmla="*/ 4097455 w 4097455"/>
              <a:gd name="connsiteY0" fmla="*/ 0 h 862451"/>
              <a:gd name="connsiteX1" fmla="*/ 3411887 w 4097455"/>
              <a:gd name="connsiteY1" fmla="*/ 862451 h 862451"/>
              <a:gd name="connsiteX2" fmla="*/ 0 w 4097455"/>
              <a:gd name="connsiteY2" fmla="*/ 859958 h 862451"/>
              <a:gd name="connsiteX3" fmla="*/ 4097455 w 4097455"/>
              <a:gd name="connsiteY3" fmla="*/ 0 h 862451"/>
              <a:gd name="connsiteX0" fmla="*/ 4089728 w 4089728"/>
              <a:gd name="connsiteY0" fmla="*/ 0 h 892377"/>
              <a:gd name="connsiteX1" fmla="*/ 3411887 w 4089728"/>
              <a:gd name="connsiteY1" fmla="*/ 892377 h 892377"/>
              <a:gd name="connsiteX2" fmla="*/ 0 w 4089728"/>
              <a:gd name="connsiteY2" fmla="*/ 889884 h 892377"/>
              <a:gd name="connsiteX3" fmla="*/ 4089728 w 4089728"/>
              <a:gd name="connsiteY3" fmla="*/ 0 h 892377"/>
              <a:gd name="connsiteX0" fmla="*/ 4089728 w 4089728"/>
              <a:gd name="connsiteY0" fmla="*/ 0 h 892377"/>
              <a:gd name="connsiteX1" fmla="*/ 3424766 w 4089728"/>
              <a:gd name="connsiteY1" fmla="*/ 892377 h 892377"/>
              <a:gd name="connsiteX2" fmla="*/ 0 w 4089728"/>
              <a:gd name="connsiteY2" fmla="*/ 889884 h 892377"/>
              <a:gd name="connsiteX3" fmla="*/ 4089728 w 4089728"/>
              <a:gd name="connsiteY3" fmla="*/ 0 h 892377"/>
              <a:gd name="connsiteX0" fmla="*/ 4089728 w 4089728"/>
              <a:gd name="connsiteY0" fmla="*/ 0 h 889884"/>
              <a:gd name="connsiteX1" fmla="*/ 3360372 w 4089728"/>
              <a:gd name="connsiteY1" fmla="*/ 889884 h 889884"/>
              <a:gd name="connsiteX2" fmla="*/ 0 w 4089728"/>
              <a:gd name="connsiteY2" fmla="*/ 889884 h 889884"/>
              <a:gd name="connsiteX3" fmla="*/ 4089728 w 4089728"/>
              <a:gd name="connsiteY3" fmla="*/ 0 h 889884"/>
              <a:gd name="connsiteX0" fmla="*/ 4079425 w 4079425"/>
              <a:gd name="connsiteY0" fmla="*/ 0 h 889884"/>
              <a:gd name="connsiteX1" fmla="*/ 3350069 w 4079425"/>
              <a:gd name="connsiteY1" fmla="*/ 889884 h 889884"/>
              <a:gd name="connsiteX2" fmla="*/ 0 w 4079425"/>
              <a:gd name="connsiteY2" fmla="*/ 882403 h 889884"/>
              <a:gd name="connsiteX3" fmla="*/ 4079425 w 4079425"/>
              <a:gd name="connsiteY3" fmla="*/ 0 h 889884"/>
              <a:gd name="connsiteX0" fmla="*/ 4082000 w 4082000"/>
              <a:gd name="connsiteY0" fmla="*/ 0 h 889884"/>
              <a:gd name="connsiteX1" fmla="*/ 3352644 w 4082000"/>
              <a:gd name="connsiteY1" fmla="*/ 889884 h 889884"/>
              <a:gd name="connsiteX2" fmla="*/ 0 w 4082000"/>
              <a:gd name="connsiteY2" fmla="*/ 882403 h 889884"/>
              <a:gd name="connsiteX3" fmla="*/ 4082000 w 4082000"/>
              <a:gd name="connsiteY3" fmla="*/ 0 h 889884"/>
              <a:gd name="connsiteX0" fmla="*/ 4087152 w 4087152"/>
              <a:gd name="connsiteY0" fmla="*/ 0 h 1007091"/>
              <a:gd name="connsiteX1" fmla="*/ 3357796 w 4087152"/>
              <a:gd name="connsiteY1" fmla="*/ 889884 h 1007091"/>
              <a:gd name="connsiteX2" fmla="*/ 0 w 4087152"/>
              <a:gd name="connsiteY2" fmla="*/ 1007091 h 1007091"/>
              <a:gd name="connsiteX3" fmla="*/ 4087152 w 4087152"/>
              <a:gd name="connsiteY3" fmla="*/ 0 h 1007091"/>
              <a:gd name="connsiteX0" fmla="*/ 4092304 w 4092304"/>
              <a:gd name="connsiteY0" fmla="*/ 0 h 894872"/>
              <a:gd name="connsiteX1" fmla="*/ 3362948 w 4092304"/>
              <a:gd name="connsiteY1" fmla="*/ 889884 h 894872"/>
              <a:gd name="connsiteX2" fmla="*/ 0 w 4092304"/>
              <a:gd name="connsiteY2" fmla="*/ 894872 h 894872"/>
              <a:gd name="connsiteX3" fmla="*/ 4092304 w 4092304"/>
              <a:gd name="connsiteY3" fmla="*/ 0 h 894872"/>
            </a:gdLst>
            <a:ahLst/>
            <a:cxnLst>
              <a:cxn ang="0">
                <a:pos x="connsiteX0" y="connsiteY0"/>
              </a:cxn>
              <a:cxn ang="0">
                <a:pos x="connsiteX1" y="connsiteY1"/>
              </a:cxn>
              <a:cxn ang="0">
                <a:pos x="connsiteX2" y="connsiteY2"/>
              </a:cxn>
              <a:cxn ang="0">
                <a:pos x="connsiteX3" y="connsiteY3"/>
              </a:cxn>
            </a:cxnLst>
            <a:rect l="l" t="t" r="r" b="b"/>
            <a:pathLst>
              <a:path w="4092304" h="894872">
                <a:moveTo>
                  <a:pt x="4092304" y="0"/>
                </a:moveTo>
                <a:lnTo>
                  <a:pt x="3362948" y="889884"/>
                </a:lnTo>
                <a:lnTo>
                  <a:pt x="0" y="894872"/>
                </a:lnTo>
                <a:lnTo>
                  <a:pt x="4092304" y="0"/>
                </a:lnTo>
                <a:close/>
              </a:path>
            </a:pathLst>
          </a:custGeom>
          <a:gradFill>
            <a:gsLst>
              <a:gs pos="21000">
                <a:schemeClr val="accent1"/>
              </a:gs>
              <a:gs pos="100000">
                <a:schemeClr val="accent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4" name="Freeform 23"/>
          <p:cNvSpPr/>
          <p:nvPr/>
        </p:nvSpPr>
        <p:spPr>
          <a:xfrm>
            <a:off x="4102443" y="4914459"/>
            <a:ext cx="547228" cy="151811"/>
          </a:xfrm>
          <a:custGeom>
            <a:avLst/>
            <a:gdLst>
              <a:gd name="connsiteX0" fmla="*/ 0 w 547228"/>
              <a:gd name="connsiteY0" fmla="*/ 0 h 151811"/>
              <a:gd name="connsiteX1" fmla="*/ 547228 w 547228"/>
              <a:gd name="connsiteY1" fmla="*/ 70610 h 151811"/>
              <a:gd name="connsiteX2" fmla="*/ 526045 w 547228"/>
              <a:gd name="connsiteY2" fmla="*/ 151811 h 151811"/>
            </a:gdLst>
            <a:ahLst/>
            <a:cxnLst>
              <a:cxn ang="0">
                <a:pos x="connsiteX0" y="connsiteY0"/>
              </a:cxn>
              <a:cxn ang="0">
                <a:pos x="connsiteX1" y="connsiteY1"/>
              </a:cxn>
              <a:cxn ang="0">
                <a:pos x="connsiteX2" y="connsiteY2"/>
              </a:cxn>
            </a:cxnLst>
            <a:rect l="l" t="t" r="r" b="b"/>
            <a:pathLst>
              <a:path w="547228" h="151811">
                <a:moveTo>
                  <a:pt x="0" y="0"/>
                </a:moveTo>
                <a:lnTo>
                  <a:pt x="547228" y="70610"/>
                </a:lnTo>
                <a:lnTo>
                  <a:pt x="526045" y="151811"/>
                </a:ln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3317876" y="5936217"/>
            <a:ext cx="5416584" cy="930949"/>
          </a:xfrm>
          <a:custGeom>
            <a:avLst/>
            <a:gdLst>
              <a:gd name="connsiteX0" fmla="*/ 683287 w 5365819"/>
              <a:gd name="connsiteY0" fmla="*/ 0 h 914400"/>
              <a:gd name="connsiteX1" fmla="*/ 5365819 w 5365819"/>
              <a:gd name="connsiteY1" fmla="*/ 904351 h 914400"/>
              <a:gd name="connsiteX2" fmla="*/ 0 w 5365819"/>
              <a:gd name="connsiteY2" fmla="*/ 914400 h 914400"/>
              <a:gd name="connsiteX3" fmla="*/ 683287 w 5365819"/>
              <a:gd name="connsiteY3" fmla="*/ 0 h 914400"/>
              <a:gd name="connsiteX0" fmla="*/ 711531 w 5394063"/>
              <a:gd name="connsiteY0" fmla="*/ 0 h 917930"/>
              <a:gd name="connsiteX1" fmla="*/ 5394063 w 5394063"/>
              <a:gd name="connsiteY1" fmla="*/ 904351 h 917930"/>
              <a:gd name="connsiteX2" fmla="*/ 0 w 5394063"/>
              <a:gd name="connsiteY2" fmla="*/ 917930 h 917930"/>
              <a:gd name="connsiteX3" fmla="*/ 711531 w 5394063"/>
              <a:gd name="connsiteY3" fmla="*/ 0 h 917930"/>
              <a:gd name="connsiteX0" fmla="*/ 725653 w 5394063"/>
              <a:gd name="connsiteY0" fmla="*/ 0 h 910869"/>
              <a:gd name="connsiteX1" fmla="*/ 5394063 w 5394063"/>
              <a:gd name="connsiteY1" fmla="*/ 897290 h 910869"/>
              <a:gd name="connsiteX2" fmla="*/ 0 w 5394063"/>
              <a:gd name="connsiteY2" fmla="*/ 910869 h 910869"/>
              <a:gd name="connsiteX3" fmla="*/ 725653 w 5394063"/>
              <a:gd name="connsiteY3" fmla="*/ 0 h 910869"/>
              <a:gd name="connsiteX0" fmla="*/ 725653 w 5376410"/>
              <a:gd name="connsiteY0" fmla="*/ 0 h 910869"/>
              <a:gd name="connsiteX1" fmla="*/ 5376410 w 5376410"/>
              <a:gd name="connsiteY1" fmla="*/ 907881 h 910869"/>
              <a:gd name="connsiteX2" fmla="*/ 0 w 5376410"/>
              <a:gd name="connsiteY2" fmla="*/ 910869 h 910869"/>
              <a:gd name="connsiteX3" fmla="*/ 725653 w 5376410"/>
              <a:gd name="connsiteY3" fmla="*/ 0 h 910869"/>
              <a:gd name="connsiteX0" fmla="*/ 783842 w 5376410"/>
              <a:gd name="connsiteY0" fmla="*/ 0 h 765396"/>
              <a:gd name="connsiteX1" fmla="*/ 5376410 w 5376410"/>
              <a:gd name="connsiteY1" fmla="*/ 762408 h 765396"/>
              <a:gd name="connsiteX2" fmla="*/ 0 w 5376410"/>
              <a:gd name="connsiteY2" fmla="*/ 765396 h 765396"/>
              <a:gd name="connsiteX3" fmla="*/ 783842 w 5376410"/>
              <a:gd name="connsiteY3" fmla="*/ 0 h 765396"/>
              <a:gd name="connsiteX0" fmla="*/ 729810 w 5376410"/>
              <a:gd name="connsiteY0" fmla="*/ 0 h 910869"/>
              <a:gd name="connsiteX1" fmla="*/ 5376410 w 5376410"/>
              <a:gd name="connsiteY1" fmla="*/ 907881 h 910869"/>
              <a:gd name="connsiteX2" fmla="*/ 0 w 5376410"/>
              <a:gd name="connsiteY2" fmla="*/ 910869 h 910869"/>
              <a:gd name="connsiteX3" fmla="*/ 729810 w 5376410"/>
              <a:gd name="connsiteY3" fmla="*/ 0 h 910869"/>
              <a:gd name="connsiteX0" fmla="*/ 714570 w 5376410"/>
              <a:gd name="connsiteY0" fmla="*/ 0 h 918489"/>
              <a:gd name="connsiteX1" fmla="*/ 5376410 w 5376410"/>
              <a:gd name="connsiteY1" fmla="*/ 915501 h 918489"/>
              <a:gd name="connsiteX2" fmla="*/ 0 w 5376410"/>
              <a:gd name="connsiteY2" fmla="*/ 918489 h 918489"/>
              <a:gd name="connsiteX3" fmla="*/ 714570 w 5376410"/>
              <a:gd name="connsiteY3" fmla="*/ 0 h 918489"/>
              <a:gd name="connsiteX0" fmla="*/ 809820 w 5376410"/>
              <a:gd name="connsiteY0" fmla="*/ 0 h 758469"/>
              <a:gd name="connsiteX1" fmla="*/ 5376410 w 5376410"/>
              <a:gd name="connsiteY1" fmla="*/ 755481 h 758469"/>
              <a:gd name="connsiteX2" fmla="*/ 0 w 5376410"/>
              <a:gd name="connsiteY2" fmla="*/ 758469 h 758469"/>
              <a:gd name="connsiteX3" fmla="*/ 809820 w 5376410"/>
              <a:gd name="connsiteY3" fmla="*/ 0 h 758469"/>
              <a:gd name="connsiteX0" fmla="*/ 710760 w 5376410"/>
              <a:gd name="connsiteY0" fmla="*/ 0 h 918489"/>
              <a:gd name="connsiteX1" fmla="*/ 5376410 w 5376410"/>
              <a:gd name="connsiteY1" fmla="*/ 915501 h 918489"/>
              <a:gd name="connsiteX2" fmla="*/ 0 w 5376410"/>
              <a:gd name="connsiteY2" fmla="*/ 918489 h 918489"/>
              <a:gd name="connsiteX3" fmla="*/ 710760 w 5376410"/>
              <a:gd name="connsiteY3" fmla="*/ 0 h 918489"/>
              <a:gd name="connsiteX0" fmla="*/ 722190 w 5376410"/>
              <a:gd name="connsiteY0" fmla="*/ 0 h 914679"/>
              <a:gd name="connsiteX1" fmla="*/ 5376410 w 5376410"/>
              <a:gd name="connsiteY1" fmla="*/ 911691 h 914679"/>
              <a:gd name="connsiteX2" fmla="*/ 0 w 5376410"/>
              <a:gd name="connsiteY2" fmla="*/ 914679 h 914679"/>
              <a:gd name="connsiteX3" fmla="*/ 722190 w 5376410"/>
              <a:gd name="connsiteY3" fmla="*/ 0 h 914679"/>
              <a:gd name="connsiteX0" fmla="*/ 735069 w 5389289"/>
              <a:gd name="connsiteY0" fmla="*/ 0 h 912104"/>
              <a:gd name="connsiteX1" fmla="*/ 5389289 w 5389289"/>
              <a:gd name="connsiteY1" fmla="*/ 911691 h 912104"/>
              <a:gd name="connsiteX2" fmla="*/ 0 w 5389289"/>
              <a:gd name="connsiteY2" fmla="*/ 912104 h 912104"/>
              <a:gd name="connsiteX3" fmla="*/ 735069 w 5389289"/>
              <a:gd name="connsiteY3" fmla="*/ 0 h 912104"/>
              <a:gd name="connsiteX0" fmla="*/ 735069 w 5389289"/>
              <a:gd name="connsiteY0" fmla="*/ 0 h 925339"/>
              <a:gd name="connsiteX1" fmla="*/ 5389289 w 5389289"/>
              <a:gd name="connsiteY1" fmla="*/ 925339 h 925339"/>
              <a:gd name="connsiteX2" fmla="*/ 0 w 5389289"/>
              <a:gd name="connsiteY2" fmla="*/ 912104 h 925339"/>
              <a:gd name="connsiteX3" fmla="*/ 735069 w 5389289"/>
              <a:gd name="connsiteY3" fmla="*/ 0 h 925339"/>
              <a:gd name="connsiteX0" fmla="*/ 762364 w 5416584"/>
              <a:gd name="connsiteY0" fmla="*/ 0 h 939400"/>
              <a:gd name="connsiteX1" fmla="*/ 5416584 w 5416584"/>
              <a:gd name="connsiteY1" fmla="*/ 925339 h 939400"/>
              <a:gd name="connsiteX2" fmla="*/ 0 w 5416584"/>
              <a:gd name="connsiteY2" fmla="*/ 939400 h 939400"/>
              <a:gd name="connsiteX3" fmla="*/ 762364 w 5416584"/>
              <a:gd name="connsiteY3" fmla="*/ 0 h 939400"/>
              <a:gd name="connsiteX0" fmla="*/ 762364 w 5416584"/>
              <a:gd name="connsiteY0" fmla="*/ 0 h 945010"/>
              <a:gd name="connsiteX1" fmla="*/ 5416584 w 5416584"/>
              <a:gd name="connsiteY1" fmla="*/ 930949 h 945010"/>
              <a:gd name="connsiteX2" fmla="*/ 0 w 5416584"/>
              <a:gd name="connsiteY2" fmla="*/ 945010 h 945010"/>
              <a:gd name="connsiteX3" fmla="*/ 762364 w 5416584"/>
              <a:gd name="connsiteY3" fmla="*/ 0 h 945010"/>
              <a:gd name="connsiteX0" fmla="*/ 762364 w 5416584"/>
              <a:gd name="connsiteY0" fmla="*/ 0 h 930949"/>
              <a:gd name="connsiteX1" fmla="*/ 5416584 w 5416584"/>
              <a:gd name="connsiteY1" fmla="*/ 930949 h 930949"/>
              <a:gd name="connsiteX2" fmla="*/ 0 w 5416584"/>
              <a:gd name="connsiteY2" fmla="*/ 921156 h 930949"/>
              <a:gd name="connsiteX3" fmla="*/ 762364 w 5416584"/>
              <a:gd name="connsiteY3" fmla="*/ 0 h 930949"/>
            </a:gdLst>
            <a:ahLst/>
            <a:cxnLst>
              <a:cxn ang="0">
                <a:pos x="connsiteX0" y="connsiteY0"/>
              </a:cxn>
              <a:cxn ang="0">
                <a:pos x="connsiteX1" y="connsiteY1"/>
              </a:cxn>
              <a:cxn ang="0">
                <a:pos x="connsiteX2" y="connsiteY2"/>
              </a:cxn>
              <a:cxn ang="0">
                <a:pos x="connsiteX3" y="connsiteY3"/>
              </a:cxn>
            </a:cxnLst>
            <a:rect l="l" t="t" r="r" b="b"/>
            <a:pathLst>
              <a:path w="5416584" h="930949">
                <a:moveTo>
                  <a:pt x="762364" y="0"/>
                </a:moveTo>
                <a:lnTo>
                  <a:pt x="5416584" y="930949"/>
                </a:lnTo>
                <a:lnTo>
                  <a:pt x="0" y="921156"/>
                </a:lnTo>
                <a:lnTo>
                  <a:pt x="762364" y="0"/>
                </a:lnTo>
                <a:close/>
              </a:path>
            </a:pathLst>
          </a:custGeom>
          <a:gradFill>
            <a:gsLst>
              <a:gs pos="4000">
                <a:schemeClr val="accent1"/>
              </a:gs>
              <a:gs pos="100000">
                <a:schemeClr val="accent2"/>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6" name="Freeform 25"/>
          <p:cNvSpPr/>
          <p:nvPr/>
        </p:nvSpPr>
        <p:spPr>
          <a:xfrm>
            <a:off x="10990536" y="3785435"/>
            <a:ext cx="1203845" cy="3091509"/>
          </a:xfrm>
          <a:custGeom>
            <a:avLst/>
            <a:gdLst>
              <a:gd name="connsiteX0" fmla="*/ 0 w 1182718"/>
              <a:gd name="connsiteY0" fmla="*/ 0 h 3032701"/>
              <a:gd name="connsiteX1" fmla="*/ 497800 w 1182718"/>
              <a:gd name="connsiteY1" fmla="*/ 3032701 h 3032701"/>
              <a:gd name="connsiteX2" fmla="*/ 1182718 w 1182718"/>
              <a:gd name="connsiteY2" fmla="*/ 515453 h 3032701"/>
              <a:gd name="connsiteX3" fmla="*/ 0 w 1182718"/>
              <a:gd name="connsiteY3" fmla="*/ 0 h 3032701"/>
              <a:gd name="connsiteX0" fmla="*/ 0 w 1179187"/>
              <a:gd name="connsiteY0" fmla="*/ 0 h 3029170"/>
              <a:gd name="connsiteX1" fmla="*/ 494269 w 1179187"/>
              <a:gd name="connsiteY1" fmla="*/ 3029170 h 3029170"/>
              <a:gd name="connsiteX2" fmla="*/ 1179187 w 1179187"/>
              <a:gd name="connsiteY2" fmla="*/ 511922 h 3029170"/>
              <a:gd name="connsiteX3" fmla="*/ 0 w 1179187"/>
              <a:gd name="connsiteY3" fmla="*/ 0 h 3029170"/>
              <a:gd name="connsiteX0" fmla="*/ 0 w 1179187"/>
              <a:gd name="connsiteY0" fmla="*/ 0 h 3039761"/>
              <a:gd name="connsiteX1" fmla="*/ 483677 w 1179187"/>
              <a:gd name="connsiteY1" fmla="*/ 3039761 h 3039761"/>
              <a:gd name="connsiteX2" fmla="*/ 1179187 w 1179187"/>
              <a:gd name="connsiteY2" fmla="*/ 511922 h 3039761"/>
              <a:gd name="connsiteX3" fmla="*/ 0 w 1179187"/>
              <a:gd name="connsiteY3" fmla="*/ 0 h 3039761"/>
              <a:gd name="connsiteX0" fmla="*/ 0 w 1190407"/>
              <a:gd name="connsiteY0" fmla="*/ 0 h 3039761"/>
              <a:gd name="connsiteX1" fmla="*/ 494897 w 1190407"/>
              <a:gd name="connsiteY1" fmla="*/ 3039761 h 3039761"/>
              <a:gd name="connsiteX2" fmla="*/ 1190407 w 1190407"/>
              <a:gd name="connsiteY2" fmla="*/ 511922 h 3039761"/>
              <a:gd name="connsiteX3" fmla="*/ 0 w 1190407"/>
              <a:gd name="connsiteY3" fmla="*/ 0 h 3039761"/>
              <a:gd name="connsiteX0" fmla="*/ 0 w 1203107"/>
              <a:gd name="connsiteY0" fmla="*/ 0 h 3065161"/>
              <a:gd name="connsiteX1" fmla="*/ 507597 w 1203107"/>
              <a:gd name="connsiteY1" fmla="*/ 3065161 h 3065161"/>
              <a:gd name="connsiteX2" fmla="*/ 1203107 w 1203107"/>
              <a:gd name="connsiteY2" fmla="*/ 537322 h 3065161"/>
              <a:gd name="connsiteX3" fmla="*/ 0 w 1203107"/>
              <a:gd name="connsiteY3" fmla="*/ 0 h 3065161"/>
              <a:gd name="connsiteX0" fmla="*/ 0 w 1209457"/>
              <a:gd name="connsiteY0" fmla="*/ 0 h 3065161"/>
              <a:gd name="connsiteX1" fmla="*/ 507597 w 1209457"/>
              <a:gd name="connsiteY1" fmla="*/ 3065161 h 3065161"/>
              <a:gd name="connsiteX2" fmla="*/ 1209457 w 1209457"/>
              <a:gd name="connsiteY2" fmla="*/ 543672 h 3065161"/>
              <a:gd name="connsiteX3" fmla="*/ 0 w 1209457"/>
              <a:gd name="connsiteY3" fmla="*/ 0 h 3065161"/>
              <a:gd name="connsiteX0" fmla="*/ 0 w 1215807"/>
              <a:gd name="connsiteY0" fmla="*/ 0 h 3065161"/>
              <a:gd name="connsiteX1" fmla="*/ 507597 w 1215807"/>
              <a:gd name="connsiteY1" fmla="*/ 3065161 h 3065161"/>
              <a:gd name="connsiteX2" fmla="*/ 1215807 w 1215807"/>
              <a:gd name="connsiteY2" fmla="*/ 537322 h 3065161"/>
              <a:gd name="connsiteX3" fmla="*/ 0 w 1215807"/>
              <a:gd name="connsiteY3" fmla="*/ 0 h 3065161"/>
              <a:gd name="connsiteX0" fmla="*/ 0 w 1209457"/>
              <a:gd name="connsiteY0" fmla="*/ 0 h 3077861"/>
              <a:gd name="connsiteX1" fmla="*/ 501247 w 1209457"/>
              <a:gd name="connsiteY1" fmla="*/ 3077861 h 3077861"/>
              <a:gd name="connsiteX2" fmla="*/ 1209457 w 1209457"/>
              <a:gd name="connsiteY2" fmla="*/ 550022 h 3077861"/>
              <a:gd name="connsiteX3" fmla="*/ 0 w 1209457"/>
              <a:gd name="connsiteY3" fmla="*/ 0 h 3077861"/>
              <a:gd name="connsiteX0" fmla="*/ 0 w 1209457"/>
              <a:gd name="connsiteY0" fmla="*/ 0 h 3091509"/>
              <a:gd name="connsiteX1" fmla="*/ 501247 w 1209457"/>
              <a:gd name="connsiteY1" fmla="*/ 3091509 h 3091509"/>
              <a:gd name="connsiteX2" fmla="*/ 1209457 w 1209457"/>
              <a:gd name="connsiteY2" fmla="*/ 550022 h 3091509"/>
              <a:gd name="connsiteX3" fmla="*/ 0 w 1209457"/>
              <a:gd name="connsiteY3" fmla="*/ 0 h 3091509"/>
            </a:gdLst>
            <a:ahLst/>
            <a:cxnLst>
              <a:cxn ang="0">
                <a:pos x="connsiteX0" y="connsiteY0"/>
              </a:cxn>
              <a:cxn ang="0">
                <a:pos x="connsiteX1" y="connsiteY1"/>
              </a:cxn>
              <a:cxn ang="0">
                <a:pos x="connsiteX2" y="connsiteY2"/>
              </a:cxn>
              <a:cxn ang="0">
                <a:pos x="connsiteX3" y="connsiteY3"/>
              </a:cxn>
            </a:cxnLst>
            <a:rect l="l" t="t" r="r" b="b"/>
            <a:pathLst>
              <a:path w="1209457" h="3091509">
                <a:moveTo>
                  <a:pt x="0" y="0"/>
                </a:moveTo>
                <a:lnTo>
                  <a:pt x="501247" y="3091509"/>
                </a:lnTo>
                <a:lnTo>
                  <a:pt x="1209457" y="550022"/>
                </a:lnTo>
                <a:lnTo>
                  <a:pt x="0" y="0"/>
                </a:lnTo>
                <a:close/>
              </a:path>
            </a:pathLst>
          </a:custGeom>
          <a:gradFill>
            <a:gsLst>
              <a:gs pos="34000">
                <a:schemeClr val="accent2"/>
              </a:gs>
              <a:gs pos="100000">
                <a:schemeClr val="accent1"/>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7" name="Freeform 26"/>
          <p:cNvSpPr/>
          <p:nvPr/>
        </p:nvSpPr>
        <p:spPr>
          <a:xfrm>
            <a:off x="11488254" y="4321334"/>
            <a:ext cx="708319" cy="2552078"/>
          </a:xfrm>
          <a:custGeom>
            <a:avLst/>
            <a:gdLst>
              <a:gd name="connsiteX0" fmla="*/ 691978 w 697728"/>
              <a:gd name="connsiteY0" fmla="*/ 0 h 2520778"/>
              <a:gd name="connsiteX1" fmla="*/ 0 w 697728"/>
              <a:gd name="connsiteY1" fmla="*/ 2520778 h 2520778"/>
              <a:gd name="connsiteX2" fmla="*/ 695509 w 697728"/>
              <a:gd name="connsiteY2" fmla="*/ 2517248 h 2520778"/>
              <a:gd name="connsiteX3" fmla="*/ 691978 w 697728"/>
              <a:gd name="connsiteY3" fmla="*/ 0 h 2520778"/>
              <a:gd name="connsiteX0" fmla="*/ 691978 w 697728"/>
              <a:gd name="connsiteY0" fmla="*/ 0 h 2531370"/>
              <a:gd name="connsiteX1" fmla="*/ 0 w 697728"/>
              <a:gd name="connsiteY1" fmla="*/ 2531370 h 2531370"/>
              <a:gd name="connsiteX2" fmla="*/ 695509 w 697728"/>
              <a:gd name="connsiteY2" fmla="*/ 2517248 h 2531370"/>
              <a:gd name="connsiteX3" fmla="*/ 691978 w 697728"/>
              <a:gd name="connsiteY3" fmla="*/ 0 h 2531370"/>
              <a:gd name="connsiteX0" fmla="*/ 691978 w 703175"/>
              <a:gd name="connsiteY0" fmla="*/ 0 h 2531370"/>
              <a:gd name="connsiteX1" fmla="*/ 0 w 703175"/>
              <a:gd name="connsiteY1" fmla="*/ 2531370 h 2531370"/>
              <a:gd name="connsiteX2" fmla="*/ 702570 w 703175"/>
              <a:gd name="connsiteY2" fmla="*/ 2527839 h 2531370"/>
              <a:gd name="connsiteX3" fmla="*/ 691978 w 703175"/>
              <a:gd name="connsiteY3" fmla="*/ 0 h 2531370"/>
              <a:gd name="connsiteX0" fmla="*/ 691978 w 703175"/>
              <a:gd name="connsiteY0" fmla="*/ 0 h 2531370"/>
              <a:gd name="connsiteX1" fmla="*/ 0 w 703175"/>
              <a:gd name="connsiteY1" fmla="*/ 2531370 h 2531370"/>
              <a:gd name="connsiteX2" fmla="*/ 702570 w 703175"/>
              <a:gd name="connsiteY2" fmla="*/ 2527839 h 2531370"/>
              <a:gd name="connsiteX3" fmla="*/ 691978 w 703175"/>
              <a:gd name="connsiteY3" fmla="*/ 0 h 2531370"/>
              <a:gd name="connsiteX0" fmla="*/ 699039 w 704789"/>
              <a:gd name="connsiteY0" fmla="*/ 0 h 2541962"/>
              <a:gd name="connsiteX1" fmla="*/ 0 w 704789"/>
              <a:gd name="connsiteY1" fmla="*/ 2541962 h 2541962"/>
              <a:gd name="connsiteX2" fmla="*/ 702570 w 704789"/>
              <a:gd name="connsiteY2" fmla="*/ 2538431 h 2541962"/>
              <a:gd name="connsiteX3" fmla="*/ 699039 w 704789"/>
              <a:gd name="connsiteY3" fmla="*/ 0 h 2541962"/>
              <a:gd name="connsiteX0" fmla="*/ 702569 w 708319"/>
              <a:gd name="connsiteY0" fmla="*/ 0 h 2538431"/>
              <a:gd name="connsiteX1" fmla="*/ 0 w 708319"/>
              <a:gd name="connsiteY1" fmla="*/ 2538431 h 2538431"/>
              <a:gd name="connsiteX2" fmla="*/ 706100 w 708319"/>
              <a:gd name="connsiteY2" fmla="*/ 2538431 h 2538431"/>
              <a:gd name="connsiteX3" fmla="*/ 702569 w 708319"/>
              <a:gd name="connsiteY3" fmla="*/ 0 h 2538431"/>
              <a:gd name="connsiteX0" fmla="*/ 667264 w 673014"/>
              <a:gd name="connsiteY0" fmla="*/ 0 h 2538431"/>
              <a:gd name="connsiteX1" fmla="*/ 0 w 673014"/>
              <a:gd name="connsiteY1" fmla="*/ 2252460 h 2538431"/>
              <a:gd name="connsiteX2" fmla="*/ 670795 w 673014"/>
              <a:gd name="connsiteY2" fmla="*/ 2538431 h 2538431"/>
              <a:gd name="connsiteX3" fmla="*/ 667264 w 673014"/>
              <a:gd name="connsiteY3" fmla="*/ 0 h 2538431"/>
              <a:gd name="connsiteX0" fmla="*/ 702569 w 708319"/>
              <a:gd name="connsiteY0" fmla="*/ 0 h 2541961"/>
              <a:gd name="connsiteX1" fmla="*/ 0 w 708319"/>
              <a:gd name="connsiteY1" fmla="*/ 2541961 h 2541961"/>
              <a:gd name="connsiteX2" fmla="*/ 706100 w 708319"/>
              <a:gd name="connsiteY2" fmla="*/ 2538431 h 2541961"/>
              <a:gd name="connsiteX3" fmla="*/ 702569 w 708319"/>
              <a:gd name="connsiteY3" fmla="*/ 0 h 2541961"/>
              <a:gd name="connsiteX0" fmla="*/ 702569 w 708319"/>
              <a:gd name="connsiteY0" fmla="*/ 0 h 2538431"/>
              <a:gd name="connsiteX1" fmla="*/ 0 w 708319"/>
              <a:gd name="connsiteY1" fmla="*/ 2534900 h 2538431"/>
              <a:gd name="connsiteX2" fmla="*/ 706100 w 708319"/>
              <a:gd name="connsiteY2" fmla="*/ 2538431 h 2538431"/>
              <a:gd name="connsiteX3" fmla="*/ 702569 w 708319"/>
              <a:gd name="connsiteY3" fmla="*/ 0 h 2538431"/>
              <a:gd name="connsiteX0" fmla="*/ 702569 w 708319"/>
              <a:gd name="connsiteY0" fmla="*/ 0 h 2548548"/>
              <a:gd name="connsiteX1" fmla="*/ 0 w 708319"/>
              <a:gd name="connsiteY1" fmla="*/ 2548548 h 2548548"/>
              <a:gd name="connsiteX2" fmla="*/ 706100 w 708319"/>
              <a:gd name="connsiteY2" fmla="*/ 2538431 h 2548548"/>
              <a:gd name="connsiteX3" fmla="*/ 702569 w 708319"/>
              <a:gd name="connsiteY3" fmla="*/ 0 h 2548548"/>
              <a:gd name="connsiteX0" fmla="*/ 702569 w 704906"/>
              <a:gd name="connsiteY0" fmla="*/ 0 h 2548548"/>
              <a:gd name="connsiteX1" fmla="*/ 0 w 704906"/>
              <a:gd name="connsiteY1" fmla="*/ 2548548 h 2548548"/>
              <a:gd name="connsiteX2" fmla="*/ 692452 w 704906"/>
              <a:gd name="connsiteY2" fmla="*/ 2538431 h 2548548"/>
              <a:gd name="connsiteX3" fmla="*/ 702569 w 704906"/>
              <a:gd name="connsiteY3" fmla="*/ 0 h 2548548"/>
              <a:gd name="connsiteX0" fmla="*/ 702569 w 708319"/>
              <a:gd name="connsiteY0" fmla="*/ 0 h 2565726"/>
              <a:gd name="connsiteX1" fmla="*/ 0 w 708319"/>
              <a:gd name="connsiteY1" fmla="*/ 2548548 h 2565726"/>
              <a:gd name="connsiteX2" fmla="*/ 706100 w 708319"/>
              <a:gd name="connsiteY2" fmla="*/ 2565726 h 2565726"/>
              <a:gd name="connsiteX3" fmla="*/ 702569 w 708319"/>
              <a:gd name="connsiteY3" fmla="*/ 0 h 2565726"/>
              <a:gd name="connsiteX0" fmla="*/ 702569 w 708319"/>
              <a:gd name="connsiteY0" fmla="*/ 0 h 2552078"/>
              <a:gd name="connsiteX1" fmla="*/ 0 w 708319"/>
              <a:gd name="connsiteY1" fmla="*/ 2548548 h 2552078"/>
              <a:gd name="connsiteX2" fmla="*/ 706100 w 708319"/>
              <a:gd name="connsiteY2" fmla="*/ 2552078 h 2552078"/>
              <a:gd name="connsiteX3" fmla="*/ 702569 w 708319"/>
              <a:gd name="connsiteY3" fmla="*/ 0 h 2552078"/>
            </a:gdLst>
            <a:ahLst/>
            <a:cxnLst>
              <a:cxn ang="0">
                <a:pos x="connsiteX0" y="connsiteY0"/>
              </a:cxn>
              <a:cxn ang="0">
                <a:pos x="connsiteX1" y="connsiteY1"/>
              </a:cxn>
              <a:cxn ang="0">
                <a:pos x="connsiteX2" y="connsiteY2"/>
              </a:cxn>
              <a:cxn ang="0">
                <a:pos x="connsiteX3" y="connsiteY3"/>
              </a:cxn>
            </a:cxnLst>
            <a:rect l="l" t="t" r="r" b="b"/>
            <a:pathLst>
              <a:path w="708319" h="2552078">
                <a:moveTo>
                  <a:pt x="702569" y="0"/>
                </a:moveTo>
                <a:lnTo>
                  <a:pt x="0" y="2548548"/>
                </a:lnTo>
                <a:lnTo>
                  <a:pt x="706100" y="2552078"/>
                </a:lnTo>
                <a:cubicBezTo>
                  <a:pt x="708454" y="1710642"/>
                  <a:pt x="710807" y="834375"/>
                  <a:pt x="702569" y="0"/>
                </a:cubicBezTo>
                <a:close/>
              </a:path>
            </a:pathLst>
          </a:custGeom>
          <a:gradFill>
            <a:gsLst>
              <a:gs pos="21000">
                <a:schemeClr val="accent2"/>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8" name="Freeform 27"/>
          <p:cNvSpPr/>
          <p:nvPr/>
        </p:nvSpPr>
        <p:spPr>
          <a:xfrm>
            <a:off x="8745794" y="2426110"/>
            <a:ext cx="2263877" cy="4424516"/>
          </a:xfrm>
          <a:custGeom>
            <a:avLst/>
            <a:gdLst>
              <a:gd name="connsiteX0" fmla="*/ 958645 w 2263877"/>
              <a:gd name="connsiteY0" fmla="*/ 0 h 4424516"/>
              <a:gd name="connsiteX1" fmla="*/ 2263877 w 2263877"/>
              <a:gd name="connsiteY1" fmla="*/ 1393722 h 4424516"/>
              <a:gd name="connsiteX2" fmla="*/ 0 w 2263877"/>
              <a:gd name="connsiteY2" fmla="*/ 4424516 h 4424516"/>
              <a:gd name="connsiteX3" fmla="*/ 958645 w 2263877"/>
              <a:gd name="connsiteY3" fmla="*/ 0 h 4424516"/>
            </a:gdLst>
            <a:ahLst/>
            <a:cxnLst>
              <a:cxn ang="0">
                <a:pos x="connsiteX0" y="connsiteY0"/>
              </a:cxn>
              <a:cxn ang="0">
                <a:pos x="connsiteX1" y="connsiteY1"/>
              </a:cxn>
              <a:cxn ang="0">
                <a:pos x="connsiteX2" y="connsiteY2"/>
              </a:cxn>
              <a:cxn ang="0">
                <a:pos x="connsiteX3" y="connsiteY3"/>
              </a:cxn>
            </a:cxnLst>
            <a:rect l="l" t="t" r="r" b="b"/>
            <a:pathLst>
              <a:path w="2263877" h="4424516">
                <a:moveTo>
                  <a:pt x="958645" y="0"/>
                </a:moveTo>
                <a:lnTo>
                  <a:pt x="2263877" y="1393722"/>
                </a:lnTo>
                <a:lnTo>
                  <a:pt x="0" y="4424516"/>
                </a:lnTo>
                <a:lnTo>
                  <a:pt x="958645" y="0"/>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9" name="Freeform 28"/>
          <p:cNvSpPr/>
          <p:nvPr/>
        </p:nvSpPr>
        <p:spPr>
          <a:xfrm>
            <a:off x="-1" y="-1"/>
            <a:ext cx="3153403" cy="1773715"/>
          </a:xfrm>
          <a:custGeom>
            <a:avLst/>
            <a:gdLst>
              <a:gd name="connsiteX0" fmla="*/ 0 w 3172858"/>
              <a:gd name="connsiteY0" fmla="*/ 0 h 1773716"/>
              <a:gd name="connsiteX1" fmla="*/ 1079653 w 3172858"/>
              <a:gd name="connsiteY1" fmla="*/ 1773716 h 1773716"/>
              <a:gd name="connsiteX2" fmla="*/ 3172858 w 3172858"/>
              <a:gd name="connsiteY2" fmla="*/ 1751682 h 1773716"/>
              <a:gd name="connsiteX3" fmla="*/ 0 w 3172858"/>
              <a:gd name="connsiteY3" fmla="*/ 0 h 1773716"/>
              <a:gd name="connsiteX0" fmla="*/ 0 w 3114492"/>
              <a:gd name="connsiteY0" fmla="*/ 0 h 1773716"/>
              <a:gd name="connsiteX1" fmla="*/ 1079653 w 3114492"/>
              <a:gd name="connsiteY1" fmla="*/ 1773716 h 1773716"/>
              <a:gd name="connsiteX2" fmla="*/ 3114492 w 3114492"/>
              <a:gd name="connsiteY2" fmla="*/ 1177750 h 1773716"/>
              <a:gd name="connsiteX3" fmla="*/ 0 w 3114492"/>
              <a:gd name="connsiteY3" fmla="*/ 0 h 1773716"/>
              <a:gd name="connsiteX0" fmla="*/ 0 w 3153403"/>
              <a:gd name="connsiteY0" fmla="*/ 0 h 1773716"/>
              <a:gd name="connsiteX1" fmla="*/ 1079653 w 3153403"/>
              <a:gd name="connsiteY1" fmla="*/ 1773716 h 1773716"/>
              <a:gd name="connsiteX2" fmla="*/ 3153403 w 3153403"/>
              <a:gd name="connsiteY2" fmla="*/ 1771137 h 1773716"/>
              <a:gd name="connsiteX3" fmla="*/ 0 w 3153403"/>
              <a:gd name="connsiteY3" fmla="*/ 0 h 1773716"/>
              <a:gd name="connsiteX0" fmla="*/ 0 w 3153403"/>
              <a:gd name="connsiteY0" fmla="*/ 0 h 1771137"/>
              <a:gd name="connsiteX1" fmla="*/ 1036790 w 3153403"/>
              <a:gd name="connsiteY1" fmla="*/ 1768953 h 1771137"/>
              <a:gd name="connsiteX2" fmla="*/ 3153403 w 3153403"/>
              <a:gd name="connsiteY2" fmla="*/ 1771137 h 1771137"/>
              <a:gd name="connsiteX3" fmla="*/ 0 w 3153403"/>
              <a:gd name="connsiteY3" fmla="*/ 0 h 1771137"/>
              <a:gd name="connsiteX0" fmla="*/ 0 w 3153403"/>
              <a:gd name="connsiteY0" fmla="*/ 0 h 1773715"/>
              <a:gd name="connsiteX1" fmla="*/ 1036790 w 3153403"/>
              <a:gd name="connsiteY1" fmla="*/ 1773715 h 1773715"/>
              <a:gd name="connsiteX2" fmla="*/ 3153403 w 3153403"/>
              <a:gd name="connsiteY2" fmla="*/ 1771137 h 1773715"/>
              <a:gd name="connsiteX3" fmla="*/ 0 w 3153403"/>
              <a:gd name="connsiteY3" fmla="*/ 0 h 1773715"/>
            </a:gdLst>
            <a:ahLst/>
            <a:cxnLst>
              <a:cxn ang="0">
                <a:pos x="connsiteX0" y="connsiteY0"/>
              </a:cxn>
              <a:cxn ang="0">
                <a:pos x="connsiteX1" y="connsiteY1"/>
              </a:cxn>
              <a:cxn ang="0">
                <a:pos x="connsiteX2" y="connsiteY2"/>
              </a:cxn>
              <a:cxn ang="0">
                <a:pos x="connsiteX3" y="connsiteY3"/>
              </a:cxn>
            </a:cxnLst>
            <a:rect l="l" t="t" r="r" b="b"/>
            <a:pathLst>
              <a:path w="3153403" h="1773715">
                <a:moveTo>
                  <a:pt x="0" y="0"/>
                </a:moveTo>
                <a:lnTo>
                  <a:pt x="1036790" y="1773715"/>
                </a:lnTo>
                <a:lnTo>
                  <a:pt x="3153403" y="1771137"/>
                </a:lnTo>
                <a:lnTo>
                  <a:pt x="0" y="0"/>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0" name="Freeform 29"/>
          <p:cNvSpPr/>
          <p:nvPr/>
        </p:nvSpPr>
        <p:spPr>
          <a:xfrm>
            <a:off x="-2381" y="-1"/>
            <a:ext cx="3112998" cy="1786065"/>
          </a:xfrm>
          <a:custGeom>
            <a:avLst/>
            <a:gdLst>
              <a:gd name="connsiteX0" fmla="*/ 0 w 3172858"/>
              <a:gd name="connsiteY0" fmla="*/ 0 h 1773716"/>
              <a:gd name="connsiteX1" fmla="*/ 1079653 w 3172858"/>
              <a:gd name="connsiteY1" fmla="*/ 1773716 h 1773716"/>
              <a:gd name="connsiteX2" fmla="*/ 3172858 w 3172858"/>
              <a:gd name="connsiteY2" fmla="*/ 1751682 h 1773716"/>
              <a:gd name="connsiteX3" fmla="*/ 0 w 3172858"/>
              <a:gd name="connsiteY3" fmla="*/ 0 h 1773716"/>
              <a:gd name="connsiteX0" fmla="*/ 0 w 3114492"/>
              <a:gd name="connsiteY0" fmla="*/ 0 h 1773716"/>
              <a:gd name="connsiteX1" fmla="*/ 1079653 w 3114492"/>
              <a:gd name="connsiteY1" fmla="*/ 1773716 h 1773716"/>
              <a:gd name="connsiteX2" fmla="*/ 3114492 w 3114492"/>
              <a:gd name="connsiteY2" fmla="*/ 1177750 h 1773716"/>
              <a:gd name="connsiteX3" fmla="*/ 0 w 3114492"/>
              <a:gd name="connsiteY3" fmla="*/ 0 h 1773716"/>
              <a:gd name="connsiteX0" fmla="*/ 0 w 3153403"/>
              <a:gd name="connsiteY0" fmla="*/ 0 h 1773716"/>
              <a:gd name="connsiteX1" fmla="*/ 1079653 w 3153403"/>
              <a:gd name="connsiteY1" fmla="*/ 1773716 h 1773716"/>
              <a:gd name="connsiteX2" fmla="*/ 3153403 w 3153403"/>
              <a:gd name="connsiteY2" fmla="*/ 1771137 h 1773716"/>
              <a:gd name="connsiteX3" fmla="*/ 0 w 3153403"/>
              <a:gd name="connsiteY3" fmla="*/ 0 h 1773716"/>
              <a:gd name="connsiteX0" fmla="*/ 0 w 3153403"/>
              <a:gd name="connsiteY0" fmla="*/ 0 h 1771137"/>
              <a:gd name="connsiteX1" fmla="*/ 1036790 w 3153403"/>
              <a:gd name="connsiteY1" fmla="*/ 1768953 h 1771137"/>
              <a:gd name="connsiteX2" fmla="*/ 3153403 w 3153403"/>
              <a:gd name="connsiteY2" fmla="*/ 1771137 h 1771137"/>
              <a:gd name="connsiteX3" fmla="*/ 0 w 3153403"/>
              <a:gd name="connsiteY3" fmla="*/ 0 h 1771137"/>
              <a:gd name="connsiteX0" fmla="*/ 0 w 3153403"/>
              <a:gd name="connsiteY0" fmla="*/ 0 h 1773715"/>
              <a:gd name="connsiteX1" fmla="*/ 1036790 w 3153403"/>
              <a:gd name="connsiteY1" fmla="*/ 1773715 h 1773715"/>
              <a:gd name="connsiteX2" fmla="*/ 3153403 w 3153403"/>
              <a:gd name="connsiteY2" fmla="*/ 1771137 h 1773715"/>
              <a:gd name="connsiteX3" fmla="*/ 0 w 3153403"/>
              <a:gd name="connsiteY3" fmla="*/ 0 h 1773715"/>
              <a:gd name="connsiteX0" fmla="*/ 0 w 3081965"/>
              <a:gd name="connsiteY0" fmla="*/ 0 h 1775900"/>
              <a:gd name="connsiteX1" fmla="*/ 1036790 w 3081965"/>
              <a:gd name="connsiteY1" fmla="*/ 1773715 h 1775900"/>
              <a:gd name="connsiteX2" fmla="*/ 3081965 w 3081965"/>
              <a:gd name="connsiteY2" fmla="*/ 1775900 h 1775900"/>
              <a:gd name="connsiteX3" fmla="*/ 0 w 3081965"/>
              <a:gd name="connsiteY3" fmla="*/ 0 h 1775900"/>
              <a:gd name="connsiteX0" fmla="*/ 0 w 3086728"/>
              <a:gd name="connsiteY0" fmla="*/ 0 h 1775900"/>
              <a:gd name="connsiteX1" fmla="*/ 1036790 w 3086728"/>
              <a:gd name="connsiteY1" fmla="*/ 1773715 h 1775900"/>
              <a:gd name="connsiteX2" fmla="*/ 3086728 w 3086728"/>
              <a:gd name="connsiteY2" fmla="*/ 1775900 h 1775900"/>
              <a:gd name="connsiteX3" fmla="*/ 0 w 3086728"/>
              <a:gd name="connsiteY3" fmla="*/ 0 h 1775900"/>
              <a:gd name="connsiteX0" fmla="*/ 0 w 3091491"/>
              <a:gd name="connsiteY0" fmla="*/ 0 h 1799713"/>
              <a:gd name="connsiteX1" fmla="*/ 1036790 w 3091491"/>
              <a:gd name="connsiteY1" fmla="*/ 1773715 h 1799713"/>
              <a:gd name="connsiteX2" fmla="*/ 3091491 w 3091491"/>
              <a:gd name="connsiteY2" fmla="*/ 1799713 h 1799713"/>
              <a:gd name="connsiteX3" fmla="*/ 0 w 3091491"/>
              <a:gd name="connsiteY3" fmla="*/ 0 h 1799713"/>
              <a:gd name="connsiteX0" fmla="*/ 0 w 3120066"/>
              <a:gd name="connsiteY0" fmla="*/ 0 h 1799713"/>
              <a:gd name="connsiteX1" fmla="*/ 1036790 w 3120066"/>
              <a:gd name="connsiteY1" fmla="*/ 1773715 h 1799713"/>
              <a:gd name="connsiteX2" fmla="*/ 3120066 w 3120066"/>
              <a:gd name="connsiteY2" fmla="*/ 1799713 h 1799713"/>
              <a:gd name="connsiteX3" fmla="*/ 0 w 3120066"/>
              <a:gd name="connsiteY3" fmla="*/ 0 h 1799713"/>
              <a:gd name="connsiteX0" fmla="*/ 0 w 3120066"/>
              <a:gd name="connsiteY0" fmla="*/ 0 h 1799713"/>
              <a:gd name="connsiteX1" fmla="*/ 1019730 w 3120066"/>
              <a:gd name="connsiteY1" fmla="*/ 1773715 h 1799713"/>
              <a:gd name="connsiteX2" fmla="*/ 3120066 w 3120066"/>
              <a:gd name="connsiteY2" fmla="*/ 1799713 h 1799713"/>
              <a:gd name="connsiteX3" fmla="*/ 0 w 3120066"/>
              <a:gd name="connsiteY3" fmla="*/ 0 h 1799713"/>
              <a:gd name="connsiteX0" fmla="*/ 0 w 3133714"/>
              <a:gd name="connsiteY0" fmla="*/ 0 h 1799713"/>
              <a:gd name="connsiteX1" fmla="*/ 1033378 w 3133714"/>
              <a:gd name="connsiteY1" fmla="*/ 1773715 h 1799713"/>
              <a:gd name="connsiteX2" fmla="*/ 3133714 w 3133714"/>
              <a:gd name="connsiteY2" fmla="*/ 1799713 h 1799713"/>
              <a:gd name="connsiteX3" fmla="*/ 0 w 3133714"/>
              <a:gd name="connsiteY3" fmla="*/ 0 h 1799713"/>
              <a:gd name="connsiteX0" fmla="*/ 0 w 3140538"/>
              <a:gd name="connsiteY0" fmla="*/ 0 h 1799713"/>
              <a:gd name="connsiteX1" fmla="*/ 1040202 w 3140538"/>
              <a:gd name="connsiteY1" fmla="*/ 1773715 h 1799713"/>
              <a:gd name="connsiteX2" fmla="*/ 3140538 w 3140538"/>
              <a:gd name="connsiteY2" fmla="*/ 1799713 h 1799713"/>
              <a:gd name="connsiteX3" fmla="*/ 0 w 3140538"/>
              <a:gd name="connsiteY3" fmla="*/ 0 h 1799713"/>
              <a:gd name="connsiteX0" fmla="*/ 0 w 3126890"/>
              <a:gd name="connsiteY0" fmla="*/ 0 h 1786065"/>
              <a:gd name="connsiteX1" fmla="*/ 1040202 w 3126890"/>
              <a:gd name="connsiteY1" fmla="*/ 1773715 h 1786065"/>
              <a:gd name="connsiteX2" fmla="*/ 3126890 w 3126890"/>
              <a:gd name="connsiteY2" fmla="*/ 1786065 h 1786065"/>
              <a:gd name="connsiteX3" fmla="*/ 0 w 3126890"/>
              <a:gd name="connsiteY3" fmla="*/ 0 h 1786065"/>
              <a:gd name="connsiteX0" fmla="*/ 0 w 3113242"/>
              <a:gd name="connsiteY0" fmla="*/ 0 h 1782653"/>
              <a:gd name="connsiteX1" fmla="*/ 1026554 w 3113242"/>
              <a:gd name="connsiteY1" fmla="*/ 1770303 h 1782653"/>
              <a:gd name="connsiteX2" fmla="*/ 3113242 w 3113242"/>
              <a:gd name="connsiteY2" fmla="*/ 1782653 h 1782653"/>
              <a:gd name="connsiteX3" fmla="*/ 0 w 3113242"/>
              <a:gd name="connsiteY3" fmla="*/ 0 h 1782653"/>
              <a:gd name="connsiteX0" fmla="*/ 0 w 3123478"/>
              <a:gd name="connsiteY0" fmla="*/ 0 h 1782653"/>
              <a:gd name="connsiteX1" fmla="*/ 1036790 w 3123478"/>
              <a:gd name="connsiteY1" fmla="*/ 1770303 h 1782653"/>
              <a:gd name="connsiteX2" fmla="*/ 3123478 w 3123478"/>
              <a:gd name="connsiteY2" fmla="*/ 1782653 h 1782653"/>
              <a:gd name="connsiteX3" fmla="*/ 0 w 3123478"/>
              <a:gd name="connsiteY3" fmla="*/ 0 h 1782653"/>
              <a:gd name="connsiteX0" fmla="*/ 0 w 3109830"/>
              <a:gd name="connsiteY0" fmla="*/ 0 h 1782653"/>
              <a:gd name="connsiteX1" fmla="*/ 1036790 w 3109830"/>
              <a:gd name="connsiteY1" fmla="*/ 1770303 h 1782653"/>
              <a:gd name="connsiteX2" fmla="*/ 3109830 w 3109830"/>
              <a:gd name="connsiteY2" fmla="*/ 1782653 h 1782653"/>
              <a:gd name="connsiteX3" fmla="*/ 0 w 3109830"/>
              <a:gd name="connsiteY3" fmla="*/ 0 h 1782653"/>
              <a:gd name="connsiteX0" fmla="*/ 0 w 3120462"/>
              <a:gd name="connsiteY0" fmla="*/ 0 h 1793286"/>
              <a:gd name="connsiteX1" fmla="*/ 1047422 w 3120462"/>
              <a:gd name="connsiteY1" fmla="*/ 1780936 h 1793286"/>
              <a:gd name="connsiteX2" fmla="*/ 3120462 w 3120462"/>
              <a:gd name="connsiteY2" fmla="*/ 1793286 h 1793286"/>
              <a:gd name="connsiteX3" fmla="*/ 0 w 3120462"/>
              <a:gd name="connsiteY3" fmla="*/ 0 h 1793286"/>
            </a:gdLst>
            <a:ahLst/>
            <a:cxnLst>
              <a:cxn ang="0">
                <a:pos x="connsiteX0" y="connsiteY0"/>
              </a:cxn>
              <a:cxn ang="0">
                <a:pos x="connsiteX1" y="connsiteY1"/>
              </a:cxn>
              <a:cxn ang="0">
                <a:pos x="connsiteX2" y="connsiteY2"/>
              </a:cxn>
              <a:cxn ang="0">
                <a:pos x="connsiteX3" y="connsiteY3"/>
              </a:cxn>
            </a:cxnLst>
            <a:rect l="l" t="t" r="r" b="b"/>
            <a:pathLst>
              <a:path w="3120462" h="1793286">
                <a:moveTo>
                  <a:pt x="0" y="0"/>
                </a:moveTo>
                <a:lnTo>
                  <a:pt x="1047422" y="1780936"/>
                </a:lnTo>
                <a:lnTo>
                  <a:pt x="3120462" y="1793286"/>
                </a:lnTo>
                <a:lnTo>
                  <a:pt x="0" y="0"/>
                </a:lnTo>
                <a:close/>
              </a:path>
            </a:pathLst>
          </a:custGeom>
          <a:gradFill>
            <a:gsLst>
              <a:gs pos="19000">
                <a:schemeClr val="accent2"/>
              </a:gs>
              <a:gs pos="94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1" name="Freeform 30"/>
          <p:cNvSpPr/>
          <p:nvPr/>
        </p:nvSpPr>
        <p:spPr>
          <a:xfrm>
            <a:off x="-3295" y="1769807"/>
            <a:ext cx="1407341" cy="5098422"/>
          </a:xfrm>
          <a:custGeom>
            <a:avLst/>
            <a:gdLst>
              <a:gd name="connsiteX0" fmla="*/ 1026488 w 1398147"/>
              <a:gd name="connsiteY0" fmla="*/ 0 h 5073445"/>
              <a:gd name="connsiteX1" fmla="*/ 1398147 w 1398147"/>
              <a:gd name="connsiteY1" fmla="*/ 1875995 h 5073445"/>
              <a:gd name="connsiteX2" fmla="*/ 0 w 1398147"/>
              <a:gd name="connsiteY2" fmla="*/ 5073445 h 5073445"/>
              <a:gd name="connsiteX3" fmla="*/ 1026488 w 1398147"/>
              <a:gd name="connsiteY3" fmla="*/ 0 h 5073445"/>
              <a:gd name="connsiteX0" fmla="*/ 1032388 w 1398147"/>
              <a:gd name="connsiteY0" fmla="*/ 0 h 5055747"/>
              <a:gd name="connsiteX1" fmla="*/ 1398147 w 1398147"/>
              <a:gd name="connsiteY1" fmla="*/ 1858297 h 5055747"/>
              <a:gd name="connsiteX2" fmla="*/ 0 w 1398147"/>
              <a:gd name="connsiteY2" fmla="*/ 5055747 h 5055747"/>
              <a:gd name="connsiteX3" fmla="*/ 1032388 w 1398147"/>
              <a:gd name="connsiteY3" fmla="*/ 0 h 5055747"/>
              <a:gd name="connsiteX0" fmla="*/ 1032388 w 1398147"/>
              <a:gd name="connsiteY0" fmla="*/ 0 h 5061646"/>
              <a:gd name="connsiteX1" fmla="*/ 1398147 w 1398147"/>
              <a:gd name="connsiteY1" fmla="*/ 1864196 h 5061646"/>
              <a:gd name="connsiteX2" fmla="*/ 0 w 1398147"/>
              <a:gd name="connsiteY2" fmla="*/ 5061646 h 5061646"/>
              <a:gd name="connsiteX3" fmla="*/ 1032388 w 1398147"/>
              <a:gd name="connsiteY3" fmla="*/ 0 h 5061646"/>
              <a:gd name="connsiteX0" fmla="*/ 1032388 w 1398147"/>
              <a:gd name="connsiteY0" fmla="*/ 0 h 5079344"/>
              <a:gd name="connsiteX1" fmla="*/ 1398147 w 1398147"/>
              <a:gd name="connsiteY1" fmla="*/ 1881894 h 5079344"/>
              <a:gd name="connsiteX2" fmla="*/ 0 w 1398147"/>
              <a:gd name="connsiteY2" fmla="*/ 5079344 h 5079344"/>
              <a:gd name="connsiteX3" fmla="*/ 1032388 w 1398147"/>
              <a:gd name="connsiteY3" fmla="*/ 0 h 5079344"/>
              <a:gd name="connsiteX0" fmla="*/ 1032388 w 1398147"/>
              <a:gd name="connsiteY0" fmla="*/ 0 h 5089936"/>
              <a:gd name="connsiteX1" fmla="*/ 1398147 w 1398147"/>
              <a:gd name="connsiteY1" fmla="*/ 1881894 h 5089936"/>
              <a:gd name="connsiteX2" fmla="*/ 0 w 1398147"/>
              <a:gd name="connsiteY2" fmla="*/ 5089936 h 5089936"/>
              <a:gd name="connsiteX3" fmla="*/ 1032388 w 1398147"/>
              <a:gd name="connsiteY3" fmla="*/ 0 h 5089936"/>
              <a:gd name="connsiteX0" fmla="*/ 1039450 w 1405209"/>
              <a:gd name="connsiteY0" fmla="*/ 0 h 5089936"/>
              <a:gd name="connsiteX1" fmla="*/ 1405209 w 1405209"/>
              <a:gd name="connsiteY1" fmla="*/ 1881894 h 5089936"/>
              <a:gd name="connsiteX2" fmla="*/ 0 w 1405209"/>
              <a:gd name="connsiteY2" fmla="*/ 5089936 h 5089936"/>
              <a:gd name="connsiteX3" fmla="*/ 1039450 w 1405209"/>
              <a:gd name="connsiteY3" fmla="*/ 0 h 5089936"/>
              <a:gd name="connsiteX0" fmla="*/ 1039450 w 1405209"/>
              <a:gd name="connsiteY0" fmla="*/ 0 h 5089936"/>
              <a:gd name="connsiteX1" fmla="*/ 1405209 w 1405209"/>
              <a:gd name="connsiteY1" fmla="*/ 1891419 h 5089936"/>
              <a:gd name="connsiteX2" fmla="*/ 0 w 1405209"/>
              <a:gd name="connsiteY2" fmla="*/ 5089936 h 5089936"/>
              <a:gd name="connsiteX3" fmla="*/ 1039450 w 1405209"/>
              <a:gd name="connsiteY3" fmla="*/ 0 h 5089936"/>
              <a:gd name="connsiteX0" fmla="*/ 1039450 w 1405209"/>
              <a:gd name="connsiteY0" fmla="*/ 0 h 5089936"/>
              <a:gd name="connsiteX1" fmla="*/ 1405209 w 1405209"/>
              <a:gd name="connsiteY1" fmla="*/ 1891419 h 5089936"/>
              <a:gd name="connsiteX2" fmla="*/ 0 w 1405209"/>
              <a:gd name="connsiteY2" fmla="*/ 5089936 h 5089936"/>
              <a:gd name="connsiteX3" fmla="*/ 8890 w 1405209"/>
              <a:gd name="connsiteY3" fmla="*/ 5081754 h 5089936"/>
              <a:gd name="connsiteX4" fmla="*/ 1039450 w 1405209"/>
              <a:gd name="connsiteY4" fmla="*/ 0 h 5089936"/>
              <a:gd name="connsiteX0" fmla="*/ 1041582 w 1407341"/>
              <a:gd name="connsiteY0" fmla="*/ 0 h 5098422"/>
              <a:gd name="connsiteX1" fmla="*/ 1407341 w 1407341"/>
              <a:gd name="connsiteY1" fmla="*/ 1891419 h 5098422"/>
              <a:gd name="connsiteX2" fmla="*/ 2132 w 1407341"/>
              <a:gd name="connsiteY2" fmla="*/ 5089936 h 5098422"/>
              <a:gd name="connsiteX3" fmla="*/ 719 w 1407341"/>
              <a:gd name="connsiteY3" fmla="*/ 5097208 h 5098422"/>
              <a:gd name="connsiteX4" fmla="*/ 1041582 w 1407341"/>
              <a:gd name="connsiteY4" fmla="*/ 0 h 5098422"/>
              <a:gd name="connsiteX0" fmla="*/ 1034758 w 1407341"/>
              <a:gd name="connsiteY0" fmla="*/ 0 h 5098422"/>
              <a:gd name="connsiteX1" fmla="*/ 1407341 w 1407341"/>
              <a:gd name="connsiteY1" fmla="*/ 1891419 h 5098422"/>
              <a:gd name="connsiteX2" fmla="*/ 2132 w 1407341"/>
              <a:gd name="connsiteY2" fmla="*/ 5089936 h 5098422"/>
              <a:gd name="connsiteX3" fmla="*/ 719 w 1407341"/>
              <a:gd name="connsiteY3" fmla="*/ 5097208 h 5098422"/>
              <a:gd name="connsiteX4" fmla="*/ 1034758 w 1407341"/>
              <a:gd name="connsiteY4" fmla="*/ 0 h 5098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7341" h="5098422">
                <a:moveTo>
                  <a:pt x="1034758" y="0"/>
                </a:moveTo>
                <a:lnTo>
                  <a:pt x="1407341" y="1891419"/>
                </a:lnTo>
                <a:lnTo>
                  <a:pt x="2132" y="5089936"/>
                </a:lnTo>
                <a:cubicBezTo>
                  <a:pt x="5095" y="5083774"/>
                  <a:pt x="-2244" y="5103370"/>
                  <a:pt x="719" y="5097208"/>
                </a:cubicBezTo>
                <a:lnTo>
                  <a:pt x="1034758" y="0"/>
                </a:lnTo>
                <a:close/>
              </a:path>
            </a:pathLst>
          </a:custGeom>
          <a:gradFill>
            <a:gsLst>
              <a:gs pos="15000">
                <a:schemeClr val="accent2"/>
              </a:gs>
              <a:gs pos="76000">
                <a:schemeClr val="accent1"/>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2" name="Freeform 31"/>
          <p:cNvSpPr/>
          <p:nvPr/>
        </p:nvSpPr>
        <p:spPr>
          <a:xfrm>
            <a:off x="8694845" y="2426110"/>
            <a:ext cx="2293341" cy="4440419"/>
          </a:xfrm>
          <a:custGeom>
            <a:avLst/>
            <a:gdLst>
              <a:gd name="connsiteX0" fmla="*/ 958645 w 2263877"/>
              <a:gd name="connsiteY0" fmla="*/ 0 h 4424516"/>
              <a:gd name="connsiteX1" fmla="*/ 2263877 w 2263877"/>
              <a:gd name="connsiteY1" fmla="*/ 1393722 h 4424516"/>
              <a:gd name="connsiteX2" fmla="*/ 0 w 2263877"/>
              <a:gd name="connsiteY2" fmla="*/ 4424516 h 4424516"/>
              <a:gd name="connsiteX3" fmla="*/ 958645 w 2263877"/>
              <a:gd name="connsiteY3" fmla="*/ 0 h 4424516"/>
              <a:gd name="connsiteX0" fmla="*/ 958645 w 2269487"/>
              <a:gd name="connsiteY0" fmla="*/ 0 h 4424516"/>
              <a:gd name="connsiteX1" fmla="*/ 2269487 w 2269487"/>
              <a:gd name="connsiteY1" fmla="*/ 1388112 h 4424516"/>
              <a:gd name="connsiteX2" fmla="*/ 0 w 2269487"/>
              <a:gd name="connsiteY2" fmla="*/ 4424516 h 4424516"/>
              <a:gd name="connsiteX3" fmla="*/ 958645 w 2269487"/>
              <a:gd name="connsiteY3" fmla="*/ 0 h 4424516"/>
              <a:gd name="connsiteX0" fmla="*/ 982499 w 2293341"/>
              <a:gd name="connsiteY0" fmla="*/ 0 h 4440419"/>
              <a:gd name="connsiteX1" fmla="*/ 2293341 w 2293341"/>
              <a:gd name="connsiteY1" fmla="*/ 1388112 h 4440419"/>
              <a:gd name="connsiteX2" fmla="*/ 0 w 2293341"/>
              <a:gd name="connsiteY2" fmla="*/ 4440419 h 4440419"/>
              <a:gd name="connsiteX3" fmla="*/ 982499 w 2293341"/>
              <a:gd name="connsiteY3" fmla="*/ 0 h 4440419"/>
            </a:gdLst>
            <a:ahLst/>
            <a:cxnLst>
              <a:cxn ang="0">
                <a:pos x="connsiteX0" y="connsiteY0"/>
              </a:cxn>
              <a:cxn ang="0">
                <a:pos x="connsiteX1" y="connsiteY1"/>
              </a:cxn>
              <a:cxn ang="0">
                <a:pos x="connsiteX2" y="connsiteY2"/>
              </a:cxn>
              <a:cxn ang="0">
                <a:pos x="connsiteX3" y="connsiteY3"/>
              </a:cxn>
            </a:cxnLst>
            <a:rect l="l" t="t" r="r" b="b"/>
            <a:pathLst>
              <a:path w="2293341" h="4440419">
                <a:moveTo>
                  <a:pt x="982499" y="0"/>
                </a:moveTo>
                <a:lnTo>
                  <a:pt x="2293341" y="1388112"/>
                </a:lnTo>
                <a:lnTo>
                  <a:pt x="0" y="4440419"/>
                </a:lnTo>
                <a:lnTo>
                  <a:pt x="982499" y="0"/>
                </a:lnTo>
                <a:close/>
              </a:path>
            </a:pathLst>
          </a:custGeom>
          <a:gradFill>
            <a:gsLst>
              <a:gs pos="34000">
                <a:schemeClr val="accent2"/>
              </a:gs>
              <a:gs pos="100000">
                <a:schemeClr val="accent1"/>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3" name="Freeform 32"/>
          <p:cNvSpPr/>
          <p:nvPr/>
        </p:nvSpPr>
        <p:spPr>
          <a:xfrm>
            <a:off x="9669015" y="1094096"/>
            <a:ext cx="2522985" cy="2734954"/>
          </a:xfrm>
          <a:custGeom>
            <a:avLst/>
            <a:gdLst>
              <a:gd name="connsiteX0" fmla="*/ 2481262 w 2481262"/>
              <a:gd name="connsiteY0" fmla="*/ 0 h 2762250"/>
              <a:gd name="connsiteX1" fmla="*/ 0 w 2481262"/>
              <a:gd name="connsiteY1" fmla="*/ 1371600 h 2762250"/>
              <a:gd name="connsiteX2" fmla="*/ 1309687 w 2481262"/>
              <a:gd name="connsiteY2" fmla="*/ 2762250 h 2762250"/>
              <a:gd name="connsiteX3" fmla="*/ 2481262 w 2481262"/>
              <a:gd name="connsiteY3" fmla="*/ 0 h 2762250"/>
              <a:gd name="connsiteX0" fmla="*/ 2481262 w 2481262"/>
              <a:gd name="connsiteY0" fmla="*/ 0 h 2762250"/>
              <a:gd name="connsiteX1" fmla="*/ 0 w 2481262"/>
              <a:gd name="connsiteY1" fmla="*/ 1371600 h 2762250"/>
              <a:gd name="connsiteX2" fmla="*/ 1292857 w 2481262"/>
              <a:gd name="connsiteY2" fmla="*/ 2762250 h 2762250"/>
              <a:gd name="connsiteX3" fmla="*/ 2481262 w 2481262"/>
              <a:gd name="connsiteY3" fmla="*/ 0 h 2762250"/>
              <a:gd name="connsiteX0" fmla="*/ 2509311 w 2509311"/>
              <a:gd name="connsiteY0" fmla="*/ 0 h 2762250"/>
              <a:gd name="connsiteX1" fmla="*/ 0 w 2509311"/>
              <a:gd name="connsiteY1" fmla="*/ 1354771 h 2762250"/>
              <a:gd name="connsiteX2" fmla="*/ 1320906 w 2509311"/>
              <a:gd name="connsiteY2" fmla="*/ 2762250 h 2762250"/>
              <a:gd name="connsiteX3" fmla="*/ 2509311 w 2509311"/>
              <a:gd name="connsiteY3" fmla="*/ 0 h 2762250"/>
              <a:gd name="connsiteX0" fmla="*/ 2519943 w 2519943"/>
              <a:gd name="connsiteY0" fmla="*/ 0 h 2762250"/>
              <a:gd name="connsiteX1" fmla="*/ 0 w 2519943"/>
              <a:gd name="connsiteY1" fmla="*/ 1354771 h 2762250"/>
              <a:gd name="connsiteX2" fmla="*/ 1320906 w 2519943"/>
              <a:gd name="connsiteY2" fmla="*/ 2762250 h 2762250"/>
              <a:gd name="connsiteX3" fmla="*/ 2519943 w 2519943"/>
              <a:gd name="connsiteY3" fmla="*/ 0 h 2762250"/>
              <a:gd name="connsiteX0" fmla="*/ 2530575 w 2530575"/>
              <a:gd name="connsiteY0" fmla="*/ 0 h 2762250"/>
              <a:gd name="connsiteX1" fmla="*/ 0 w 2530575"/>
              <a:gd name="connsiteY1" fmla="*/ 1354771 h 2762250"/>
              <a:gd name="connsiteX2" fmla="*/ 1320906 w 2530575"/>
              <a:gd name="connsiteY2" fmla="*/ 2762250 h 2762250"/>
              <a:gd name="connsiteX3" fmla="*/ 2530575 w 2530575"/>
              <a:gd name="connsiteY3" fmla="*/ 0 h 2762250"/>
            </a:gdLst>
            <a:ahLst/>
            <a:cxnLst>
              <a:cxn ang="0">
                <a:pos x="connsiteX0" y="connsiteY0"/>
              </a:cxn>
              <a:cxn ang="0">
                <a:pos x="connsiteX1" y="connsiteY1"/>
              </a:cxn>
              <a:cxn ang="0">
                <a:pos x="connsiteX2" y="connsiteY2"/>
              </a:cxn>
              <a:cxn ang="0">
                <a:pos x="connsiteX3" y="connsiteY3"/>
              </a:cxn>
            </a:cxnLst>
            <a:rect l="l" t="t" r="r" b="b"/>
            <a:pathLst>
              <a:path w="2530575" h="2762250">
                <a:moveTo>
                  <a:pt x="2530575" y="0"/>
                </a:moveTo>
                <a:lnTo>
                  <a:pt x="0" y="1354771"/>
                </a:lnTo>
                <a:lnTo>
                  <a:pt x="1320906" y="2762250"/>
                </a:lnTo>
                <a:lnTo>
                  <a:pt x="2530575" y="0"/>
                </a:lnTo>
                <a:close/>
              </a:path>
            </a:pathLst>
          </a:custGeom>
          <a:gradFill>
            <a:gsLst>
              <a:gs pos="2100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4" name="Freeform 33"/>
          <p:cNvSpPr/>
          <p:nvPr/>
        </p:nvSpPr>
        <p:spPr>
          <a:xfrm>
            <a:off x="3317358" y="-5316"/>
            <a:ext cx="4354033" cy="1222744"/>
          </a:xfrm>
          <a:custGeom>
            <a:avLst/>
            <a:gdLst>
              <a:gd name="connsiteX0" fmla="*/ 0 w 4354033"/>
              <a:gd name="connsiteY0" fmla="*/ 0 h 1217428"/>
              <a:gd name="connsiteX1" fmla="*/ 3067493 w 4354033"/>
              <a:gd name="connsiteY1" fmla="*/ 10632 h 1217428"/>
              <a:gd name="connsiteX2" fmla="*/ 4354033 w 4354033"/>
              <a:gd name="connsiteY2" fmla="*/ 1217428 h 1217428"/>
              <a:gd name="connsiteX3" fmla="*/ 0 w 4354033"/>
              <a:gd name="connsiteY3" fmla="*/ 0 h 1217428"/>
              <a:gd name="connsiteX0" fmla="*/ 0 w 4354033"/>
              <a:gd name="connsiteY0" fmla="*/ 0 h 1217428"/>
              <a:gd name="connsiteX1" fmla="*/ 3088758 w 4354033"/>
              <a:gd name="connsiteY1" fmla="*/ 10632 h 1217428"/>
              <a:gd name="connsiteX2" fmla="*/ 4354033 w 4354033"/>
              <a:gd name="connsiteY2" fmla="*/ 1217428 h 1217428"/>
              <a:gd name="connsiteX3" fmla="*/ 0 w 4354033"/>
              <a:gd name="connsiteY3" fmla="*/ 0 h 1217428"/>
              <a:gd name="connsiteX0" fmla="*/ 0 w 4375298"/>
              <a:gd name="connsiteY0" fmla="*/ 0 h 1217428"/>
              <a:gd name="connsiteX1" fmla="*/ 3088758 w 4375298"/>
              <a:gd name="connsiteY1" fmla="*/ 10632 h 1217428"/>
              <a:gd name="connsiteX2" fmla="*/ 4375298 w 4375298"/>
              <a:gd name="connsiteY2" fmla="*/ 1217428 h 1217428"/>
              <a:gd name="connsiteX3" fmla="*/ 0 w 4375298"/>
              <a:gd name="connsiteY3" fmla="*/ 0 h 1217428"/>
              <a:gd name="connsiteX0" fmla="*/ 0 w 4364666"/>
              <a:gd name="connsiteY0" fmla="*/ 0 h 1217428"/>
              <a:gd name="connsiteX1" fmla="*/ 3088758 w 4364666"/>
              <a:gd name="connsiteY1" fmla="*/ 10632 h 1217428"/>
              <a:gd name="connsiteX2" fmla="*/ 4364666 w 4364666"/>
              <a:gd name="connsiteY2" fmla="*/ 1217428 h 1217428"/>
              <a:gd name="connsiteX3" fmla="*/ 0 w 4364666"/>
              <a:gd name="connsiteY3" fmla="*/ 0 h 1217428"/>
              <a:gd name="connsiteX0" fmla="*/ 0 w 4354033"/>
              <a:gd name="connsiteY0" fmla="*/ 0 h 1222744"/>
              <a:gd name="connsiteX1" fmla="*/ 3088758 w 4354033"/>
              <a:gd name="connsiteY1" fmla="*/ 10632 h 1222744"/>
              <a:gd name="connsiteX2" fmla="*/ 4354033 w 4354033"/>
              <a:gd name="connsiteY2" fmla="*/ 1222744 h 1222744"/>
              <a:gd name="connsiteX3" fmla="*/ 0 w 4354033"/>
              <a:gd name="connsiteY3" fmla="*/ 0 h 1222744"/>
              <a:gd name="connsiteX0" fmla="*/ 0 w 4354033"/>
              <a:gd name="connsiteY0" fmla="*/ 5317 h 1228061"/>
              <a:gd name="connsiteX1" fmla="*/ 3083442 w 4354033"/>
              <a:gd name="connsiteY1" fmla="*/ 0 h 1228061"/>
              <a:gd name="connsiteX2" fmla="*/ 4354033 w 4354033"/>
              <a:gd name="connsiteY2" fmla="*/ 1228061 h 1228061"/>
              <a:gd name="connsiteX3" fmla="*/ 0 w 4354033"/>
              <a:gd name="connsiteY3" fmla="*/ 5317 h 1228061"/>
              <a:gd name="connsiteX0" fmla="*/ 0 w 4354033"/>
              <a:gd name="connsiteY0" fmla="*/ 0 h 1222744"/>
              <a:gd name="connsiteX1" fmla="*/ 3094074 w 4354033"/>
              <a:gd name="connsiteY1" fmla="*/ 5315 h 1222744"/>
              <a:gd name="connsiteX2" fmla="*/ 4354033 w 4354033"/>
              <a:gd name="connsiteY2" fmla="*/ 1222744 h 1222744"/>
              <a:gd name="connsiteX3" fmla="*/ 0 w 4354033"/>
              <a:gd name="connsiteY3" fmla="*/ 0 h 1222744"/>
            </a:gdLst>
            <a:ahLst/>
            <a:cxnLst>
              <a:cxn ang="0">
                <a:pos x="connsiteX0" y="connsiteY0"/>
              </a:cxn>
              <a:cxn ang="0">
                <a:pos x="connsiteX1" y="connsiteY1"/>
              </a:cxn>
              <a:cxn ang="0">
                <a:pos x="connsiteX2" y="connsiteY2"/>
              </a:cxn>
              <a:cxn ang="0">
                <a:pos x="connsiteX3" y="connsiteY3"/>
              </a:cxn>
            </a:cxnLst>
            <a:rect l="l" t="t" r="r" b="b"/>
            <a:pathLst>
              <a:path w="4354033" h="1222744">
                <a:moveTo>
                  <a:pt x="0" y="0"/>
                </a:moveTo>
                <a:lnTo>
                  <a:pt x="3094074" y="5315"/>
                </a:lnTo>
                <a:lnTo>
                  <a:pt x="4354033" y="1222744"/>
                </a:lnTo>
                <a:lnTo>
                  <a:pt x="0" y="0"/>
                </a:lnTo>
                <a:close/>
              </a:path>
            </a:pathLst>
          </a:custGeom>
          <a:gradFill>
            <a:gsLst>
              <a:gs pos="100000">
                <a:schemeClr val="accent2"/>
              </a:gs>
              <a:gs pos="44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34"/>
          <p:cNvSpPr/>
          <p:nvPr/>
        </p:nvSpPr>
        <p:spPr>
          <a:xfrm>
            <a:off x="8690615" y="3783805"/>
            <a:ext cx="2797640" cy="3086077"/>
          </a:xfrm>
          <a:custGeom>
            <a:avLst/>
            <a:gdLst>
              <a:gd name="connsiteX0" fmla="*/ 2270113 w 2753791"/>
              <a:gd name="connsiteY0" fmla="*/ 0 h 3029171"/>
              <a:gd name="connsiteX1" fmla="*/ 0 w 2753791"/>
              <a:gd name="connsiteY1" fmla="*/ 3025640 h 3029171"/>
              <a:gd name="connsiteX2" fmla="*/ 2753791 w 2753791"/>
              <a:gd name="connsiteY2" fmla="*/ 3029171 h 3029171"/>
              <a:gd name="connsiteX3" fmla="*/ 2270113 w 2753791"/>
              <a:gd name="connsiteY3" fmla="*/ 0 h 3029171"/>
              <a:gd name="connsiteX0" fmla="*/ 2247810 w 2753791"/>
              <a:gd name="connsiteY0" fmla="*/ 0 h 3073776"/>
              <a:gd name="connsiteX1" fmla="*/ 0 w 2753791"/>
              <a:gd name="connsiteY1" fmla="*/ 3070245 h 3073776"/>
              <a:gd name="connsiteX2" fmla="*/ 2753791 w 2753791"/>
              <a:gd name="connsiteY2" fmla="*/ 3073776 h 3073776"/>
              <a:gd name="connsiteX3" fmla="*/ 2247810 w 2753791"/>
              <a:gd name="connsiteY3" fmla="*/ 0 h 3073776"/>
              <a:gd name="connsiteX0" fmla="*/ 2311420 w 2817401"/>
              <a:gd name="connsiteY0" fmla="*/ 0 h 3073776"/>
              <a:gd name="connsiteX1" fmla="*/ 0 w 2817401"/>
              <a:gd name="connsiteY1" fmla="*/ 3062294 h 3073776"/>
              <a:gd name="connsiteX2" fmla="*/ 2817401 w 2817401"/>
              <a:gd name="connsiteY2" fmla="*/ 3073776 h 3073776"/>
              <a:gd name="connsiteX3" fmla="*/ 2311420 w 2817401"/>
              <a:gd name="connsiteY3" fmla="*/ 0 h 3073776"/>
              <a:gd name="connsiteX0" fmla="*/ 2311420 w 2817401"/>
              <a:gd name="connsiteY0" fmla="*/ 0 h 3089589"/>
              <a:gd name="connsiteX1" fmla="*/ 0 w 2817401"/>
              <a:gd name="connsiteY1" fmla="*/ 3089589 h 3089589"/>
              <a:gd name="connsiteX2" fmla="*/ 2817401 w 2817401"/>
              <a:gd name="connsiteY2" fmla="*/ 3073776 h 3089589"/>
              <a:gd name="connsiteX3" fmla="*/ 2311420 w 2817401"/>
              <a:gd name="connsiteY3" fmla="*/ 0 h 3089589"/>
              <a:gd name="connsiteX0" fmla="*/ 2306657 w 2812638"/>
              <a:gd name="connsiteY0" fmla="*/ 0 h 3089589"/>
              <a:gd name="connsiteX1" fmla="*/ 0 w 2812638"/>
              <a:gd name="connsiteY1" fmla="*/ 3089589 h 3089589"/>
              <a:gd name="connsiteX2" fmla="*/ 2812638 w 2812638"/>
              <a:gd name="connsiteY2" fmla="*/ 3073776 h 3089589"/>
              <a:gd name="connsiteX3" fmla="*/ 2306657 w 2812638"/>
              <a:gd name="connsiteY3" fmla="*/ 0 h 3089589"/>
              <a:gd name="connsiteX0" fmla="*/ 2306657 w 2812638"/>
              <a:gd name="connsiteY0" fmla="*/ 0 h 3084826"/>
              <a:gd name="connsiteX1" fmla="*/ 0 w 2812638"/>
              <a:gd name="connsiteY1" fmla="*/ 3084826 h 3084826"/>
              <a:gd name="connsiteX2" fmla="*/ 2812638 w 2812638"/>
              <a:gd name="connsiteY2" fmla="*/ 3073776 h 3084826"/>
              <a:gd name="connsiteX3" fmla="*/ 2306657 w 2812638"/>
              <a:gd name="connsiteY3" fmla="*/ 0 h 3084826"/>
              <a:gd name="connsiteX0" fmla="*/ 2292370 w 2798351"/>
              <a:gd name="connsiteY0" fmla="*/ 0 h 3084826"/>
              <a:gd name="connsiteX1" fmla="*/ 0 w 2798351"/>
              <a:gd name="connsiteY1" fmla="*/ 3084826 h 3084826"/>
              <a:gd name="connsiteX2" fmla="*/ 2798351 w 2798351"/>
              <a:gd name="connsiteY2" fmla="*/ 3073776 h 3084826"/>
              <a:gd name="connsiteX3" fmla="*/ 2292370 w 2798351"/>
              <a:gd name="connsiteY3" fmla="*/ 0 h 3084826"/>
              <a:gd name="connsiteX0" fmla="*/ 2298720 w 2804701"/>
              <a:gd name="connsiteY0" fmla="*/ 0 h 3084826"/>
              <a:gd name="connsiteX1" fmla="*/ 0 w 2804701"/>
              <a:gd name="connsiteY1" fmla="*/ 3084826 h 3084826"/>
              <a:gd name="connsiteX2" fmla="*/ 2804701 w 2804701"/>
              <a:gd name="connsiteY2" fmla="*/ 3073776 h 3084826"/>
              <a:gd name="connsiteX3" fmla="*/ 2298720 w 2804701"/>
              <a:gd name="connsiteY3" fmla="*/ 0 h 3084826"/>
              <a:gd name="connsiteX0" fmla="*/ 2298720 w 2804701"/>
              <a:gd name="connsiteY0" fmla="*/ 0 h 3084826"/>
              <a:gd name="connsiteX1" fmla="*/ 0 w 2804701"/>
              <a:gd name="connsiteY1" fmla="*/ 3084826 h 3084826"/>
              <a:gd name="connsiteX2" fmla="*/ 2804701 w 2804701"/>
              <a:gd name="connsiteY2" fmla="*/ 3073776 h 3084826"/>
              <a:gd name="connsiteX3" fmla="*/ 2298720 w 2804701"/>
              <a:gd name="connsiteY3" fmla="*/ 0 h 3084826"/>
              <a:gd name="connsiteX0" fmla="*/ 2311420 w 2804701"/>
              <a:gd name="connsiteY0" fmla="*/ 0 h 3084826"/>
              <a:gd name="connsiteX1" fmla="*/ 0 w 2804701"/>
              <a:gd name="connsiteY1" fmla="*/ 3084826 h 3084826"/>
              <a:gd name="connsiteX2" fmla="*/ 2804701 w 2804701"/>
              <a:gd name="connsiteY2" fmla="*/ 3073776 h 3084826"/>
              <a:gd name="connsiteX3" fmla="*/ 2311420 w 2804701"/>
              <a:gd name="connsiteY3" fmla="*/ 0 h 3084826"/>
              <a:gd name="connsiteX0" fmla="*/ 2311420 w 2804701"/>
              <a:gd name="connsiteY0" fmla="*/ 0 h 3087424"/>
              <a:gd name="connsiteX1" fmla="*/ 0 w 2804701"/>
              <a:gd name="connsiteY1" fmla="*/ 3084826 h 3087424"/>
              <a:gd name="connsiteX2" fmla="*/ 2804701 w 2804701"/>
              <a:gd name="connsiteY2" fmla="*/ 3087424 h 3087424"/>
              <a:gd name="connsiteX3" fmla="*/ 2311420 w 2804701"/>
              <a:gd name="connsiteY3" fmla="*/ 0 h 3087424"/>
              <a:gd name="connsiteX0" fmla="*/ 2311420 w 2818349"/>
              <a:gd name="connsiteY0" fmla="*/ 0 h 3087424"/>
              <a:gd name="connsiteX1" fmla="*/ 0 w 2818349"/>
              <a:gd name="connsiteY1" fmla="*/ 3084826 h 3087424"/>
              <a:gd name="connsiteX2" fmla="*/ 2818349 w 2818349"/>
              <a:gd name="connsiteY2" fmla="*/ 3087424 h 3087424"/>
              <a:gd name="connsiteX3" fmla="*/ 2311420 w 2818349"/>
              <a:gd name="connsiteY3" fmla="*/ 0 h 3087424"/>
            </a:gdLst>
            <a:ahLst/>
            <a:cxnLst>
              <a:cxn ang="0">
                <a:pos x="connsiteX0" y="connsiteY0"/>
              </a:cxn>
              <a:cxn ang="0">
                <a:pos x="connsiteX1" y="connsiteY1"/>
              </a:cxn>
              <a:cxn ang="0">
                <a:pos x="connsiteX2" y="connsiteY2"/>
              </a:cxn>
              <a:cxn ang="0">
                <a:pos x="connsiteX3" y="connsiteY3"/>
              </a:cxn>
            </a:cxnLst>
            <a:rect l="l" t="t" r="r" b="b"/>
            <a:pathLst>
              <a:path w="2818349" h="3087424">
                <a:moveTo>
                  <a:pt x="2311420" y="0"/>
                </a:moveTo>
                <a:lnTo>
                  <a:pt x="0" y="3084826"/>
                </a:lnTo>
                <a:lnTo>
                  <a:pt x="2818349" y="3087424"/>
                </a:lnTo>
                <a:lnTo>
                  <a:pt x="2311420" y="0"/>
                </a:lnTo>
                <a:close/>
              </a:path>
            </a:pathLst>
          </a:custGeom>
          <a:gradFill>
            <a:gsLst>
              <a:gs pos="11000">
                <a:schemeClr val="accent2"/>
              </a:gs>
              <a:gs pos="78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6" name="Freeform 35"/>
          <p:cNvSpPr/>
          <p:nvPr/>
        </p:nvSpPr>
        <p:spPr>
          <a:xfrm>
            <a:off x="7660347" y="1094096"/>
            <a:ext cx="4531653" cy="1344304"/>
          </a:xfrm>
          <a:custGeom>
            <a:avLst/>
            <a:gdLst>
              <a:gd name="connsiteX0" fmla="*/ 0 w 4533900"/>
              <a:gd name="connsiteY0" fmla="*/ 142875 h 1371600"/>
              <a:gd name="connsiteX1" fmla="*/ 4533900 w 4533900"/>
              <a:gd name="connsiteY1" fmla="*/ 0 h 1371600"/>
              <a:gd name="connsiteX2" fmla="*/ 2043113 w 4533900"/>
              <a:gd name="connsiteY2" fmla="*/ 1371600 h 1371600"/>
              <a:gd name="connsiteX3" fmla="*/ 0 w 4533900"/>
              <a:gd name="connsiteY3" fmla="*/ 142875 h 1371600"/>
              <a:gd name="connsiteX0" fmla="*/ 0 w 4533900"/>
              <a:gd name="connsiteY0" fmla="*/ 142875 h 1371600"/>
              <a:gd name="connsiteX1" fmla="*/ 4533900 w 4533900"/>
              <a:gd name="connsiteY1" fmla="*/ 0 h 1371600"/>
              <a:gd name="connsiteX2" fmla="*/ 2021848 w 4533900"/>
              <a:gd name="connsiteY2" fmla="*/ 1371600 h 1371600"/>
              <a:gd name="connsiteX3" fmla="*/ 0 w 4533900"/>
              <a:gd name="connsiteY3" fmla="*/ 142875 h 1371600"/>
              <a:gd name="connsiteX0" fmla="*/ 0 w 4544532"/>
              <a:gd name="connsiteY0" fmla="*/ 153508 h 1371600"/>
              <a:gd name="connsiteX1" fmla="*/ 4544532 w 4544532"/>
              <a:gd name="connsiteY1" fmla="*/ 0 h 1371600"/>
              <a:gd name="connsiteX2" fmla="*/ 2032480 w 4544532"/>
              <a:gd name="connsiteY2" fmla="*/ 1371600 h 1371600"/>
              <a:gd name="connsiteX3" fmla="*/ 0 w 4544532"/>
              <a:gd name="connsiteY3" fmla="*/ 153508 h 1371600"/>
              <a:gd name="connsiteX0" fmla="*/ 0 w 4544532"/>
              <a:gd name="connsiteY0" fmla="*/ 142875 h 1371600"/>
              <a:gd name="connsiteX1" fmla="*/ 4544532 w 4544532"/>
              <a:gd name="connsiteY1" fmla="*/ 0 h 1371600"/>
              <a:gd name="connsiteX2" fmla="*/ 2032480 w 4544532"/>
              <a:gd name="connsiteY2" fmla="*/ 1371600 h 1371600"/>
              <a:gd name="connsiteX3" fmla="*/ 0 w 4544532"/>
              <a:gd name="connsiteY3" fmla="*/ 142875 h 1371600"/>
              <a:gd name="connsiteX0" fmla="*/ 0 w 4536805"/>
              <a:gd name="connsiteY0" fmla="*/ 148026 h 1371600"/>
              <a:gd name="connsiteX1" fmla="*/ 4536805 w 4536805"/>
              <a:gd name="connsiteY1" fmla="*/ 0 h 1371600"/>
              <a:gd name="connsiteX2" fmla="*/ 2024753 w 4536805"/>
              <a:gd name="connsiteY2" fmla="*/ 1371600 h 1371600"/>
              <a:gd name="connsiteX3" fmla="*/ 0 w 4536805"/>
              <a:gd name="connsiteY3" fmla="*/ 148026 h 1371600"/>
              <a:gd name="connsiteX0" fmla="*/ 0 w 4531653"/>
              <a:gd name="connsiteY0" fmla="*/ 142874 h 1371600"/>
              <a:gd name="connsiteX1" fmla="*/ 4531653 w 4531653"/>
              <a:gd name="connsiteY1" fmla="*/ 0 h 1371600"/>
              <a:gd name="connsiteX2" fmla="*/ 2019601 w 4531653"/>
              <a:gd name="connsiteY2" fmla="*/ 1371600 h 1371600"/>
              <a:gd name="connsiteX3" fmla="*/ 0 w 4531653"/>
              <a:gd name="connsiteY3" fmla="*/ 142874 h 1371600"/>
              <a:gd name="connsiteX0" fmla="*/ 0 w 3944799"/>
              <a:gd name="connsiteY0" fmla="*/ 33692 h 1262418"/>
              <a:gd name="connsiteX1" fmla="*/ 3944799 w 3944799"/>
              <a:gd name="connsiteY1" fmla="*/ 0 h 1262418"/>
              <a:gd name="connsiteX2" fmla="*/ 2019601 w 3944799"/>
              <a:gd name="connsiteY2" fmla="*/ 1262418 h 1262418"/>
              <a:gd name="connsiteX3" fmla="*/ 0 w 3944799"/>
              <a:gd name="connsiteY3" fmla="*/ 33692 h 1262418"/>
              <a:gd name="connsiteX0" fmla="*/ 0 w 4531653"/>
              <a:gd name="connsiteY0" fmla="*/ 115578 h 1344304"/>
              <a:gd name="connsiteX1" fmla="*/ 4531653 w 4531653"/>
              <a:gd name="connsiteY1" fmla="*/ 0 h 1344304"/>
              <a:gd name="connsiteX2" fmla="*/ 2019601 w 4531653"/>
              <a:gd name="connsiteY2" fmla="*/ 1344304 h 1344304"/>
              <a:gd name="connsiteX3" fmla="*/ 0 w 4531653"/>
              <a:gd name="connsiteY3" fmla="*/ 115578 h 1344304"/>
            </a:gdLst>
            <a:ahLst/>
            <a:cxnLst>
              <a:cxn ang="0">
                <a:pos x="connsiteX0" y="connsiteY0"/>
              </a:cxn>
              <a:cxn ang="0">
                <a:pos x="connsiteX1" y="connsiteY1"/>
              </a:cxn>
              <a:cxn ang="0">
                <a:pos x="connsiteX2" y="connsiteY2"/>
              </a:cxn>
              <a:cxn ang="0">
                <a:pos x="connsiteX3" y="connsiteY3"/>
              </a:cxn>
            </a:cxnLst>
            <a:rect l="l" t="t" r="r" b="b"/>
            <a:pathLst>
              <a:path w="4531653" h="1344304">
                <a:moveTo>
                  <a:pt x="0" y="115578"/>
                </a:moveTo>
                <a:lnTo>
                  <a:pt x="4531653" y="0"/>
                </a:lnTo>
                <a:lnTo>
                  <a:pt x="2019601" y="1344304"/>
                </a:lnTo>
                <a:lnTo>
                  <a:pt x="0" y="115578"/>
                </a:lnTo>
                <a:close/>
              </a:path>
            </a:pathLst>
          </a:custGeom>
          <a:gradFill>
            <a:gsLst>
              <a:gs pos="9000">
                <a:schemeClr val="accent1"/>
              </a:gs>
              <a:gs pos="100000">
                <a:schemeClr val="accent2"/>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7" name="Freeform 36"/>
          <p:cNvSpPr/>
          <p:nvPr/>
        </p:nvSpPr>
        <p:spPr>
          <a:xfrm>
            <a:off x="4067336" y="4705135"/>
            <a:ext cx="4628534" cy="2161794"/>
          </a:xfrm>
          <a:custGeom>
            <a:avLst/>
            <a:gdLst>
              <a:gd name="connsiteX0" fmla="*/ 0 w 4632158"/>
              <a:gd name="connsiteY0" fmla="*/ 1239253 h 2129590"/>
              <a:gd name="connsiteX1" fmla="*/ 3645569 w 4632158"/>
              <a:gd name="connsiteY1" fmla="*/ 0 h 2129590"/>
              <a:gd name="connsiteX2" fmla="*/ 4632158 w 4632158"/>
              <a:gd name="connsiteY2" fmla="*/ 2129590 h 2129590"/>
              <a:gd name="connsiteX3" fmla="*/ 0 w 4632158"/>
              <a:gd name="connsiteY3" fmla="*/ 1239253 h 2129590"/>
              <a:gd name="connsiteX0" fmla="*/ 0 w 4632158"/>
              <a:gd name="connsiteY0" fmla="*/ 1243228 h 2133565"/>
              <a:gd name="connsiteX1" fmla="*/ 3641593 w 4632158"/>
              <a:gd name="connsiteY1" fmla="*/ 0 h 2133565"/>
              <a:gd name="connsiteX2" fmla="*/ 4632158 w 4632158"/>
              <a:gd name="connsiteY2" fmla="*/ 2133565 h 2133565"/>
              <a:gd name="connsiteX3" fmla="*/ 0 w 4632158"/>
              <a:gd name="connsiteY3" fmla="*/ 1243228 h 2133565"/>
              <a:gd name="connsiteX0" fmla="*/ 0 w 4656011"/>
              <a:gd name="connsiteY0" fmla="*/ 1243228 h 2157419"/>
              <a:gd name="connsiteX1" fmla="*/ 3641593 w 4656011"/>
              <a:gd name="connsiteY1" fmla="*/ 0 h 2157419"/>
              <a:gd name="connsiteX2" fmla="*/ 4656011 w 4656011"/>
              <a:gd name="connsiteY2" fmla="*/ 2157419 h 2157419"/>
              <a:gd name="connsiteX3" fmla="*/ 0 w 4656011"/>
              <a:gd name="connsiteY3" fmla="*/ 1243228 h 2157419"/>
              <a:gd name="connsiteX0" fmla="*/ 0 w 4659987"/>
              <a:gd name="connsiteY0" fmla="*/ 1247204 h 2157419"/>
              <a:gd name="connsiteX1" fmla="*/ 3645569 w 4659987"/>
              <a:gd name="connsiteY1" fmla="*/ 0 h 2157419"/>
              <a:gd name="connsiteX2" fmla="*/ 4659987 w 4659987"/>
              <a:gd name="connsiteY2" fmla="*/ 2157419 h 2157419"/>
              <a:gd name="connsiteX3" fmla="*/ 0 w 4659987"/>
              <a:gd name="connsiteY3" fmla="*/ 1247204 h 2157419"/>
              <a:gd name="connsiteX0" fmla="*/ 0 w 4667938"/>
              <a:gd name="connsiteY0" fmla="*/ 1263107 h 2157419"/>
              <a:gd name="connsiteX1" fmla="*/ 3653520 w 4667938"/>
              <a:gd name="connsiteY1" fmla="*/ 0 h 2157419"/>
              <a:gd name="connsiteX2" fmla="*/ 4667938 w 4667938"/>
              <a:gd name="connsiteY2" fmla="*/ 2157419 h 2157419"/>
              <a:gd name="connsiteX3" fmla="*/ 0 w 4667938"/>
              <a:gd name="connsiteY3" fmla="*/ 1263107 h 2157419"/>
              <a:gd name="connsiteX0" fmla="*/ 0 w 4667938"/>
              <a:gd name="connsiteY0" fmla="*/ 1259132 h 2157419"/>
              <a:gd name="connsiteX1" fmla="*/ 3653520 w 4667938"/>
              <a:gd name="connsiteY1" fmla="*/ 0 h 2157419"/>
              <a:gd name="connsiteX2" fmla="*/ 4667938 w 4667938"/>
              <a:gd name="connsiteY2" fmla="*/ 2157419 h 2157419"/>
              <a:gd name="connsiteX3" fmla="*/ 0 w 4667938"/>
              <a:gd name="connsiteY3" fmla="*/ 1259132 h 2157419"/>
              <a:gd name="connsiteX0" fmla="*/ 0 w 4667938"/>
              <a:gd name="connsiteY0" fmla="*/ 1259132 h 2157419"/>
              <a:gd name="connsiteX1" fmla="*/ 3653520 w 4667938"/>
              <a:gd name="connsiteY1" fmla="*/ 0 h 2157419"/>
              <a:gd name="connsiteX2" fmla="*/ 4667938 w 4667938"/>
              <a:gd name="connsiteY2" fmla="*/ 2157419 h 2157419"/>
              <a:gd name="connsiteX3" fmla="*/ 0 w 4667938"/>
              <a:gd name="connsiteY3" fmla="*/ 1259132 h 2157419"/>
              <a:gd name="connsiteX0" fmla="*/ 0 w 4659987"/>
              <a:gd name="connsiteY0" fmla="*/ 1251181 h 2157419"/>
              <a:gd name="connsiteX1" fmla="*/ 3645569 w 4659987"/>
              <a:gd name="connsiteY1" fmla="*/ 0 h 2157419"/>
              <a:gd name="connsiteX2" fmla="*/ 4659987 w 4659987"/>
              <a:gd name="connsiteY2" fmla="*/ 2157419 h 2157419"/>
              <a:gd name="connsiteX3" fmla="*/ 0 w 4659987"/>
              <a:gd name="connsiteY3" fmla="*/ 1251181 h 2157419"/>
              <a:gd name="connsiteX0" fmla="*/ 0 w 4674275"/>
              <a:gd name="connsiteY0" fmla="*/ 1251181 h 2157419"/>
              <a:gd name="connsiteX1" fmla="*/ 3645569 w 4674275"/>
              <a:gd name="connsiteY1" fmla="*/ 0 h 2157419"/>
              <a:gd name="connsiteX2" fmla="*/ 4674275 w 4674275"/>
              <a:gd name="connsiteY2" fmla="*/ 2157419 h 2157419"/>
              <a:gd name="connsiteX3" fmla="*/ 0 w 4674275"/>
              <a:gd name="connsiteY3" fmla="*/ 1251181 h 2157419"/>
              <a:gd name="connsiteX0" fmla="*/ 0 w 4683800"/>
              <a:gd name="connsiteY0" fmla="*/ 1251181 h 2157419"/>
              <a:gd name="connsiteX1" fmla="*/ 3655094 w 4683800"/>
              <a:gd name="connsiteY1" fmla="*/ 0 h 2157419"/>
              <a:gd name="connsiteX2" fmla="*/ 4683800 w 4683800"/>
              <a:gd name="connsiteY2" fmla="*/ 2157419 h 2157419"/>
              <a:gd name="connsiteX3" fmla="*/ 0 w 4683800"/>
              <a:gd name="connsiteY3" fmla="*/ 1251181 h 2157419"/>
              <a:gd name="connsiteX0" fmla="*/ 0 w 4695230"/>
              <a:gd name="connsiteY0" fmla="*/ 1251181 h 2157419"/>
              <a:gd name="connsiteX1" fmla="*/ 3666524 w 4695230"/>
              <a:gd name="connsiteY1" fmla="*/ 0 h 2157419"/>
              <a:gd name="connsiteX2" fmla="*/ 4695230 w 4695230"/>
              <a:gd name="connsiteY2" fmla="*/ 2157419 h 2157419"/>
              <a:gd name="connsiteX3" fmla="*/ 0 w 4695230"/>
              <a:gd name="connsiteY3" fmla="*/ 1251181 h 2157419"/>
              <a:gd name="connsiteX0" fmla="*/ 0 w 4695230"/>
              <a:gd name="connsiteY0" fmla="*/ 1251181 h 2171067"/>
              <a:gd name="connsiteX1" fmla="*/ 3666524 w 4695230"/>
              <a:gd name="connsiteY1" fmla="*/ 0 h 2171067"/>
              <a:gd name="connsiteX2" fmla="*/ 4695230 w 4695230"/>
              <a:gd name="connsiteY2" fmla="*/ 2171067 h 2171067"/>
              <a:gd name="connsiteX3" fmla="*/ 0 w 4695230"/>
              <a:gd name="connsiteY3" fmla="*/ 1251181 h 2171067"/>
              <a:gd name="connsiteX0" fmla="*/ 0 w 4708878"/>
              <a:gd name="connsiteY0" fmla="*/ 1251181 h 2184715"/>
              <a:gd name="connsiteX1" fmla="*/ 3666524 w 4708878"/>
              <a:gd name="connsiteY1" fmla="*/ 0 h 2184715"/>
              <a:gd name="connsiteX2" fmla="*/ 4708878 w 4708878"/>
              <a:gd name="connsiteY2" fmla="*/ 2184715 h 2184715"/>
              <a:gd name="connsiteX3" fmla="*/ 0 w 4708878"/>
              <a:gd name="connsiteY3" fmla="*/ 1251181 h 2184715"/>
              <a:gd name="connsiteX0" fmla="*/ 0 w 4722526"/>
              <a:gd name="connsiteY0" fmla="*/ 1251181 h 2198363"/>
              <a:gd name="connsiteX1" fmla="*/ 3666524 w 4722526"/>
              <a:gd name="connsiteY1" fmla="*/ 0 h 2198363"/>
              <a:gd name="connsiteX2" fmla="*/ 4722526 w 4722526"/>
              <a:gd name="connsiteY2" fmla="*/ 2198363 h 2198363"/>
              <a:gd name="connsiteX3" fmla="*/ 0 w 4722526"/>
              <a:gd name="connsiteY3" fmla="*/ 1251181 h 2198363"/>
              <a:gd name="connsiteX0" fmla="*/ 0 w 4658916"/>
              <a:gd name="connsiteY0" fmla="*/ 1251181 h 2190411"/>
              <a:gd name="connsiteX1" fmla="*/ 3666524 w 4658916"/>
              <a:gd name="connsiteY1" fmla="*/ 0 h 2190411"/>
              <a:gd name="connsiteX2" fmla="*/ 4658916 w 4658916"/>
              <a:gd name="connsiteY2" fmla="*/ 2190411 h 2190411"/>
              <a:gd name="connsiteX3" fmla="*/ 0 w 4658916"/>
              <a:gd name="connsiteY3" fmla="*/ 1251181 h 2190411"/>
              <a:gd name="connsiteX0" fmla="*/ 0 w 4658916"/>
              <a:gd name="connsiteY0" fmla="*/ 1251181 h 2166557"/>
              <a:gd name="connsiteX1" fmla="*/ 3666524 w 4658916"/>
              <a:gd name="connsiteY1" fmla="*/ 0 h 2166557"/>
              <a:gd name="connsiteX2" fmla="*/ 4658916 w 4658916"/>
              <a:gd name="connsiteY2" fmla="*/ 2166557 h 2166557"/>
              <a:gd name="connsiteX3" fmla="*/ 0 w 4658916"/>
              <a:gd name="connsiteY3" fmla="*/ 1251181 h 2166557"/>
              <a:gd name="connsiteX0" fmla="*/ 0 w 4670136"/>
              <a:gd name="connsiteY0" fmla="*/ 1251181 h 2166557"/>
              <a:gd name="connsiteX1" fmla="*/ 3677744 w 4670136"/>
              <a:gd name="connsiteY1" fmla="*/ 0 h 2166557"/>
              <a:gd name="connsiteX2" fmla="*/ 4670136 w 4670136"/>
              <a:gd name="connsiteY2" fmla="*/ 2166557 h 2166557"/>
              <a:gd name="connsiteX3" fmla="*/ 0 w 4670136"/>
              <a:gd name="connsiteY3" fmla="*/ 1251181 h 2166557"/>
              <a:gd name="connsiteX0" fmla="*/ 0 w 4653306"/>
              <a:gd name="connsiteY0" fmla="*/ 1251181 h 2166557"/>
              <a:gd name="connsiteX1" fmla="*/ 3660914 w 4653306"/>
              <a:gd name="connsiteY1" fmla="*/ 0 h 2166557"/>
              <a:gd name="connsiteX2" fmla="*/ 4653306 w 4653306"/>
              <a:gd name="connsiteY2" fmla="*/ 2166557 h 2166557"/>
              <a:gd name="connsiteX3" fmla="*/ 0 w 4653306"/>
              <a:gd name="connsiteY3" fmla="*/ 1251181 h 2166557"/>
              <a:gd name="connsiteX0" fmla="*/ 0 w 4001299"/>
              <a:gd name="connsiteY0" fmla="*/ 869518 h 2166557"/>
              <a:gd name="connsiteX1" fmla="*/ 3008907 w 4001299"/>
              <a:gd name="connsiteY1" fmla="*/ 0 h 2166557"/>
              <a:gd name="connsiteX2" fmla="*/ 4001299 w 4001299"/>
              <a:gd name="connsiteY2" fmla="*/ 2166557 h 2166557"/>
              <a:gd name="connsiteX3" fmla="*/ 0 w 4001299"/>
              <a:gd name="connsiteY3" fmla="*/ 869518 h 2166557"/>
              <a:gd name="connsiteX0" fmla="*/ 0 w 4645354"/>
              <a:gd name="connsiteY0" fmla="*/ 1251181 h 2166557"/>
              <a:gd name="connsiteX1" fmla="*/ 3652962 w 4645354"/>
              <a:gd name="connsiteY1" fmla="*/ 0 h 2166557"/>
              <a:gd name="connsiteX2" fmla="*/ 4645354 w 4645354"/>
              <a:gd name="connsiteY2" fmla="*/ 2166557 h 2166557"/>
              <a:gd name="connsiteX3" fmla="*/ 0 w 4645354"/>
              <a:gd name="connsiteY3" fmla="*/ 1251181 h 2166557"/>
              <a:gd name="connsiteX0" fmla="*/ 0 w 4645354"/>
              <a:gd name="connsiteY0" fmla="*/ 1243230 h 2166557"/>
              <a:gd name="connsiteX1" fmla="*/ 3652962 w 4645354"/>
              <a:gd name="connsiteY1" fmla="*/ 0 h 2166557"/>
              <a:gd name="connsiteX2" fmla="*/ 4645354 w 4645354"/>
              <a:gd name="connsiteY2" fmla="*/ 2166557 h 2166557"/>
              <a:gd name="connsiteX3" fmla="*/ 0 w 4645354"/>
              <a:gd name="connsiteY3" fmla="*/ 1243230 h 2166557"/>
              <a:gd name="connsiteX0" fmla="*/ 0 w 4645354"/>
              <a:gd name="connsiteY0" fmla="*/ 1238467 h 2161794"/>
              <a:gd name="connsiteX1" fmla="*/ 3664911 w 4645354"/>
              <a:gd name="connsiteY1" fmla="*/ 0 h 2161794"/>
              <a:gd name="connsiteX2" fmla="*/ 4645354 w 4645354"/>
              <a:gd name="connsiteY2" fmla="*/ 2161794 h 2161794"/>
              <a:gd name="connsiteX3" fmla="*/ 0 w 4645354"/>
              <a:gd name="connsiteY3" fmla="*/ 1238467 h 2161794"/>
            </a:gdLst>
            <a:ahLst/>
            <a:cxnLst>
              <a:cxn ang="0">
                <a:pos x="connsiteX0" y="connsiteY0"/>
              </a:cxn>
              <a:cxn ang="0">
                <a:pos x="connsiteX1" y="connsiteY1"/>
              </a:cxn>
              <a:cxn ang="0">
                <a:pos x="connsiteX2" y="connsiteY2"/>
              </a:cxn>
              <a:cxn ang="0">
                <a:pos x="connsiteX3" y="connsiteY3"/>
              </a:cxn>
            </a:cxnLst>
            <a:rect l="l" t="t" r="r" b="b"/>
            <a:pathLst>
              <a:path w="4645354" h="2161794">
                <a:moveTo>
                  <a:pt x="0" y="1238467"/>
                </a:moveTo>
                <a:lnTo>
                  <a:pt x="3664911" y="0"/>
                </a:lnTo>
                <a:lnTo>
                  <a:pt x="4645354" y="2161794"/>
                </a:lnTo>
                <a:lnTo>
                  <a:pt x="0" y="1238467"/>
                </a:lnTo>
                <a:close/>
              </a:path>
            </a:pathLst>
          </a:custGeom>
          <a:gradFill>
            <a:gsLst>
              <a:gs pos="2000">
                <a:schemeClr val="accent1"/>
              </a:gs>
              <a:gs pos="100000">
                <a:schemeClr val="accent2"/>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8" name="Freeform 37"/>
          <p:cNvSpPr/>
          <p:nvPr/>
        </p:nvSpPr>
        <p:spPr>
          <a:xfrm>
            <a:off x="3541852" y="3007895"/>
            <a:ext cx="2834884" cy="2947737"/>
          </a:xfrm>
          <a:custGeom>
            <a:avLst/>
            <a:gdLst>
              <a:gd name="connsiteX0" fmla="*/ 0 w 2791326"/>
              <a:gd name="connsiteY0" fmla="*/ 1816768 h 2947737"/>
              <a:gd name="connsiteX1" fmla="*/ 493294 w 2791326"/>
              <a:gd name="connsiteY1" fmla="*/ 2947737 h 2947737"/>
              <a:gd name="connsiteX2" fmla="*/ 2791326 w 2791326"/>
              <a:gd name="connsiteY2" fmla="*/ 0 h 2947737"/>
              <a:gd name="connsiteX3" fmla="*/ 0 w 2791326"/>
              <a:gd name="connsiteY3" fmla="*/ 1816768 h 2947737"/>
              <a:gd name="connsiteX0" fmla="*/ 0 w 2799638"/>
              <a:gd name="connsiteY0" fmla="*/ 1845863 h 2947737"/>
              <a:gd name="connsiteX1" fmla="*/ 501606 w 2799638"/>
              <a:gd name="connsiteY1" fmla="*/ 2947737 h 2947737"/>
              <a:gd name="connsiteX2" fmla="*/ 2799638 w 2799638"/>
              <a:gd name="connsiteY2" fmla="*/ 0 h 2947737"/>
              <a:gd name="connsiteX3" fmla="*/ 0 w 2799638"/>
              <a:gd name="connsiteY3" fmla="*/ 1845863 h 2947737"/>
              <a:gd name="connsiteX0" fmla="*/ 0 w 2826933"/>
              <a:gd name="connsiteY0" fmla="*/ 1886806 h 2947737"/>
              <a:gd name="connsiteX1" fmla="*/ 528901 w 2826933"/>
              <a:gd name="connsiteY1" fmla="*/ 2947737 h 2947737"/>
              <a:gd name="connsiteX2" fmla="*/ 2826933 w 2826933"/>
              <a:gd name="connsiteY2" fmla="*/ 0 h 2947737"/>
              <a:gd name="connsiteX3" fmla="*/ 0 w 2826933"/>
              <a:gd name="connsiteY3" fmla="*/ 1886806 h 2947737"/>
              <a:gd name="connsiteX0" fmla="*/ 0 w 2826933"/>
              <a:gd name="connsiteY0" fmla="*/ 1859510 h 2947737"/>
              <a:gd name="connsiteX1" fmla="*/ 528901 w 2826933"/>
              <a:gd name="connsiteY1" fmla="*/ 2947737 h 2947737"/>
              <a:gd name="connsiteX2" fmla="*/ 2826933 w 2826933"/>
              <a:gd name="connsiteY2" fmla="*/ 0 h 2947737"/>
              <a:gd name="connsiteX3" fmla="*/ 0 w 2826933"/>
              <a:gd name="connsiteY3" fmla="*/ 1859510 h 2947737"/>
              <a:gd name="connsiteX0" fmla="*/ 0 w 2826933"/>
              <a:gd name="connsiteY0" fmla="*/ 1859510 h 2947737"/>
              <a:gd name="connsiteX1" fmla="*/ 523291 w 2826933"/>
              <a:gd name="connsiteY1" fmla="*/ 2947737 h 2947737"/>
              <a:gd name="connsiteX2" fmla="*/ 2826933 w 2826933"/>
              <a:gd name="connsiteY2" fmla="*/ 0 h 2947737"/>
              <a:gd name="connsiteX3" fmla="*/ 0 w 2826933"/>
              <a:gd name="connsiteY3" fmla="*/ 1859510 h 2947737"/>
              <a:gd name="connsiteX0" fmla="*/ 0 w 2834884"/>
              <a:gd name="connsiteY0" fmla="*/ 1867462 h 2947737"/>
              <a:gd name="connsiteX1" fmla="*/ 531242 w 2834884"/>
              <a:gd name="connsiteY1" fmla="*/ 2947737 h 2947737"/>
              <a:gd name="connsiteX2" fmla="*/ 2834884 w 2834884"/>
              <a:gd name="connsiteY2" fmla="*/ 0 h 2947737"/>
              <a:gd name="connsiteX3" fmla="*/ 0 w 2834884"/>
              <a:gd name="connsiteY3" fmla="*/ 1867462 h 2947737"/>
            </a:gdLst>
            <a:ahLst/>
            <a:cxnLst>
              <a:cxn ang="0">
                <a:pos x="connsiteX0" y="connsiteY0"/>
              </a:cxn>
              <a:cxn ang="0">
                <a:pos x="connsiteX1" y="connsiteY1"/>
              </a:cxn>
              <a:cxn ang="0">
                <a:pos x="connsiteX2" y="connsiteY2"/>
              </a:cxn>
              <a:cxn ang="0">
                <a:pos x="connsiteX3" y="connsiteY3"/>
              </a:cxn>
            </a:cxnLst>
            <a:rect l="l" t="t" r="r" b="b"/>
            <a:pathLst>
              <a:path w="2834884" h="2947737">
                <a:moveTo>
                  <a:pt x="0" y="1867462"/>
                </a:moveTo>
                <a:lnTo>
                  <a:pt x="531242" y="2947737"/>
                </a:lnTo>
                <a:lnTo>
                  <a:pt x="2834884" y="0"/>
                </a:lnTo>
                <a:lnTo>
                  <a:pt x="0" y="1867462"/>
                </a:lnTo>
                <a:close/>
              </a:path>
            </a:pathLst>
          </a:custGeom>
          <a:gradFill>
            <a:gsLst>
              <a:gs pos="15000">
                <a:schemeClr val="accent2"/>
              </a:gs>
              <a:gs pos="97000">
                <a:schemeClr val="accent1"/>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 name="Title 1"/>
          <p:cNvSpPr>
            <a:spLocks noGrp="1"/>
          </p:cNvSpPr>
          <p:nvPr userDrawn="1">
            <p:ph type="title"/>
          </p:nvPr>
        </p:nvSpPr>
        <p:spPr>
          <a:xfrm>
            <a:off x="379413" y="1333500"/>
            <a:ext cx="9521825" cy="4127499"/>
          </a:xfrm>
        </p:spPr>
        <p:txBody>
          <a:bodyPr rIns="0" anchor="t"/>
          <a:lstStyle>
            <a:lvl1pPr>
              <a:defRPr sz="4800">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256030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ection Header Option 2">
    <p:spTree>
      <p:nvGrpSpPr>
        <p:cNvPr id="1" name=""/>
        <p:cNvGrpSpPr/>
        <p:nvPr/>
      </p:nvGrpSpPr>
      <p:grpSpPr>
        <a:xfrm>
          <a:off x="0" y="0"/>
          <a:ext cx="0" cy="0"/>
          <a:chOff x="0" y="0"/>
          <a:chExt cx="0" cy="0"/>
        </a:xfrm>
      </p:grpSpPr>
      <p:sp>
        <p:nvSpPr>
          <p:cNvPr id="41" name="Rectangle 40"/>
          <p:cNvSpPr/>
          <p:nvPr userDrawn="1"/>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grpSp>
        <p:nvGrpSpPr>
          <p:cNvPr id="3" name="Group 2"/>
          <p:cNvGrpSpPr/>
          <p:nvPr userDrawn="1"/>
        </p:nvGrpSpPr>
        <p:grpSpPr>
          <a:xfrm>
            <a:off x="-9845" y="-7221"/>
            <a:ext cx="12210731" cy="6884165"/>
            <a:chOff x="-9845" y="-7221"/>
            <a:chExt cx="12210731" cy="6884165"/>
          </a:xfrm>
        </p:grpSpPr>
        <p:sp>
          <p:nvSpPr>
            <p:cNvPr id="6" name="Freeform 5"/>
            <p:cNvSpPr/>
            <p:nvPr/>
          </p:nvSpPr>
          <p:spPr>
            <a:xfrm>
              <a:off x="-6314" y="3602940"/>
              <a:ext cx="3593122" cy="3267566"/>
            </a:xfrm>
            <a:custGeom>
              <a:avLst/>
              <a:gdLst>
                <a:gd name="connsiteX0" fmla="*/ 1392248 w 3580909"/>
                <a:gd name="connsiteY0" fmla="*/ 0 h 3209249"/>
                <a:gd name="connsiteX1" fmla="*/ 0 w 3580909"/>
                <a:gd name="connsiteY1" fmla="*/ 3209249 h 3209249"/>
                <a:gd name="connsiteX2" fmla="*/ 3580909 w 3580909"/>
                <a:gd name="connsiteY2" fmla="*/ 1215267 h 3209249"/>
                <a:gd name="connsiteX3" fmla="*/ 1392248 w 3580909"/>
                <a:gd name="connsiteY3" fmla="*/ 0 h 3209249"/>
                <a:gd name="connsiteX0" fmla="*/ 1406371 w 3595032"/>
                <a:gd name="connsiteY0" fmla="*/ 0 h 3209249"/>
                <a:gd name="connsiteX1" fmla="*/ 0 w 3595032"/>
                <a:gd name="connsiteY1" fmla="*/ 3209249 h 3209249"/>
                <a:gd name="connsiteX2" fmla="*/ 3595032 w 3595032"/>
                <a:gd name="connsiteY2" fmla="*/ 1215267 h 3209249"/>
                <a:gd name="connsiteX3" fmla="*/ 1406371 w 3595032"/>
                <a:gd name="connsiteY3" fmla="*/ 0 h 3209249"/>
                <a:gd name="connsiteX0" fmla="*/ 1399310 w 3587971"/>
                <a:gd name="connsiteY0" fmla="*/ 0 h 3209249"/>
                <a:gd name="connsiteX1" fmla="*/ 0 w 3587971"/>
                <a:gd name="connsiteY1" fmla="*/ 3209249 h 3209249"/>
                <a:gd name="connsiteX2" fmla="*/ 3587971 w 3587971"/>
                <a:gd name="connsiteY2" fmla="*/ 1215267 h 3209249"/>
                <a:gd name="connsiteX3" fmla="*/ 1399310 w 3587971"/>
                <a:gd name="connsiteY3" fmla="*/ 0 h 3209249"/>
                <a:gd name="connsiteX0" fmla="*/ 1399310 w 3587971"/>
                <a:gd name="connsiteY0" fmla="*/ 0 h 3252111"/>
                <a:gd name="connsiteX1" fmla="*/ 0 w 3587971"/>
                <a:gd name="connsiteY1" fmla="*/ 3252111 h 3252111"/>
                <a:gd name="connsiteX2" fmla="*/ 3587971 w 3587971"/>
                <a:gd name="connsiteY2" fmla="*/ 1258129 h 3252111"/>
                <a:gd name="connsiteX3" fmla="*/ 1399310 w 3587971"/>
                <a:gd name="connsiteY3" fmla="*/ 0 h 3252111"/>
                <a:gd name="connsiteX0" fmla="*/ 1396734 w 3585395"/>
                <a:gd name="connsiteY0" fmla="*/ 0 h 3264990"/>
                <a:gd name="connsiteX1" fmla="*/ 0 w 3585395"/>
                <a:gd name="connsiteY1" fmla="*/ 3264990 h 3264990"/>
                <a:gd name="connsiteX2" fmla="*/ 3585395 w 3585395"/>
                <a:gd name="connsiteY2" fmla="*/ 1258129 h 3264990"/>
                <a:gd name="connsiteX3" fmla="*/ 1396734 w 3585395"/>
                <a:gd name="connsiteY3" fmla="*/ 0 h 3264990"/>
                <a:gd name="connsiteX0" fmla="*/ 1404461 w 3593122"/>
                <a:gd name="connsiteY0" fmla="*/ 0 h 3267566"/>
                <a:gd name="connsiteX1" fmla="*/ 0 w 3593122"/>
                <a:gd name="connsiteY1" fmla="*/ 3267566 h 3267566"/>
                <a:gd name="connsiteX2" fmla="*/ 3593122 w 3593122"/>
                <a:gd name="connsiteY2" fmla="*/ 1258129 h 3267566"/>
                <a:gd name="connsiteX3" fmla="*/ 1404461 w 3593122"/>
                <a:gd name="connsiteY3" fmla="*/ 0 h 3267566"/>
              </a:gdLst>
              <a:ahLst/>
              <a:cxnLst>
                <a:cxn ang="0">
                  <a:pos x="connsiteX0" y="connsiteY0"/>
                </a:cxn>
                <a:cxn ang="0">
                  <a:pos x="connsiteX1" y="connsiteY1"/>
                </a:cxn>
                <a:cxn ang="0">
                  <a:pos x="connsiteX2" y="connsiteY2"/>
                </a:cxn>
                <a:cxn ang="0">
                  <a:pos x="connsiteX3" y="connsiteY3"/>
                </a:cxn>
              </a:cxnLst>
              <a:rect l="l" t="t" r="r" b="b"/>
              <a:pathLst>
                <a:path w="3593122" h="3267566">
                  <a:moveTo>
                    <a:pt x="1404461" y="0"/>
                  </a:moveTo>
                  <a:lnTo>
                    <a:pt x="0" y="3267566"/>
                  </a:lnTo>
                  <a:lnTo>
                    <a:pt x="3593122" y="1258129"/>
                  </a:lnTo>
                  <a:lnTo>
                    <a:pt x="1404461" y="0"/>
                  </a:lnTo>
                  <a:close/>
                </a:path>
              </a:pathLst>
            </a:custGeom>
            <a:gradFill>
              <a:gsLst>
                <a:gs pos="100000">
                  <a:schemeClr val="accent3"/>
                </a:gs>
                <a:gs pos="44000">
                  <a:schemeClr val="accent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7" name="Freeform 6"/>
            <p:cNvSpPr/>
            <p:nvPr/>
          </p:nvSpPr>
          <p:spPr>
            <a:xfrm>
              <a:off x="1390330" y="1741468"/>
              <a:ext cx="2199979" cy="3164694"/>
            </a:xfrm>
            <a:custGeom>
              <a:avLst/>
              <a:gdLst>
                <a:gd name="connsiteX0" fmla="*/ 1739462 w 2186152"/>
                <a:gd name="connsiteY0" fmla="*/ 0 h 3095296"/>
                <a:gd name="connsiteX1" fmla="*/ 0 w 2186152"/>
                <a:gd name="connsiteY1" fmla="*/ 1891862 h 3095296"/>
                <a:gd name="connsiteX2" fmla="*/ 2186152 w 2186152"/>
                <a:gd name="connsiteY2" fmla="*/ 3095296 h 3095296"/>
                <a:gd name="connsiteX3" fmla="*/ 1739462 w 2186152"/>
                <a:gd name="connsiteY3" fmla="*/ 0 h 3095296"/>
                <a:gd name="connsiteX0" fmla="*/ 1733563 w 2186152"/>
                <a:gd name="connsiteY0" fmla="*/ 0 h 3112994"/>
                <a:gd name="connsiteX1" fmla="*/ 0 w 2186152"/>
                <a:gd name="connsiteY1" fmla="*/ 1909560 h 3112994"/>
                <a:gd name="connsiteX2" fmla="*/ 2186152 w 2186152"/>
                <a:gd name="connsiteY2" fmla="*/ 3112994 h 3112994"/>
                <a:gd name="connsiteX3" fmla="*/ 1733563 w 2186152"/>
                <a:gd name="connsiteY3" fmla="*/ 0 h 3112994"/>
                <a:gd name="connsiteX0" fmla="*/ 1752613 w 2186152"/>
                <a:gd name="connsiteY0" fmla="*/ 0 h 3108232"/>
                <a:gd name="connsiteX1" fmla="*/ 0 w 2186152"/>
                <a:gd name="connsiteY1" fmla="*/ 1904798 h 3108232"/>
                <a:gd name="connsiteX2" fmla="*/ 2186152 w 2186152"/>
                <a:gd name="connsiteY2" fmla="*/ 3108232 h 3108232"/>
                <a:gd name="connsiteX3" fmla="*/ 1752613 w 2186152"/>
                <a:gd name="connsiteY3" fmla="*/ 0 h 3108232"/>
                <a:gd name="connsiteX0" fmla="*/ 1738326 w 2186152"/>
                <a:gd name="connsiteY0" fmla="*/ 0 h 3108232"/>
                <a:gd name="connsiteX1" fmla="*/ 0 w 2186152"/>
                <a:gd name="connsiteY1" fmla="*/ 1904798 h 3108232"/>
                <a:gd name="connsiteX2" fmla="*/ 2186152 w 2186152"/>
                <a:gd name="connsiteY2" fmla="*/ 3108232 h 3108232"/>
                <a:gd name="connsiteX3" fmla="*/ 1738326 w 2186152"/>
                <a:gd name="connsiteY3" fmla="*/ 0 h 3108232"/>
                <a:gd name="connsiteX0" fmla="*/ 1724039 w 2186152"/>
                <a:gd name="connsiteY0" fmla="*/ 0 h 3089182"/>
                <a:gd name="connsiteX1" fmla="*/ 0 w 2186152"/>
                <a:gd name="connsiteY1" fmla="*/ 1885748 h 3089182"/>
                <a:gd name="connsiteX2" fmla="*/ 2186152 w 2186152"/>
                <a:gd name="connsiteY2" fmla="*/ 3089182 h 3089182"/>
                <a:gd name="connsiteX3" fmla="*/ 1724039 w 2186152"/>
                <a:gd name="connsiteY3" fmla="*/ 0 h 3089182"/>
                <a:gd name="connsiteX0" fmla="*/ 1743089 w 2205202"/>
                <a:gd name="connsiteY0" fmla="*/ 0 h 3089182"/>
                <a:gd name="connsiteX1" fmla="*/ 0 w 2205202"/>
                <a:gd name="connsiteY1" fmla="*/ 1861935 h 3089182"/>
                <a:gd name="connsiteX2" fmla="*/ 2205202 w 2205202"/>
                <a:gd name="connsiteY2" fmla="*/ 3089182 h 3089182"/>
                <a:gd name="connsiteX3" fmla="*/ 1743089 w 2205202"/>
                <a:gd name="connsiteY3" fmla="*/ 0 h 3089182"/>
                <a:gd name="connsiteX0" fmla="*/ 1733564 w 2205202"/>
                <a:gd name="connsiteY0" fmla="*/ 0 h 3079657"/>
                <a:gd name="connsiteX1" fmla="*/ 0 w 2205202"/>
                <a:gd name="connsiteY1" fmla="*/ 1852410 h 3079657"/>
                <a:gd name="connsiteX2" fmla="*/ 2205202 w 2205202"/>
                <a:gd name="connsiteY2" fmla="*/ 3079657 h 3079657"/>
                <a:gd name="connsiteX3" fmla="*/ 1733564 w 2205202"/>
                <a:gd name="connsiteY3" fmla="*/ 0 h 3079657"/>
                <a:gd name="connsiteX0" fmla="*/ 1695464 w 2167102"/>
                <a:gd name="connsiteY0" fmla="*/ 0 h 3079657"/>
                <a:gd name="connsiteX1" fmla="*/ 0 w 2167102"/>
                <a:gd name="connsiteY1" fmla="*/ 1871460 h 3079657"/>
                <a:gd name="connsiteX2" fmla="*/ 2167102 w 2167102"/>
                <a:gd name="connsiteY2" fmla="*/ 3079657 h 3079657"/>
                <a:gd name="connsiteX3" fmla="*/ 1695464 w 2167102"/>
                <a:gd name="connsiteY3" fmla="*/ 0 h 3079657"/>
                <a:gd name="connsiteX0" fmla="*/ 1724039 w 2195677"/>
                <a:gd name="connsiteY0" fmla="*/ 0 h 3079657"/>
                <a:gd name="connsiteX1" fmla="*/ 0 w 2195677"/>
                <a:gd name="connsiteY1" fmla="*/ 1866698 h 3079657"/>
                <a:gd name="connsiteX2" fmla="*/ 2195677 w 2195677"/>
                <a:gd name="connsiteY2" fmla="*/ 3079657 h 3079657"/>
                <a:gd name="connsiteX3" fmla="*/ 1724039 w 2195677"/>
                <a:gd name="connsiteY3" fmla="*/ 0 h 3079657"/>
                <a:gd name="connsiteX0" fmla="*/ 1746073 w 2195677"/>
                <a:gd name="connsiteY0" fmla="*/ 0 h 3079657"/>
                <a:gd name="connsiteX1" fmla="*/ 0 w 2195677"/>
                <a:gd name="connsiteY1" fmla="*/ 1866698 h 3079657"/>
                <a:gd name="connsiteX2" fmla="*/ 2195677 w 2195677"/>
                <a:gd name="connsiteY2" fmla="*/ 3079657 h 3079657"/>
                <a:gd name="connsiteX3" fmla="*/ 1746073 w 2195677"/>
                <a:gd name="connsiteY3" fmla="*/ 0 h 3079657"/>
                <a:gd name="connsiteX0" fmla="*/ 1714323 w 2195677"/>
                <a:gd name="connsiteY0" fmla="*/ 0 h 3098707"/>
                <a:gd name="connsiteX1" fmla="*/ 0 w 2195677"/>
                <a:gd name="connsiteY1" fmla="*/ 1885748 h 3098707"/>
                <a:gd name="connsiteX2" fmla="*/ 2195677 w 2195677"/>
                <a:gd name="connsiteY2" fmla="*/ 3098707 h 3098707"/>
                <a:gd name="connsiteX3" fmla="*/ 1714323 w 2195677"/>
                <a:gd name="connsiteY3" fmla="*/ 0 h 3098707"/>
                <a:gd name="connsiteX0" fmla="*/ 1720673 w 2195677"/>
                <a:gd name="connsiteY0" fmla="*/ 0 h 3092357"/>
                <a:gd name="connsiteX1" fmla="*/ 0 w 2195677"/>
                <a:gd name="connsiteY1" fmla="*/ 1879398 h 3092357"/>
                <a:gd name="connsiteX2" fmla="*/ 2195677 w 2195677"/>
                <a:gd name="connsiteY2" fmla="*/ 3092357 h 3092357"/>
                <a:gd name="connsiteX3" fmla="*/ 1720673 w 2195677"/>
                <a:gd name="connsiteY3" fmla="*/ 0 h 3092357"/>
                <a:gd name="connsiteX0" fmla="*/ 1739723 w 2195677"/>
                <a:gd name="connsiteY0" fmla="*/ 0 h 3086007"/>
                <a:gd name="connsiteX1" fmla="*/ 0 w 2195677"/>
                <a:gd name="connsiteY1" fmla="*/ 1873048 h 3086007"/>
                <a:gd name="connsiteX2" fmla="*/ 2195677 w 2195677"/>
                <a:gd name="connsiteY2" fmla="*/ 3086007 h 3086007"/>
                <a:gd name="connsiteX3" fmla="*/ 1739723 w 2195677"/>
                <a:gd name="connsiteY3" fmla="*/ 0 h 3086007"/>
                <a:gd name="connsiteX0" fmla="*/ 1720673 w 2195677"/>
                <a:gd name="connsiteY0" fmla="*/ 0 h 3155857"/>
                <a:gd name="connsiteX1" fmla="*/ 0 w 2195677"/>
                <a:gd name="connsiteY1" fmla="*/ 1942898 h 3155857"/>
                <a:gd name="connsiteX2" fmla="*/ 2195677 w 2195677"/>
                <a:gd name="connsiteY2" fmla="*/ 3155857 h 3155857"/>
                <a:gd name="connsiteX3" fmla="*/ 1720673 w 2195677"/>
                <a:gd name="connsiteY3" fmla="*/ 0 h 3155857"/>
                <a:gd name="connsiteX0" fmla="*/ 1720673 w 2195677"/>
                <a:gd name="connsiteY0" fmla="*/ 0 h 3079657"/>
                <a:gd name="connsiteX1" fmla="*/ 0 w 2195677"/>
                <a:gd name="connsiteY1" fmla="*/ 1866698 h 3079657"/>
                <a:gd name="connsiteX2" fmla="*/ 2195677 w 2195677"/>
                <a:gd name="connsiteY2" fmla="*/ 3079657 h 3079657"/>
                <a:gd name="connsiteX3" fmla="*/ 1720673 w 2195677"/>
                <a:gd name="connsiteY3" fmla="*/ 0 h 3079657"/>
                <a:gd name="connsiteX0" fmla="*/ 1720673 w 2195677"/>
                <a:gd name="connsiteY0" fmla="*/ 0 h 3149507"/>
                <a:gd name="connsiteX1" fmla="*/ 0 w 2195677"/>
                <a:gd name="connsiteY1" fmla="*/ 1936548 h 3149507"/>
                <a:gd name="connsiteX2" fmla="*/ 2195677 w 2195677"/>
                <a:gd name="connsiteY2" fmla="*/ 3149507 h 3149507"/>
                <a:gd name="connsiteX3" fmla="*/ 1720673 w 2195677"/>
                <a:gd name="connsiteY3" fmla="*/ 0 h 3149507"/>
                <a:gd name="connsiteX0" fmla="*/ 1739723 w 2214727"/>
                <a:gd name="connsiteY0" fmla="*/ 0 h 3149507"/>
                <a:gd name="connsiteX1" fmla="*/ 0 w 2214727"/>
                <a:gd name="connsiteY1" fmla="*/ 1936548 h 3149507"/>
                <a:gd name="connsiteX2" fmla="*/ 2214727 w 2214727"/>
                <a:gd name="connsiteY2" fmla="*/ 3149507 h 3149507"/>
                <a:gd name="connsiteX3" fmla="*/ 1739723 w 2214727"/>
                <a:gd name="connsiteY3" fmla="*/ 0 h 3149507"/>
                <a:gd name="connsiteX0" fmla="*/ 1739723 w 2214727"/>
                <a:gd name="connsiteY0" fmla="*/ 0 h 3149507"/>
                <a:gd name="connsiteX1" fmla="*/ 0 w 2214727"/>
                <a:gd name="connsiteY1" fmla="*/ 1936548 h 3149507"/>
                <a:gd name="connsiteX2" fmla="*/ 2214727 w 2214727"/>
                <a:gd name="connsiteY2" fmla="*/ 3149507 h 3149507"/>
                <a:gd name="connsiteX3" fmla="*/ 1739723 w 2214727"/>
                <a:gd name="connsiteY3" fmla="*/ 0 h 3149507"/>
                <a:gd name="connsiteX0" fmla="*/ 1724975 w 2199979"/>
                <a:gd name="connsiteY0" fmla="*/ 0 h 3149507"/>
                <a:gd name="connsiteX1" fmla="*/ 0 w 2199979"/>
                <a:gd name="connsiteY1" fmla="*/ 1921800 h 3149507"/>
                <a:gd name="connsiteX2" fmla="*/ 2199979 w 2199979"/>
                <a:gd name="connsiteY2" fmla="*/ 3149507 h 3149507"/>
                <a:gd name="connsiteX3" fmla="*/ 1724975 w 2199979"/>
                <a:gd name="connsiteY3" fmla="*/ 0 h 3149507"/>
                <a:gd name="connsiteX0" fmla="*/ 1722399 w 2199979"/>
                <a:gd name="connsiteY0" fmla="*/ 0 h 3072234"/>
                <a:gd name="connsiteX1" fmla="*/ 0 w 2199979"/>
                <a:gd name="connsiteY1" fmla="*/ 1844527 h 3072234"/>
                <a:gd name="connsiteX2" fmla="*/ 2199979 w 2199979"/>
                <a:gd name="connsiteY2" fmla="*/ 3072234 h 3072234"/>
                <a:gd name="connsiteX3" fmla="*/ 1722399 w 2199979"/>
                <a:gd name="connsiteY3" fmla="*/ 0 h 3072234"/>
                <a:gd name="connsiteX0" fmla="*/ 1722399 w 2199979"/>
                <a:gd name="connsiteY0" fmla="*/ 0 h 3123750"/>
                <a:gd name="connsiteX1" fmla="*/ 0 w 2199979"/>
                <a:gd name="connsiteY1" fmla="*/ 1896043 h 3123750"/>
                <a:gd name="connsiteX2" fmla="*/ 2199979 w 2199979"/>
                <a:gd name="connsiteY2" fmla="*/ 3123750 h 3123750"/>
                <a:gd name="connsiteX3" fmla="*/ 1722399 w 2199979"/>
                <a:gd name="connsiteY3" fmla="*/ 0 h 3123750"/>
                <a:gd name="connsiteX0" fmla="*/ 1736047 w 2199979"/>
                <a:gd name="connsiteY0" fmla="*/ 0 h 3164694"/>
                <a:gd name="connsiteX1" fmla="*/ 0 w 2199979"/>
                <a:gd name="connsiteY1" fmla="*/ 1936987 h 3164694"/>
                <a:gd name="connsiteX2" fmla="*/ 2199979 w 2199979"/>
                <a:gd name="connsiteY2" fmla="*/ 3164694 h 3164694"/>
                <a:gd name="connsiteX3" fmla="*/ 1736047 w 2199979"/>
                <a:gd name="connsiteY3" fmla="*/ 0 h 3164694"/>
              </a:gdLst>
              <a:ahLst/>
              <a:cxnLst>
                <a:cxn ang="0">
                  <a:pos x="connsiteX0" y="connsiteY0"/>
                </a:cxn>
                <a:cxn ang="0">
                  <a:pos x="connsiteX1" y="connsiteY1"/>
                </a:cxn>
                <a:cxn ang="0">
                  <a:pos x="connsiteX2" y="connsiteY2"/>
                </a:cxn>
                <a:cxn ang="0">
                  <a:pos x="connsiteX3" y="connsiteY3"/>
                </a:cxn>
              </a:cxnLst>
              <a:rect l="l" t="t" r="r" b="b"/>
              <a:pathLst>
                <a:path w="2199979" h="3164694">
                  <a:moveTo>
                    <a:pt x="1736047" y="0"/>
                  </a:moveTo>
                  <a:lnTo>
                    <a:pt x="0" y="1936987"/>
                  </a:lnTo>
                  <a:lnTo>
                    <a:pt x="2199979" y="3164694"/>
                  </a:lnTo>
                  <a:lnTo>
                    <a:pt x="1736047" y="0"/>
                  </a:lnTo>
                  <a:close/>
                </a:path>
              </a:pathLst>
            </a:custGeom>
            <a:gradFill>
              <a:gsLst>
                <a:gs pos="100000">
                  <a:schemeClr val="accent3"/>
                </a:gs>
                <a:gs pos="44000">
                  <a:schemeClr val="accent2"/>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8" name="Freeform 7"/>
            <p:cNvSpPr/>
            <p:nvPr/>
          </p:nvSpPr>
          <p:spPr>
            <a:xfrm>
              <a:off x="6375805" y="1"/>
              <a:ext cx="4644129" cy="1222744"/>
            </a:xfrm>
            <a:custGeom>
              <a:avLst/>
              <a:gdLst>
                <a:gd name="connsiteX0" fmla="*/ 0 w 4550735"/>
                <a:gd name="connsiteY0" fmla="*/ 0 h 1222745"/>
                <a:gd name="connsiteX1" fmla="*/ 1222744 w 4550735"/>
                <a:gd name="connsiteY1" fmla="*/ 1222745 h 1222745"/>
                <a:gd name="connsiteX2" fmla="*/ 4550735 w 4550735"/>
                <a:gd name="connsiteY2" fmla="*/ 10633 h 1222745"/>
                <a:gd name="connsiteX3" fmla="*/ 0 w 4550735"/>
                <a:gd name="connsiteY3" fmla="*/ 0 h 1222745"/>
                <a:gd name="connsiteX0" fmla="*/ 0 w 4582633"/>
                <a:gd name="connsiteY0" fmla="*/ 10633 h 1212112"/>
                <a:gd name="connsiteX1" fmla="*/ 1254642 w 4582633"/>
                <a:gd name="connsiteY1" fmla="*/ 1212112 h 1212112"/>
                <a:gd name="connsiteX2" fmla="*/ 4582633 w 4582633"/>
                <a:gd name="connsiteY2" fmla="*/ 0 h 1212112"/>
                <a:gd name="connsiteX3" fmla="*/ 0 w 4582633"/>
                <a:gd name="connsiteY3" fmla="*/ 10633 h 1212112"/>
                <a:gd name="connsiteX0" fmla="*/ 0 w 4566685"/>
                <a:gd name="connsiteY0" fmla="*/ 0 h 1228061"/>
                <a:gd name="connsiteX1" fmla="*/ 1238694 w 4566685"/>
                <a:gd name="connsiteY1" fmla="*/ 1228061 h 1228061"/>
                <a:gd name="connsiteX2" fmla="*/ 4566685 w 4566685"/>
                <a:gd name="connsiteY2" fmla="*/ 15949 h 1228061"/>
                <a:gd name="connsiteX3" fmla="*/ 0 w 4566685"/>
                <a:gd name="connsiteY3" fmla="*/ 0 h 1228061"/>
                <a:gd name="connsiteX0" fmla="*/ 0 w 4566685"/>
                <a:gd name="connsiteY0" fmla="*/ 0 h 1217428"/>
                <a:gd name="connsiteX1" fmla="*/ 1238694 w 4566685"/>
                <a:gd name="connsiteY1" fmla="*/ 1217428 h 1217428"/>
                <a:gd name="connsiteX2" fmla="*/ 4566685 w 4566685"/>
                <a:gd name="connsiteY2" fmla="*/ 5316 h 1217428"/>
                <a:gd name="connsiteX3" fmla="*/ 0 w 4566685"/>
                <a:gd name="connsiteY3" fmla="*/ 0 h 1217428"/>
                <a:gd name="connsiteX0" fmla="*/ 0 w 4614532"/>
                <a:gd name="connsiteY0" fmla="*/ 0 h 1217428"/>
                <a:gd name="connsiteX1" fmla="*/ 1238694 w 4614532"/>
                <a:gd name="connsiteY1" fmla="*/ 1217428 h 1217428"/>
                <a:gd name="connsiteX2" fmla="*/ 4614532 w 4614532"/>
                <a:gd name="connsiteY2" fmla="*/ 5316 h 1217428"/>
                <a:gd name="connsiteX3" fmla="*/ 0 w 4614532"/>
                <a:gd name="connsiteY3" fmla="*/ 0 h 1217428"/>
                <a:gd name="connsiteX0" fmla="*/ 0 w 4614532"/>
                <a:gd name="connsiteY0" fmla="*/ 0 h 1228060"/>
                <a:gd name="connsiteX1" fmla="*/ 1286541 w 4614532"/>
                <a:gd name="connsiteY1" fmla="*/ 1228060 h 1228060"/>
                <a:gd name="connsiteX2" fmla="*/ 4614532 w 4614532"/>
                <a:gd name="connsiteY2" fmla="*/ 5316 h 1228060"/>
                <a:gd name="connsiteX3" fmla="*/ 0 w 4614532"/>
                <a:gd name="connsiteY3" fmla="*/ 0 h 1228060"/>
                <a:gd name="connsiteX0" fmla="*/ 0 w 4614532"/>
                <a:gd name="connsiteY0" fmla="*/ 10633 h 1222744"/>
                <a:gd name="connsiteX1" fmla="*/ 1286541 w 4614532"/>
                <a:gd name="connsiteY1" fmla="*/ 1222744 h 1222744"/>
                <a:gd name="connsiteX2" fmla="*/ 4614532 w 4614532"/>
                <a:gd name="connsiteY2" fmla="*/ 0 h 1222744"/>
                <a:gd name="connsiteX3" fmla="*/ 0 w 4614532"/>
                <a:gd name="connsiteY3" fmla="*/ 10633 h 1222744"/>
                <a:gd name="connsiteX0" fmla="*/ 0 w 4614532"/>
                <a:gd name="connsiteY0" fmla="*/ 10633 h 1201479"/>
                <a:gd name="connsiteX1" fmla="*/ 1238695 w 4614532"/>
                <a:gd name="connsiteY1" fmla="*/ 1201479 h 1201479"/>
                <a:gd name="connsiteX2" fmla="*/ 4614532 w 4614532"/>
                <a:gd name="connsiteY2" fmla="*/ 0 h 1201479"/>
                <a:gd name="connsiteX3" fmla="*/ 0 w 4614532"/>
                <a:gd name="connsiteY3" fmla="*/ 10633 h 1201479"/>
                <a:gd name="connsiteX0" fmla="*/ 0 w 4614532"/>
                <a:gd name="connsiteY0" fmla="*/ 10633 h 1222744"/>
                <a:gd name="connsiteX1" fmla="*/ 1249328 w 4614532"/>
                <a:gd name="connsiteY1" fmla="*/ 1222744 h 1222744"/>
                <a:gd name="connsiteX2" fmla="*/ 4614532 w 4614532"/>
                <a:gd name="connsiteY2" fmla="*/ 0 h 1222744"/>
                <a:gd name="connsiteX3" fmla="*/ 0 w 4614532"/>
                <a:gd name="connsiteY3" fmla="*/ 10633 h 1222744"/>
                <a:gd name="connsiteX0" fmla="*/ 0 w 4614532"/>
                <a:gd name="connsiteY0" fmla="*/ 0 h 1222744"/>
                <a:gd name="connsiteX1" fmla="*/ 1249328 w 4614532"/>
                <a:gd name="connsiteY1" fmla="*/ 1222744 h 1222744"/>
                <a:gd name="connsiteX2" fmla="*/ 4614532 w 4614532"/>
                <a:gd name="connsiteY2" fmla="*/ 0 h 1222744"/>
                <a:gd name="connsiteX3" fmla="*/ 0 w 4614532"/>
                <a:gd name="connsiteY3" fmla="*/ 0 h 1222744"/>
                <a:gd name="connsiteX0" fmla="*/ 0 w 4630481"/>
                <a:gd name="connsiteY0" fmla="*/ 0 h 1222744"/>
                <a:gd name="connsiteX1" fmla="*/ 1249328 w 4630481"/>
                <a:gd name="connsiteY1" fmla="*/ 1222744 h 1222744"/>
                <a:gd name="connsiteX2" fmla="*/ 4630481 w 4630481"/>
                <a:gd name="connsiteY2" fmla="*/ 0 h 1222744"/>
                <a:gd name="connsiteX3" fmla="*/ 0 w 4630481"/>
                <a:gd name="connsiteY3" fmla="*/ 0 h 1222744"/>
                <a:gd name="connsiteX0" fmla="*/ 0 w 4671425"/>
                <a:gd name="connsiteY0" fmla="*/ 0 h 1222744"/>
                <a:gd name="connsiteX1" fmla="*/ 1290272 w 4671425"/>
                <a:gd name="connsiteY1" fmla="*/ 1222744 h 1222744"/>
                <a:gd name="connsiteX2" fmla="*/ 4671425 w 4671425"/>
                <a:gd name="connsiteY2" fmla="*/ 0 h 1222744"/>
                <a:gd name="connsiteX3" fmla="*/ 0 w 4671425"/>
                <a:gd name="connsiteY3" fmla="*/ 0 h 1222744"/>
                <a:gd name="connsiteX0" fmla="*/ 0 w 4671425"/>
                <a:gd name="connsiteY0" fmla="*/ 0 h 1222744"/>
                <a:gd name="connsiteX1" fmla="*/ 1290272 w 4671425"/>
                <a:gd name="connsiteY1" fmla="*/ 1222744 h 1222744"/>
                <a:gd name="connsiteX2" fmla="*/ 4671425 w 4671425"/>
                <a:gd name="connsiteY2" fmla="*/ 614149 h 1222744"/>
                <a:gd name="connsiteX3" fmla="*/ 0 w 4671425"/>
                <a:gd name="connsiteY3" fmla="*/ 0 h 1222744"/>
                <a:gd name="connsiteX0" fmla="*/ 0 w 4657777"/>
                <a:gd name="connsiteY0" fmla="*/ 13648 h 1236392"/>
                <a:gd name="connsiteX1" fmla="*/ 1290272 w 4657777"/>
                <a:gd name="connsiteY1" fmla="*/ 1236392 h 1236392"/>
                <a:gd name="connsiteX2" fmla="*/ 4657777 w 4657777"/>
                <a:gd name="connsiteY2" fmla="*/ 0 h 1236392"/>
                <a:gd name="connsiteX3" fmla="*/ 0 w 4657777"/>
                <a:gd name="connsiteY3" fmla="*/ 13648 h 1236392"/>
                <a:gd name="connsiteX0" fmla="*/ 0 w 4644129"/>
                <a:gd name="connsiteY0" fmla="*/ 0 h 1222744"/>
                <a:gd name="connsiteX1" fmla="*/ 1290272 w 4644129"/>
                <a:gd name="connsiteY1" fmla="*/ 1222744 h 1222744"/>
                <a:gd name="connsiteX2" fmla="*/ 4644129 w 4644129"/>
                <a:gd name="connsiteY2" fmla="*/ 0 h 1222744"/>
                <a:gd name="connsiteX3" fmla="*/ 0 w 4644129"/>
                <a:gd name="connsiteY3" fmla="*/ 0 h 1222744"/>
              </a:gdLst>
              <a:ahLst/>
              <a:cxnLst>
                <a:cxn ang="0">
                  <a:pos x="connsiteX0" y="connsiteY0"/>
                </a:cxn>
                <a:cxn ang="0">
                  <a:pos x="connsiteX1" y="connsiteY1"/>
                </a:cxn>
                <a:cxn ang="0">
                  <a:pos x="connsiteX2" y="connsiteY2"/>
                </a:cxn>
                <a:cxn ang="0">
                  <a:pos x="connsiteX3" y="connsiteY3"/>
                </a:cxn>
              </a:cxnLst>
              <a:rect l="l" t="t" r="r" b="b"/>
              <a:pathLst>
                <a:path w="4644129" h="1222744">
                  <a:moveTo>
                    <a:pt x="0" y="0"/>
                  </a:moveTo>
                  <a:lnTo>
                    <a:pt x="1290272" y="1222744"/>
                  </a:lnTo>
                  <a:lnTo>
                    <a:pt x="4644129" y="0"/>
                  </a:lnTo>
                  <a:lnTo>
                    <a:pt x="0" y="0"/>
                  </a:lnTo>
                  <a:close/>
                </a:path>
              </a:pathLst>
            </a:custGeom>
            <a:gradFill>
              <a:gsLst>
                <a:gs pos="100000">
                  <a:schemeClr val="accent3"/>
                </a:gs>
                <a:gs pos="35000">
                  <a:schemeClr val="accent2"/>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4052439" y="2989173"/>
              <a:ext cx="3708351" cy="2971471"/>
            </a:xfrm>
            <a:custGeom>
              <a:avLst/>
              <a:gdLst>
                <a:gd name="connsiteX0" fmla="*/ 2291255 w 3641834"/>
                <a:gd name="connsiteY0" fmla="*/ 0 h 2958662"/>
                <a:gd name="connsiteX1" fmla="*/ 3641834 w 3641834"/>
                <a:gd name="connsiteY1" fmla="*/ 1692165 h 2958662"/>
                <a:gd name="connsiteX2" fmla="*/ 0 w 3641834"/>
                <a:gd name="connsiteY2" fmla="*/ 2958662 h 2958662"/>
                <a:gd name="connsiteX3" fmla="*/ 2291255 w 3641834"/>
                <a:gd name="connsiteY3" fmla="*/ 0 h 2958662"/>
                <a:gd name="connsiteX0" fmla="*/ 2291255 w 3641834"/>
                <a:gd name="connsiteY0" fmla="*/ 0 h 2963917"/>
                <a:gd name="connsiteX1" fmla="*/ 3641834 w 3641834"/>
                <a:gd name="connsiteY1" fmla="*/ 1697420 h 2963917"/>
                <a:gd name="connsiteX2" fmla="*/ 0 w 3641834"/>
                <a:gd name="connsiteY2" fmla="*/ 2963917 h 2963917"/>
                <a:gd name="connsiteX3" fmla="*/ 2291255 w 3641834"/>
                <a:gd name="connsiteY3" fmla="*/ 0 h 2963917"/>
                <a:gd name="connsiteX0" fmla="*/ 2301765 w 3641834"/>
                <a:gd name="connsiteY0" fmla="*/ 0 h 2948152"/>
                <a:gd name="connsiteX1" fmla="*/ 3641834 w 3641834"/>
                <a:gd name="connsiteY1" fmla="*/ 1681655 h 2948152"/>
                <a:gd name="connsiteX2" fmla="*/ 0 w 3641834"/>
                <a:gd name="connsiteY2" fmla="*/ 2948152 h 2948152"/>
                <a:gd name="connsiteX3" fmla="*/ 2301765 w 3641834"/>
                <a:gd name="connsiteY3" fmla="*/ 0 h 2948152"/>
                <a:gd name="connsiteX0" fmla="*/ 2293452 w 3641834"/>
                <a:gd name="connsiteY0" fmla="*/ 0 h 2948152"/>
                <a:gd name="connsiteX1" fmla="*/ 3641834 w 3641834"/>
                <a:gd name="connsiteY1" fmla="*/ 1681655 h 2948152"/>
                <a:gd name="connsiteX2" fmla="*/ 0 w 3641834"/>
                <a:gd name="connsiteY2" fmla="*/ 2948152 h 2948152"/>
                <a:gd name="connsiteX3" fmla="*/ 2293452 w 3641834"/>
                <a:gd name="connsiteY3" fmla="*/ 0 h 2948152"/>
                <a:gd name="connsiteX0" fmla="*/ 2305379 w 3653761"/>
                <a:gd name="connsiteY0" fmla="*/ 0 h 2944176"/>
                <a:gd name="connsiteX1" fmla="*/ 3653761 w 3653761"/>
                <a:gd name="connsiteY1" fmla="*/ 1681655 h 2944176"/>
                <a:gd name="connsiteX2" fmla="*/ 0 w 3653761"/>
                <a:gd name="connsiteY2" fmla="*/ 2944176 h 2944176"/>
                <a:gd name="connsiteX3" fmla="*/ 2305379 w 3653761"/>
                <a:gd name="connsiteY3" fmla="*/ 0 h 2944176"/>
                <a:gd name="connsiteX0" fmla="*/ 2291731 w 3653761"/>
                <a:gd name="connsiteY0" fmla="*/ 0 h 2944176"/>
                <a:gd name="connsiteX1" fmla="*/ 3653761 w 3653761"/>
                <a:gd name="connsiteY1" fmla="*/ 1681655 h 2944176"/>
                <a:gd name="connsiteX2" fmla="*/ 0 w 3653761"/>
                <a:gd name="connsiteY2" fmla="*/ 2944176 h 2944176"/>
                <a:gd name="connsiteX3" fmla="*/ 2291731 w 3653761"/>
                <a:gd name="connsiteY3" fmla="*/ 0 h 2944176"/>
                <a:gd name="connsiteX0" fmla="*/ 2305378 w 3653761"/>
                <a:gd name="connsiteY0" fmla="*/ 0 h 2971471"/>
                <a:gd name="connsiteX1" fmla="*/ 3653761 w 3653761"/>
                <a:gd name="connsiteY1" fmla="*/ 1708950 h 2971471"/>
                <a:gd name="connsiteX2" fmla="*/ 0 w 3653761"/>
                <a:gd name="connsiteY2" fmla="*/ 2971471 h 2971471"/>
                <a:gd name="connsiteX3" fmla="*/ 2305378 w 3653761"/>
                <a:gd name="connsiteY3" fmla="*/ 0 h 2971471"/>
                <a:gd name="connsiteX0" fmla="*/ 2305378 w 3694704"/>
                <a:gd name="connsiteY0" fmla="*/ 0 h 2971471"/>
                <a:gd name="connsiteX1" fmla="*/ 3694704 w 3694704"/>
                <a:gd name="connsiteY1" fmla="*/ 1722598 h 2971471"/>
                <a:gd name="connsiteX2" fmla="*/ 0 w 3694704"/>
                <a:gd name="connsiteY2" fmla="*/ 2971471 h 2971471"/>
                <a:gd name="connsiteX3" fmla="*/ 2305378 w 3694704"/>
                <a:gd name="connsiteY3" fmla="*/ 0 h 2971471"/>
                <a:gd name="connsiteX0" fmla="*/ 2319025 w 3708351"/>
                <a:gd name="connsiteY0" fmla="*/ 0 h 2971471"/>
                <a:gd name="connsiteX1" fmla="*/ 3708351 w 3708351"/>
                <a:gd name="connsiteY1" fmla="*/ 1722598 h 2971471"/>
                <a:gd name="connsiteX2" fmla="*/ 0 w 3708351"/>
                <a:gd name="connsiteY2" fmla="*/ 2971471 h 2971471"/>
                <a:gd name="connsiteX3" fmla="*/ 2319025 w 3708351"/>
                <a:gd name="connsiteY3" fmla="*/ 0 h 2971471"/>
              </a:gdLst>
              <a:ahLst/>
              <a:cxnLst>
                <a:cxn ang="0">
                  <a:pos x="connsiteX0" y="connsiteY0"/>
                </a:cxn>
                <a:cxn ang="0">
                  <a:pos x="connsiteX1" y="connsiteY1"/>
                </a:cxn>
                <a:cxn ang="0">
                  <a:pos x="connsiteX2" y="connsiteY2"/>
                </a:cxn>
                <a:cxn ang="0">
                  <a:pos x="connsiteX3" y="connsiteY3"/>
                </a:cxn>
              </a:cxnLst>
              <a:rect l="l" t="t" r="r" b="b"/>
              <a:pathLst>
                <a:path w="3708351" h="2971471">
                  <a:moveTo>
                    <a:pt x="2319025" y="0"/>
                  </a:moveTo>
                  <a:lnTo>
                    <a:pt x="3708351" y="1722598"/>
                  </a:lnTo>
                  <a:lnTo>
                    <a:pt x="0" y="2971471"/>
                  </a:lnTo>
                  <a:lnTo>
                    <a:pt x="2319025" y="0"/>
                  </a:lnTo>
                  <a:close/>
                </a:path>
              </a:pathLst>
            </a:custGeom>
            <a:gradFill>
              <a:gsLst>
                <a:gs pos="100000">
                  <a:schemeClr val="accent3"/>
                </a:gs>
                <a:gs pos="44000">
                  <a:schemeClr val="accent2"/>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0" name="Freeform 9"/>
            <p:cNvSpPr/>
            <p:nvPr/>
          </p:nvSpPr>
          <p:spPr>
            <a:xfrm>
              <a:off x="-3085" y="0"/>
              <a:ext cx="3366670" cy="1804474"/>
            </a:xfrm>
            <a:custGeom>
              <a:avLst/>
              <a:gdLst>
                <a:gd name="connsiteX0" fmla="*/ 0 w 3172858"/>
                <a:gd name="connsiteY0" fmla="*/ 0 h 1773716"/>
                <a:gd name="connsiteX1" fmla="*/ 1079653 w 3172858"/>
                <a:gd name="connsiteY1" fmla="*/ 1773716 h 1773716"/>
                <a:gd name="connsiteX2" fmla="*/ 3172858 w 3172858"/>
                <a:gd name="connsiteY2" fmla="*/ 1751682 h 1773716"/>
                <a:gd name="connsiteX3" fmla="*/ 0 w 3172858"/>
                <a:gd name="connsiteY3" fmla="*/ 0 h 1773716"/>
                <a:gd name="connsiteX0" fmla="*/ 0 w 3114492"/>
                <a:gd name="connsiteY0" fmla="*/ 0 h 1773716"/>
                <a:gd name="connsiteX1" fmla="*/ 1079653 w 3114492"/>
                <a:gd name="connsiteY1" fmla="*/ 1773716 h 1773716"/>
                <a:gd name="connsiteX2" fmla="*/ 3114492 w 3114492"/>
                <a:gd name="connsiteY2" fmla="*/ 1177750 h 1773716"/>
                <a:gd name="connsiteX3" fmla="*/ 0 w 3114492"/>
                <a:gd name="connsiteY3" fmla="*/ 0 h 1773716"/>
                <a:gd name="connsiteX0" fmla="*/ 0 w 3153403"/>
                <a:gd name="connsiteY0" fmla="*/ 0 h 1773716"/>
                <a:gd name="connsiteX1" fmla="*/ 1079653 w 3153403"/>
                <a:gd name="connsiteY1" fmla="*/ 1773716 h 1773716"/>
                <a:gd name="connsiteX2" fmla="*/ 3153403 w 3153403"/>
                <a:gd name="connsiteY2" fmla="*/ 1771137 h 1773716"/>
                <a:gd name="connsiteX3" fmla="*/ 0 w 3153403"/>
                <a:gd name="connsiteY3" fmla="*/ 0 h 1773716"/>
                <a:gd name="connsiteX0" fmla="*/ 0 w 3346198"/>
                <a:gd name="connsiteY0" fmla="*/ 0 h 1771137"/>
                <a:gd name="connsiteX1" fmla="*/ 3346198 w 3346198"/>
                <a:gd name="connsiteY1" fmla="*/ 3282 h 1771137"/>
                <a:gd name="connsiteX2" fmla="*/ 3153403 w 3346198"/>
                <a:gd name="connsiteY2" fmla="*/ 1771137 h 1771137"/>
                <a:gd name="connsiteX3" fmla="*/ 0 w 3346198"/>
                <a:gd name="connsiteY3" fmla="*/ 0 h 1771137"/>
                <a:gd name="connsiteX0" fmla="*/ 0 w 3346198"/>
                <a:gd name="connsiteY0" fmla="*/ 0 h 1766374"/>
                <a:gd name="connsiteX1" fmla="*/ 3346198 w 3346198"/>
                <a:gd name="connsiteY1" fmla="*/ 3282 h 1766374"/>
                <a:gd name="connsiteX2" fmla="*/ 3110540 w 3346198"/>
                <a:gd name="connsiteY2" fmla="*/ 1766374 h 1766374"/>
                <a:gd name="connsiteX3" fmla="*/ 0 w 3346198"/>
                <a:gd name="connsiteY3" fmla="*/ 0 h 1766374"/>
                <a:gd name="connsiteX0" fmla="*/ 0 w 3346198"/>
                <a:gd name="connsiteY0" fmla="*/ 0 h 1780662"/>
                <a:gd name="connsiteX1" fmla="*/ 3346198 w 3346198"/>
                <a:gd name="connsiteY1" fmla="*/ 3282 h 1780662"/>
                <a:gd name="connsiteX2" fmla="*/ 3091490 w 3346198"/>
                <a:gd name="connsiteY2" fmla="*/ 1780662 h 1780662"/>
                <a:gd name="connsiteX3" fmla="*/ 0 w 3346198"/>
                <a:gd name="connsiteY3" fmla="*/ 0 h 1780662"/>
                <a:gd name="connsiteX0" fmla="*/ 0 w 3346198"/>
                <a:gd name="connsiteY0" fmla="*/ 0 h 1804474"/>
                <a:gd name="connsiteX1" fmla="*/ 3346198 w 3346198"/>
                <a:gd name="connsiteY1" fmla="*/ 3282 h 1804474"/>
                <a:gd name="connsiteX2" fmla="*/ 3115303 w 3346198"/>
                <a:gd name="connsiteY2" fmla="*/ 1804474 h 1804474"/>
                <a:gd name="connsiteX3" fmla="*/ 0 w 3346198"/>
                <a:gd name="connsiteY3" fmla="*/ 0 h 1804474"/>
                <a:gd name="connsiteX0" fmla="*/ 0 w 3346198"/>
                <a:gd name="connsiteY0" fmla="*/ 10366 h 1801192"/>
                <a:gd name="connsiteX1" fmla="*/ 3346198 w 3346198"/>
                <a:gd name="connsiteY1" fmla="*/ 0 h 1801192"/>
                <a:gd name="connsiteX2" fmla="*/ 3115303 w 3346198"/>
                <a:gd name="connsiteY2" fmla="*/ 1801192 h 1801192"/>
                <a:gd name="connsiteX3" fmla="*/ 0 w 3346198"/>
                <a:gd name="connsiteY3" fmla="*/ 10366 h 1801192"/>
                <a:gd name="connsiteX0" fmla="*/ 0 w 3366670"/>
                <a:gd name="connsiteY0" fmla="*/ 0 h 1818122"/>
                <a:gd name="connsiteX1" fmla="*/ 3366670 w 3366670"/>
                <a:gd name="connsiteY1" fmla="*/ 16930 h 1818122"/>
                <a:gd name="connsiteX2" fmla="*/ 3135775 w 3366670"/>
                <a:gd name="connsiteY2" fmla="*/ 1818122 h 1818122"/>
                <a:gd name="connsiteX3" fmla="*/ 0 w 3366670"/>
                <a:gd name="connsiteY3" fmla="*/ 0 h 1818122"/>
                <a:gd name="connsiteX0" fmla="*/ 0 w 3363258"/>
                <a:gd name="connsiteY0" fmla="*/ 0 h 1811298"/>
                <a:gd name="connsiteX1" fmla="*/ 3363258 w 3363258"/>
                <a:gd name="connsiteY1" fmla="*/ 10106 h 1811298"/>
                <a:gd name="connsiteX2" fmla="*/ 3132363 w 3363258"/>
                <a:gd name="connsiteY2" fmla="*/ 1811298 h 1811298"/>
                <a:gd name="connsiteX3" fmla="*/ 0 w 3363258"/>
                <a:gd name="connsiteY3" fmla="*/ 0 h 1811298"/>
                <a:gd name="connsiteX0" fmla="*/ 0 w 3363258"/>
                <a:gd name="connsiteY0" fmla="*/ 0 h 1807886"/>
                <a:gd name="connsiteX1" fmla="*/ 3363258 w 3363258"/>
                <a:gd name="connsiteY1" fmla="*/ 6694 h 1807886"/>
                <a:gd name="connsiteX2" fmla="*/ 3132363 w 3363258"/>
                <a:gd name="connsiteY2" fmla="*/ 1807886 h 1807886"/>
                <a:gd name="connsiteX3" fmla="*/ 0 w 3363258"/>
                <a:gd name="connsiteY3" fmla="*/ 0 h 1807886"/>
                <a:gd name="connsiteX0" fmla="*/ 0 w 3363258"/>
                <a:gd name="connsiteY0" fmla="*/ 3542 h 1801192"/>
                <a:gd name="connsiteX1" fmla="*/ 3363258 w 3363258"/>
                <a:gd name="connsiteY1" fmla="*/ 0 h 1801192"/>
                <a:gd name="connsiteX2" fmla="*/ 3132363 w 3363258"/>
                <a:gd name="connsiteY2" fmla="*/ 1801192 h 1801192"/>
                <a:gd name="connsiteX3" fmla="*/ 0 w 3363258"/>
                <a:gd name="connsiteY3" fmla="*/ 3542 h 1801192"/>
                <a:gd name="connsiteX0" fmla="*/ 0 w 3366670"/>
                <a:gd name="connsiteY0" fmla="*/ 0 h 1804474"/>
                <a:gd name="connsiteX1" fmla="*/ 3366670 w 3366670"/>
                <a:gd name="connsiteY1" fmla="*/ 3282 h 1804474"/>
                <a:gd name="connsiteX2" fmla="*/ 3135775 w 3366670"/>
                <a:gd name="connsiteY2" fmla="*/ 1804474 h 1804474"/>
                <a:gd name="connsiteX3" fmla="*/ 0 w 3366670"/>
                <a:gd name="connsiteY3" fmla="*/ 0 h 1804474"/>
              </a:gdLst>
              <a:ahLst/>
              <a:cxnLst>
                <a:cxn ang="0">
                  <a:pos x="connsiteX0" y="connsiteY0"/>
                </a:cxn>
                <a:cxn ang="0">
                  <a:pos x="connsiteX1" y="connsiteY1"/>
                </a:cxn>
                <a:cxn ang="0">
                  <a:pos x="connsiteX2" y="connsiteY2"/>
                </a:cxn>
                <a:cxn ang="0">
                  <a:pos x="connsiteX3" y="connsiteY3"/>
                </a:cxn>
              </a:cxnLst>
              <a:rect l="l" t="t" r="r" b="b"/>
              <a:pathLst>
                <a:path w="3366670" h="1804474">
                  <a:moveTo>
                    <a:pt x="0" y="0"/>
                  </a:moveTo>
                  <a:lnTo>
                    <a:pt x="3366670" y="3282"/>
                  </a:lnTo>
                  <a:lnTo>
                    <a:pt x="3135775" y="1804474"/>
                  </a:lnTo>
                  <a:lnTo>
                    <a:pt x="0" y="0"/>
                  </a:lnTo>
                  <a:close/>
                </a:path>
              </a:pathLst>
            </a:custGeom>
            <a:gradFill>
              <a:gsLst>
                <a:gs pos="100000">
                  <a:schemeClr val="accent3"/>
                </a:gs>
                <a:gs pos="39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1" name="Freeform 10"/>
            <p:cNvSpPr/>
            <p:nvPr/>
          </p:nvSpPr>
          <p:spPr>
            <a:xfrm>
              <a:off x="3111696" y="1778988"/>
              <a:ext cx="3269644" cy="3085357"/>
            </a:xfrm>
            <a:custGeom>
              <a:avLst/>
              <a:gdLst>
                <a:gd name="connsiteX0" fmla="*/ 0 w 3237186"/>
                <a:gd name="connsiteY0" fmla="*/ 0 h 3095296"/>
                <a:gd name="connsiteX1" fmla="*/ 441434 w 3237186"/>
                <a:gd name="connsiteY1" fmla="*/ 3095296 h 3095296"/>
                <a:gd name="connsiteX2" fmla="*/ 3237186 w 3237186"/>
                <a:gd name="connsiteY2" fmla="*/ 1255986 h 3095296"/>
                <a:gd name="connsiteX3" fmla="*/ 0 w 3237186"/>
                <a:gd name="connsiteY3" fmla="*/ 0 h 3095296"/>
                <a:gd name="connsiteX0" fmla="*/ 0 w 3237186"/>
                <a:gd name="connsiteY0" fmla="*/ 0 h 3109584"/>
                <a:gd name="connsiteX1" fmla="*/ 441434 w 3237186"/>
                <a:gd name="connsiteY1" fmla="*/ 3109584 h 3109584"/>
                <a:gd name="connsiteX2" fmla="*/ 3237186 w 3237186"/>
                <a:gd name="connsiteY2" fmla="*/ 1270274 h 3109584"/>
                <a:gd name="connsiteX3" fmla="*/ 0 w 3237186"/>
                <a:gd name="connsiteY3" fmla="*/ 0 h 3109584"/>
                <a:gd name="connsiteX0" fmla="*/ 0 w 3237186"/>
                <a:gd name="connsiteY0" fmla="*/ 0 h 3085764"/>
                <a:gd name="connsiteX1" fmla="*/ 441434 w 3237186"/>
                <a:gd name="connsiteY1" fmla="*/ 3085764 h 3085764"/>
                <a:gd name="connsiteX2" fmla="*/ 3237186 w 3237186"/>
                <a:gd name="connsiteY2" fmla="*/ 1246454 h 3085764"/>
                <a:gd name="connsiteX3" fmla="*/ 0 w 3237186"/>
                <a:gd name="connsiteY3" fmla="*/ 0 h 3085764"/>
                <a:gd name="connsiteX0" fmla="*/ 0 w 3255520"/>
                <a:gd name="connsiteY0" fmla="*/ 0 h 3085764"/>
                <a:gd name="connsiteX1" fmla="*/ 441434 w 3255520"/>
                <a:gd name="connsiteY1" fmla="*/ 3085764 h 3085764"/>
                <a:gd name="connsiteX2" fmla="*/ 3255520 w 3255520"/>
                <a:gd name="connsiteY2" fmla="*/ 1239108 h 3085764"/>
                <a:gd name="connsiteX3" fmla="*/ 0 w 3255520"/>
                <a:gd name="connsiteY3" fmla="*/ 0 h 3085764"/>
                <a:gd name="connsiteX0" fmla="*/ 0 w 3255520"/>
                <a:gd name="connsiteY0" fmla="*/ 0 h 3088940"/>
                <a:gd name="connsiteX1" fmla="*/ 460457 w 3255520"/>
                <a:gd name="connsiteY1" fmla="*/ 3088940 h 3088940"/>
                <a:gd name="connsiteX2" fmla="*/ 3255520 w 3255520"/>
                <a:gd name="connsiteY2" fmla="*/ 1239108 h 3088940"/>
                <a:gd name="connsiteX3" fmla="*/ 0 w 3255520"/>
                <a:gd name="connsiteY3" fmla="*/ 0 h 3088940"/>
                <a:gd name="connsiteX0" fmla="*/ 0 w 3262334"/>
                <a:gd name="connsiteY0" fmla="*/ 0 h 3088940"/>
                <a:gd name="connsiteX1" fmla="*/ 460457 w 3262334"/>
                <a:gd name="connsiteY1" fmla="*/ 3088940 h 3088940"/>
                <a:gd name="connsiteX2" fmla="*/ 3262334 w 3262334"/>
                <a:gd name="connsiteY2" fmla="*/ 1239108 h 3088940"/>
                <a:gd name="connsiteX3" fmla="*/ 0 w 3262334"/>
                <a:gd name="connsiteY3" fmla="*/ 0 h 3088940"/>
                <a:gd name="connsiteX0" fmla="*/ 0 w 3264905"/>
                <a:gd name="connsiteY0" fmla="*/ 0 h 3086363"/>
                <a:gd name="connsiteX1" fmla="*/ 463028 w 3264905"/>
                <a:gd name="connsiteY1" fmla="*/ 3086363 h 3086363"/>
                <a:gd name="connsiteX2" fmla="*/ 3264905 w 3264905"/>
                <a:gd name="connsiteY2" fmla="*/ 1236531 h 3086363"/>
                <a:gd name="connsiteX3" fmla="*/ 0 w 3264905"/>
                <a:gd name="connsiteY3" fmla="*/ 0 h 3086363"/>
              </a:gdLst>
              <a:ahLst/>
              <a:cxnLst>
                <a:cxn ang="0">
                  <a:pos x="connsiteX0" y="connsiteY0"/>
                </a:cxn>
                <a:cxn ang="0">
                  <a:pos x="connsiteX1" y="connsiteY1"/>
                </a:cxn>
                <a:cxn ang="0">
                  <a:pos x="connsiteX2" y="connsiteY2"/>
                </a:cxn>
                <a:cxn ang="0">
                  <a:pos x="connsiteX3" y="connsiteY3"/>
                </a:cxn>
              </a:cxnLst>
              <a:rect l="l" t="t" r="r" b="b"/>
              <a:pathLst>
                <a:path w="3264905" h="3086363">
                  <a:moveTo>
                    <a:pt x="0" y="0"/>
                  </a:moveTo>
                  <a:lnTo>
                    <a:pt x="463028" y="3086363"/>
                  </a:lnTo>
                  <a:lnTo>
                    <a:pt x="3264905" y="1236531"/>
                  </a:lnTo>
                  <a:lnTo>
                    <a:pt x="0" y="0"/>
                  </a:lnTo>
                  <a:close/>
                </a:path>
              </a:pathLst>
            </a:custGeom>
            <a:gradFill>
              <a:gsLst>
                <a:gs pos="100000">
                  <a:schemeClr val="accent3"/>
                </a:gs>
                <a:gs pos="44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2" name="Freeform 11"/>
            <p:cNvSpPr/>
            <p:nvPr/>
          </p:nvSpPr>
          <p:spPr>
            <a:xfrm>
              <a:off x="7713406" y="2411362"/>
              <a:ext cx="1983659" cy="4457360"/>
            </a:xfrm>
            <a:custGeom>
              <a:avLst/>
              <a:gdLst>
                <a:gd name="connsiteX0" fmla="*/ 1983659 w 1983659"/>
                <a:gd name="connsiteY0" fmla="*/ 0 h 4431891"/>
                <a:gd name="connsiteX1" fmla="*/ 1032388 w 1983659"/>
                <a:gd name="connsiteY1" fmla="*/ 4431891 h 4431891"/>
                <a:gd name="connsiteX2" fmla="*/ 0 w 1983659"/>
                <a:gd name="connsiteY2" fmla="*/ 2286000 h 4431891"/>
                <a:gd name="connsiteX3" fmla="*/ 1983659 w 1983659"/>
                <a:gd name="connsiteY3" fmla="*/ 0 h 4431891"/>
                <a:gd name="connsiteX0" fmla="*/ 1983659 w 1983659"/>
                <a:gd name="connsiteY0" fmla="*/ 0 h 4439842"/>
                <a:gd name="connsiteX1" fmla="*/ 1000583 w 1983659"/>
                <a:gd name="connsiteY1" fmla="*/ 4439842 h 4439842"/>
                <a:gd name="connsiteX2" fmla="*/ 0 w 1983659"/>
                <a:gd name="connsiteY2" fmla="*/ 2286000 h 4439842"/>
                <a:gd name="connsiteX3" fmla="*/ 1983659 w 1983659"/>
                <a:gd name="connsiteY3" fmla="*/ 0 h 4439842"/>
                <a:gd name="connsiteX0" fmla="*/ 1983659 w 1983659"/>
                <a:gd name="connsiteY0" fmla="*/ 0 h 4447794"/>
                <a:gd name="connsiteX1" fmla="*/ 1000583 w 1983659"/>
                <a:gd name="connsiteY1" fmla="*/ 4447794 h 4447794"/>
                <a:gd name="connsiteX2" fmla="*/ 0 w 1983659"/>
                <a:gd name="connsiteY2" fmla="*/ 2286000 h 4447794"/>
                <a:gd name="connsiteX3" fmla="*/ 1983659 w 1983659"/>
                <a:gd name="connsiteY3" fmla="*/ 0 h 4447794"/>
                <a:gd name="connsiteX0" fmla="*/ 1983659 w 1983659"/>
                <a:gd name="connsiteY0" fmla="*/ 0 h 4471648"/>
                <a:gd name="connsiteX1" fmla="*/ 1000583 w 1983659"/>
                <a:gd name="connsiteY1" fmla="*/ 4471648 h 4471648"/>
                <a:gd name="connsiteX2" fmla="*/ 0 w 1983659"/>
                <a:gd name="connsiteY2" fmla="*/ 2286000 h 4471648"/>
                <a:gd name="connsiteX3" fmla="*/ 1983659 w 1983659"/>
                <a:gd name="connsiteY3" fmla="*/ 0 h 4471648"/>
                <a:gd name="connsiteX0" fmla="*/ 1983659 w 1983659"/>
                <a:gd name="connsiteY0" fmla="*/ 0 h 4457360"/>
                <a:gd name="connsiteX1" fmla="*/ 995820 w 1983659"/>
                <a:gd name="connsiteY1" fmla="*/ 4457360 h 4457360"/>
                <a:gd name="connsiteX2" fmla="*/ 0 w 1983659"/>
                <a:gd name="connsiteY2" fmla="*/ 2286000 h 4457360"/>
                <a:gd name="connsiteX3" fmla="*/ 1983659 w 1983659"/>
                <a:gd name="connsiteY3" fmla="*/ 0 h 4457360"/>
                <a:gd name="connsiteX0" fmla="*/ 1983659 w 1983659"/>
                <a:gd name="connsiteY0" fmla="*/ 0 h 4457360"/>
                <a:gd name="connsiteX1" fmla="*/ 991058 w 1983659"/>
                <a:gd name="connsiteY1" fmla="*/ 4457360 h 4457360"/>
                <a:gd name="connsiteX2" fmla="*/ 0 w 1983659"/>
                <a:gd name="connsiteY2" fmla="*/ 2286000 h 4457360"/>
                <a:gd name="connsiteX3" fmla="*/ 1983659 w 1983659"/>
                <a:gd name="connsiteY3" fmla="*/ 0 h 4457360"/>
              </a:gdLst>
              <a:ahLst/>
              <a:cxnLst>
                <a:cxn ang="0">
                  <a:pos x="connsiteX0" y="connsiteY0"/>
                </a:cxn>
                <a:cxn ang="0">
                  <a:pos x="connsiteX1" y="connsiteY1"/>
                </a:cxn>
                <a:cxn ang="0">
                  <a:pos x="connsiteX2" y="connsiteY2"/>
                </a:cxn>
                <a:cxn ang="0">
                  <a:pos x="connsiteX3" y="connsiteY3"/>
                </a:cxn>
              </a:cxnLst>
              <a:rect l="l" t="t" r="r" b="b"/>
              <a:pathLst>
                <a:path w="1983659" h="4457360">
                  <a:moveTo>
                    <a:pt x="1983659" y="0"/>
                  </a:moveTo>
                  <a:lnTo>
                    <a:pt x="991058" y="4457360"/>
                  </a:lnTo>
                  <a:lnTo>
                    <a:pt x="0" y="2286000"/>
                  </a:lnTo>
                  <a:lnTo>
                    <a:pt x="1983659" y="0"/>
                  </a:lnTo>
                  <a:close/>
                </a:path>
              </a:pathLst>
            </a:custGeom>
            <a:gradFill>
              <a:gsLst>
                <a:gs pos="100000">
                  <a:schemeClr val="accent3"/>
                </a:gs>
                <a:gs pos="3600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3" name="Freeform 12"/>
            <p:cNvSpPr/>
            <p:nvPr/>
          </p:nvSpPr>
          <p:spPr>
            <a:xfrm>
              <a:off x="6341757" y="1209676"/>
              <a:ext cx="3359456" cy="1822946"/>
            </a:xfrm>
            <a:custGeom>
              <a:avLst/>
              <a:gdLst>
                <a:gd name="connsiteX0" fmla="*/ 1271587 w 3305175"/>
                <a:gd name="connsiteY0" fmla="*/ 0 h 1809750"/>
                <a:gd name="connsiteX1" fmla="*/ 3305175 w 3305175"/>
                <a:gd name="connsiteY1" fmla="*/ 1233487 h 1809750"/>
                <a:gd name="connsiteX2" fmla="*/ 0 w 3305175"/>
                <a:gd name="connsiteY2" fmla="*/ 1809750 h 1809750"/>
                <a:gd name="connsiteX3" fmla="*/ 1271587 w 3305175"/>
                <a:gd name="connsiteY3" fmla="*/ 0 h 1809750"/>
                <a:gd name="connsiteX0" fmla="*/ 1281112 w 3314700"/>
                <a:gd name="connsiteY0" fmla="*/ 0 h 1828800"/>
                <a:gd name="connsiteX1" fmla="*/ 3314700 w 3314700"/>
                <a:gd name="connsiteY1" fmla="*/ 1233487 h 1828800"/>
                <a:gd name="connsiteX2" fmla="*/ 0 w 3314700"/>
                <a:gd name="connsiteY2" fmla="*/ 1828800 h 1828800"/>
                <a:gd name="connsiteX3" fmla="*/ 1281112 w 3314700"/>
                <a:gd name="connsiteY3" fmla="*/ 0 h 1828800"/>
                <a:gd name="connsiteX0" fmla="*/ 1300162 w 3333750"/>
                <a:gd name="connsiteY0" fmla="*/ 0 h 1824037"/>
                <a:gd name="connsiteX1" fmla="*/ 3333750 w 3333750"/>
                <a:gd name="connsiteY1" fmla="*/ 1233487 h 1824037"/>
                <a:gd name="connsiteX2" fmla="*/ 0 w 3333750"/>
                <a:gd name="connsiteY2" fmla="*/ 1824037 h 1824037"/>
                <a:gd name="connsiteX3" fmla="*/ 1300162 w 3333750"/>
                <a:gd name="connsiteY3" fmla="*/ 0 h 1824037"/>
                <a:gd name="connsiteX0" fmla="*/ 1314449 w 3333750"/>
                <a:gd name="connsiteY0" fmla="*/ 0 h 1381124"/>
                <a:gd name="connsiteX1" fmla="*/ 3333750 w 3333750"/>
                <a:gd name="connsiteY1" fmla="*/ 790574 h 1381124"/>
                <a:gd name="connsiteX2" fmla="*/ 0 w 3333750"/>
                <a:gd name="connsiteY2" fmla="*/ 1381124 h 1381124"/>
                <a:gd name="connsiteX3" fmla="*/ 1314449 w 3333750"/>
                <a:gd name="connsiteY3" fmla="*/ 0 h 1381124"/>
                <a:gd name="connsiteX0" fmla="*/ 1300162 w 3333750"/>
                <a:gd name="connsiteY0" fmla="*/ 0 h 1819274"/>
                <a:gd name="connsiteX1" fmla="*/ 3333750 w 3333750"/>
                <a:gd name="connsiteY1" fmla="*/ 1228724 h 1819274"/>
                <a:gd name="connsiteX2" fmla="*/ 0 w 3333750"/>
                <a:gd name="connsiteY2" fmla="*/ 1819274 h 1819274"/>
                <a:gd name="connsiteX3" fmla="*/ 1300162 w 3333750"/>
                <a:gd name="connsiteY3" fmla="*/ 0 h 1819274"/>
                <a:gd name="connsiteX0" fmla="*/ 1300162 w 3333750"/>
                <a:gd name="connsiteY0" fmla="*/ 0 h 1819274"/>
                <a:gd name="connsiteX1" fmla="*/ 3333750 w 3333750"/>
                <a:gd name="connsiteY1" fmla="*/ 1228724 h 1819274"/>
                <a:gd name="connsiteX2" fmla="*/ 0 w 3333750"/>
                <a:gd name="connsiteY2" fmla="*/ 1819274 h 1819274"/>
                <a:gd name="connsiteX3" fmla="*/ 1300162 w 3333750"/>
                <a:gd name="connsiteY3" fmla="*/ 0 h 1819274"/>
                <a:gd name="connsiteX0" fmla="*/ 1325868 w 3359456"/>
                <a:gd name="connsiteY0" fmla="*/ 0 h 1822946"/>
                <a:gd name="connsiteX1" fmla="*/ 3359456 w 3359456"/>
                <a:gd name="connsiteY1" fmla="*/ 1228724 h 1822946"/>
                <a:gd name="connsiteX2" fmla="*/ 0 w 3359456"/>
                <a:gd name="connsiteY2" fmla="*/ 1822946 h 1822946"/>
                <a:gd name="connsiteX3" fmla="*/ 1325868 w 3359456"/>
                <a:gd name="connsiteY3" fmla="*/ 0 h 1822946"/>
                <a:gd name="connsiteX0" fmla="*/ 1325868 w 3359456"/>
                <a:gd name="connsiteY0" fmla="*/ 0 h 1822946"/>
                <a:gd name="connsiteX1" fmla="*/ 3359456 w 3359456"/>
                <a:gd name="connsiteY1" fmla="*/ 1228724 h 1822946"/>
                <a:gd name="connsiteX2" fmla="*/ 0 w 3359456"/>
                <a:gd name="connsiteY2" fmla="*/ 1822946 h 1822946"/>
                <a:gd name="connsiteX3" fmla="*/ 1325868 w 3359456"/>
                <a:gd name="connsiteY3" fmla="*/ 0 h 1822946"/>
              </a:gdLst>
              <a:ahLst/>
              <a:cxnLst>
                <a:cxn ang="0">
                  <a:pos x="connsiteX0" y="connsiteY0"/>
                </a:cxn>
                <a:cxn ang="0">
                  <a:pos x="connsiteX1" y="connsiteY1"/>
                </a:cxn>
                <a:cxn ang="0">
                  <a:pos x="connsiteX2" y="connsiteY2"/>
                </a:cxn>
                <a:cxn ang="0">
                  <a:pos x="connsiteX3" y="connsiteY3"/>
                </a:cxn>
              </a:cxnLst>
              <a:rect l="l" t="t" r="r" b="b"/>
              <a:pathLst>
                <a:path w="3359456" h="1822946">
                  <a:moveTo>
                    <a:pt x="1325868" y="0"/>
                  </a:moveTo>
                  <a:lnTo>
                    <a:pt x="3359456" y="1228724"/>
                  </a:lnTo>
                  <a:lnTo>
                    <a:pt x="0" y="1822946"/>
                  </a:lnTo>
                  <a:lnTo>
                    <a:pt x="1325868" y="0"/>
                  </a:lnTo>
                  <a:close/>
                </a:path>
              </a:pathLst>
            </a:custGeom>
            <a:gradFill>
              <a:gsLst>
                <a:gs pos="100000">
                  <a:schemeClr val="accent3"/>
                </a:gs>
                <a:gs pos="44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4" name="Freeform 13"/>
            <p:cNvSpPr/>
            <p:nvPr/>
          </p:nvSpPr>
          <p:spPr>
            <a:xfrm>
              <a:off x="-227" y="-2"/>
              <a:ext cx="1040749" cy="6875699"/>
            </a:xfrm>
            <a:custGeom>
              <a:avLst/>
              <a:gdLst>
                <a:gd name="connsiteX0" fmla="*/ 0 w 1076445"/>
                <a:gd name="connsiteY0" fmla="*/ 0 h 6817489"/>
                <a:gd name="connsiteX1" fmla="*/ 1076445 w 1076445"/>
                <a:gd name="connsiteY1" fmla="*/ 1805651 h 6817489"/>
                <a:gd name="connsiteX2" fmla="*/ 11574 w 1076445"/>
                <a:gd name="connsiteY2" fmla="*/ 6817489 h 6817489"/>
                <a:gd name="connsiteX3" fmla="*/ 0 w 1076445"/>
                <a:gd name="connsiteY3" fmla="*/ 0 h 6817489"/>
                <a:gd name="connsiteX0" fmla="*/ 0 w 873245"/>
                <a:gd name="connsiteY0" fmla="*/ 0 h 6817489"/>
                <a:gd name="connsiteX1" fmla="*/ 873245 w 873245"/>
                <a:gd name="connsiteY1" fmla="*/ 1764376 h 6817489"/>
                <a:gd name="connsiteX2" fmla="*/ 11574 w 873245"/>
                <a:gd name="connsiteY2" fmla="*/ 6817489 h 6817489"/>
                <a:gd name="connsiteX3" fmla="*/ 0 w 873245"/>
                <a:gd name="connsiteY3" fmla="*/ 0 h 6817489"/>
                <a:gd name="connsiteX0" fmla="*/ 0 w 1047870"/>
                <a:gd name="connsiteY0" fmla="*/ 0 h 6817489"/>
                <a:gd name="connsiteX1" fmla="*/ 1047870 w 1047870"/>
                <a:gd name="connsiteY1" fmla="*/ 1770726 h 6817489"/>
                <a:gd name="connsiteX2" fmla="*/ 11574 w 1047870"/>
                <a:gd name="connsiteY2" fmla="*/ 6817489 h 6817489"/>
                <a:gd name="connsiteX3" fmla="*/ 0 w 1047870"/>
                <a:gd name="connsiteY3" fmla="*/ 0 h 6817489"/>
                <a:gd name="connsiteX0" fmla="*/ 0 w 698013"/>
                <a:gd name="connsiteY0" fmla="*/ 0 h 6817489"/>
                <a:gd name="connsiteX1" fmla="*/ 698013 w 698013"/>
                <a:gd name="connsiteY1" fmla="*/ 2181752 h 6817489"/>
                <a:gd name="connsiteX2" fmla="*/ 11574 w 698013"/>
                <a:gd name="connsiteY2" fmla="*/ 6817489 h 6817489"/>
                <a:gd name="connsiteX3" fmla="*/ 0 w 698013"/>
                <a:gd name="connsiteY3" fmla="*/ 0 h 6817489"/>
                <a:gd name="connsiteX0" fmla="*/ 0 w 1039919"/>
                <a:gd name="connsiteY0" fmla="*/ 0 h 6817489"/>
                <a:gd name="connsiteX1" fmla="*/ 1039919 w 1039919"/>
                <a:gd name="connsiteY1" fmla="*/ 1762823 h 6817489"/>
                <a:gd name="connsiteX2" fmla="*/ 11574 w 1039919"/>
                <a:gd name="connsiteY2" fmla="*/ 6817489 h 6817489"/>
                <a:gd name="connsiteX3" fmla="*/ 0 w 1039919"/>
                <a:gd name="connsiteY3" fmla="*/ 0 h 6817489"/>
                <a:gd name="connsiteX0" fmla="*/ 0 w 823788"/>
                <a:gd name="connsiteY0" fmla="*/ 0 h 6817489"/>
                <a:gd name="connsiteX1" fmla="*/ 823788 w 823788"/>
                <a:gd name="connsiteY1" fmla="*/ 1820668 h 6817489"/>
                <a:gd name="connsiteX2" fmla="*/ 11574 w 823788"/>
                <a:gd name="connsiteY2" fmla="*/ 6817489 h 6817489"/>
                <a:gd name="connsiteX3" fmla="*/ 0 w 823788"/>
                <a:gd name="connsiteY3" fmla="*/ 0 h 6817489"/>
                <a:gd name="connsiteX0" fmla="*/ 0 w 1035762"/>
                <a:gd name="connsiteY0" fmla="*/ 0 h 6817489"/>
                <a:gd name="connsiteX1" fmla="*/ 1035762 w 1035762"/>
                <a:gd name="connsiteY1" fmla="*/ 1766955 h 6817489"/>
                <a:gd name="connsiteX2" fmla="*/ 11574 w 1035762"/>
                <a:gd name="connsiteY2" fmla="*/ 6817489 h 6817489"/>
                <a:gd name="connsiteX3" fmla="*/ 0 w 1035762"/>
                <a:gd name="connsiteY3" fmla="*/ 0 h 6817489"/>
                <a:gd name="connsiteX0" fmla="*/ 0 w 1040524"/>
                <a:gd name="connsiteY0" fmla="*/ 0 h 6817489"/>
                <a:gd name="connsiteX1" fmla="*/ 1040524 w 1040524"/>
                <a:gd name="connsiteY1" fmla="*/ 1762221 h 6817489"/>
                <a:gd name="connsiteX2" fmla="*/ 11574 w 1040524"/>
                <a:gd name="connsiteY2" fmla="*/ 6817489 h 6817489"/>
                <a:gd name="connsiteX3" fmla="*/ 0 w 1040524"/>
                <a:gd name="connsiteY3" fmla="*/ 0 h 6817489"/>
                <a:gd name="connsiteX0" fmla="*/ 225 w 1040749"/>
                <a:gd name="connsiteY0" fmla="*/ 0 h 6858541"/>
                <a:gd name="connsiteX1" fmla="*/ 1040749 w 1040749"/>
                <a:gd name="connsiteY1" fmla="*/ 1762221 h 6858541"/>
                <a:gd name="connsiteX2" fmla="*/ 0 w 1040749"/>
                <a:gd name="connsiteY2" fmla="*/ 6858541 h 6858541"/>
                <a:gd name="connsiteX3" fmla="*/ 225 w 1040749"/>
                <a:gd name="connsiteY3" fmla="*/ 0 h 6858541"/>
                <a:gd name="connsiteX0" fmla="*/ 225 w 1040749"/>
                <a:gd name="connsiteY0" fmla="*/ 0 h 6835083"/>
                <a:gd name="connsiteX1" fmla="*/ 1040749 w 1040749"/>
                <a:gd name="connsiteY1" fmla="*/ 1762221 h 6835083"/>
                <a:gd name="connsiteX2" fmla="*/ 0 w 1040749"/>
                <a:gd name="connsiteY2" fmla="*/ 6835083 h 6835083"/>
                <a:gd name="connsiteX3" fmla="*/ 225 w 1040749"/>
                <a:gd name="connsiteY3" fmla="*/ 0 h 6835083"/>
              </a:gdLst>
              <a:ahLst/>
              <a:cxnLst>
                <a:cxn ang="0">
                  <a:pos x="connsiteX0" y="connsiteY0"/>
                </a:cxn>
                <a:cxn ang="0">
                  <a:pos x="connsiteX1" y="connsiteY1"/>
                </a:cxn>
                <a:cxn ang="0">
                  <a:pos x="connsiteX2" y="connsiteY2"/>
                </a:cxn>
                <a:cxn ang="0">
                  <a:pos x="connsiteX3" y="connsiteY3"/>
                </a:cxn>
              </a:cxnLst>
              <a:rect l="l" t="t" r="r" b="b"/>
              <a:pathLst>
                <a:path w="1040749" h="6835083">
                  <a:moveTo>
                    <a:pt x="225" y="0"/>
                  </a:moveTo>
                  <a:lnTo>
                    <a:pt x="1040749" y="1762221"/>
                  </a:lnTo>
                  <a:lnTo>
                    <a:pt x="0" y="6835083"/>
                  </a:lnTo>
                  <a:lnTo>
                    <a:pt x="225" y="0"/>
                  </a:lnTo>
                  <a:close/>
                </a:path>
              </a:pathLst>
            </a:custGeom>
            <a:gradFill>
              <a:gsLst>
                <a:gs pos="96000">
                  <a:schemeClr val="accent3"/>
                </a:gs>
                <a:gs pos="18000">
                  <a:schemeClr val="accent2"/>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5" name="Freeform 14"/>
            <p:cNvSpPr/>
            <p:nvPr/>
          </p:nvSpPr>
          <p:spPr>
            <a:xfrm>
              <a:off x="3119436" y="-1"/>
              <a:ext cx="3260163" cy="3022037"/>
            </a:xfrm>
            <a:custGeom>
              <a:avLst/>
              <a:gdLst>
                <a:gd name="connsiteX0" fmla="*/ 185737 w 3228975"/>
                <a:gd name="connsiteY0" fmla="*/ 0 h 3024188"/>
                <a:gd name="connsiteX1" fmla="*/ 0 w 3228975"/>
                <a:gd name="connsiteY1" fmla="*/ 1771650 h 3024188"/>
                <a:gd name="connsiteX2" fmla="*/ 3228975 w 3228975"/>
                <a:gd name="connsiteY2" fmla="*/ 3024188 h 3024188"/>
                <a:gd name="connsiteX3" fmla="*/ 185737 w 3228975"/>
                <a:gd name="connsiteY3" fmla="*/ 0 h 3024188"/>
                <a:gd name="connsiteX0" fmla="*/ 185737 w 3228975"/>
                <a:gd name="connsiteY0" fmla="*/ 0 h 3024188"/>
                <a:gd name="connsiteX1" fmla="*/ 0 w 3228975"/>
                <a:gd name="connsiteY1" fmla="*/ 1771650 h 3024188"/>
                <a:gd name="connsiteX2" fmla="*/ 3228975 w 3228975"/>
                <a:gd name="connsiteY2" fmla="*/ 3024188 h 3024188"/>
                <a:gd name="connsiteX3" fmla="*/ 1976437 w 3228975"/>
                <a:gd name="connsiteY3" fmla="*/ 1776413 h 3024188"/>
                <a:gd name="connsiteX4" fmla="*/ 185737 w 3228975"/>
                <a:gd name="connsiteY4" fmla="*/ 0 h 3024188"/>
                <a:gd name="connsiteX0" fmla="*/ 185737 w 3228975"/>
                <a:gd name="connsiteY0" fmla="*/ 0 h 3024188"/>
                <a:gd name="connsiteX1" fmla="*/ 0 w 3228975"/>
                <a:gd name="connsiteY1" fmla="*/ 1771650 h 3024188"/>
                <a:gd name="connsiteX2" fmla="*/ 3228975 w 3228975"/>
                <a:gd name="connsiteY2" fmla="*/ 3024188 h 3024188"/>
                <a:gd name="connsiteX3" fmla="*/ 2733674 w 3228975"/>
                <a:gd name="connsiteY3" fmla="*/ 1281113 h 3024188"/>
                <a:gd name="connsiteX4" fmla="*/ 185737 w 3228975"/>
                <a:gd name="connsiteY4" fmla="*/ 0 h 3024188"/>
                <a:gd name="connsiteX0" fmla="*/ 185737 w 3181350"/>
                <a:gd name="connsiteY0" fmla="*/ 0 h 2481263"/>
                <a:gd name="connsiteX1" fmla="*/ 0 w 3181350"/>
                <a:gd name="connsiteY1" fmla="*/ 1771650 h 2481263"/>
                <a:gd name="connsiteX2" fmla="*/ 3181350 w 3181350"/>
                <a:gd name="connsiteY2" fmla="*/ 2481263 h 2481263"/>
                <a:gd name="connsiteX3" fmla="*/ 2733674 w 3181350"/>
                <a:gd name="connsiteY3" fmla="*/ 1281113 h 2481263"/>
                <a:gd name="connsiteX4" fmla="*/ 185737 w 3181350"/>
                <a:gd name="connsiteY4" fmla="*/ 0 h 2481263"/>
                <a:gd name="connsiteX0" fmla="*/ 185737 w 3214688"/>
                <a:gd name="connsiteY0" fmla="*/ 0 h 3014663"/>
                <a:gd name="connsiteX1" fmla="*/ 0 w 3214688"/>
                <a:gd name="connsiteY1" fmla="*/ 1771650 h 3014663"/>
                <a:gd name="connsiteX2" fmla="*/ 3214688 w 3214688"/>
                <a:gd name="connsiteY2" fmla="*/ 3014663 h 3014663"/>
                <a:gd name="connsiteX3" fmla="*/ 2733674 w 3214688"/>
                <a:gd name="connsiteY3" fmla="*/ 1281113 h 3014663"/>
                <a:gd name="connsiteX4" fmla="*/ 185737 w 3214688"/>
                <a:gd name="connsiteY4" fmla="*/ 0 h 3014663"/>
                <a:gd name="connsiteX0" fmla="*/ 185737 w 3214688"/>
                <a:gd name="connsiteY0" fmla="*/ 0 h 3014663"/>
                <a:gd name="connsiteX1" fmla="*/ 0 w 3214688"/>
                <a:gd name="connsiteY1" fmla="*/ 1771650 h 3014663"/>
                <a:gd name="connsiteX2" fmla="*/ 3214688 w 3214688"/>
                <a:gd name="connsiteY2" fmla="*/ 3014663 h 3014663"/>
                <a:gd name="connsiteX3" fmla="*/ 2733674 w 3214688"/>
                <a:gd name="connsiteY3" fmla="*/ 1285876 h 3014663"/>
                <a:gd name="connsiteX4" fmla="*/ 185737 w 3214688"/>
                <a:gd name="connsiteY4" fmla="*/ 0 h 3014663"/>
                <a:gd name="connsiteX0" fmla="*/ 185737 w 3214688"/>
                <a:gd name="connsiteY0" fmla="*/ 0 h 3014663"/>
                <a:gd name="connsiteX1" fmla="*/ 0 w 3214688"/>
                <a:gd name="connsiteY1" fmla="*/ 1771650 h 3014663"/>
                <a:gd name="connsiteX2" fmla="*/ 3214688 w 3214688"/>
                <a:gd name="connsiteY2" fmla="*/ 3014663 h 3014663"/>
                <a:gd name="connsiteX3" fmla="*/ 185737 w 3214688"/>
                <a:gd name="connsiteY3" fmla="*/ 0 h 3014663"/>
                <a:gd name="connsiteX0" fmla="*/ 190500 w 3219451"/>
                <a:gd name="connsiteY0" fmla="*/ 0 h 3014663"/>
                <a:gd name="connsiteX1" fmla="*/ 0 w 3219451"/>
                <a:gd name="connsiteY1" fmla="*/ 1781175 h 3014663"/>
                <a:gd name="connsiteX2" fmla="*/ 3219451 w 3219451"/>
                <a:gd name="connsiteY2" fmla="*/ 3014663 h 3014663"/>
                <a:gd name="connsiteX3" fmla="*/ 190500 w 3219451"/>
                <a:gd name="connsiteY3" fmla="*/ 0 h 3014663"/>
                <a:gd name="connsiteX0" fmla="*/ 190500 w 3219451"/>
                <a:gd name="connsiteY0" fmla="*/ 0 h 3014663"/>
                <a:gd name="connsiteX1" fmla="*/ 0 w 3219451"/>
                <a:gd name="connsiteY1" fmla="*/ 1766887 h 3014663"/>
                <a:gd name="connsiteX2" fmla="*/ 3219451 w 3219451"/>
                <a:gd name="connsiteY2" fmla="*/ 3014663 h 3014663"/>
                <a:gd name="connsiteX3" fmla="*/ 190500 w 3219451"/>
                <a:gd name="connsiteY3" fmla="*/ 0 h 3014663"/>
                <a:gd name="connsiteX0" fmla="*/ 223838 w 3252789"/>
                <a:gd name="connsiteY0" fmla="*/ 0 h 3014663"/>
                <a:gd name="connsiteX1" fmla="*/ 0 w 3252789"/>
                <a:gd name="connsiteY1" fmla="*/ 1771650 h 3014663"/>
                <a:gd name="connsiteX2" fmla="*/ 3252789 w 3252789"/>
                <a:gd name="connsiteY2" fmla="*/ 3014663 h 3014663"/>
                <a:gd name="connsiteX3" fmla="*/ 223838 w 3252789"/>
                <a:gd name="connsiteY3" fmla="*/ 0 h 3014663"/>
                <a:gd name="connsiteX0" fmla="*/ 223838 w 3252789"/>
                <a:gd name="connsiteY0" fmla="*/ 0 h 3014663"/>
                <a:gd name="connsiteX1" fmla="*/ 0 w 3252789"/>
                <a:gd name="connsiteY1" fmla="*/ 1790700 h 3014663"/>
                <a:gd name="connsiteX2" fmla="*/ 3252789 w 3252789"/>
                <a:gd name="connsiteY2" fmla="*/ 3014663 h 3014663"/>
                <a:gd name="connsiteX3" fmla="*/ 223838 w 3252789"/>
                <a:gd name="connsiteY3" fmla="*/ 0 h 3014663"/>
                <a:gd name="connsiteX0" fmla="*/ 223838 w 3252789"/>
                <a:gd name="connsiteY0" fmla="*/ 0 h 3022037"/>
                <a:gd name="connsiteX1" fmla="*/ 0 w 3252789"/>
                <a:gd name="connsiteY1" fmla="*/ 1790700 h 3022037"/>
                <a:gd name="connsiteX2" fmla="*/ 3252789 w 3252789"/>
                <a:gd name="connsiteY2" fmla="*/ 3022037 h 3022037"/>
                <a:gd name="connsiteX3" fmla="*/ 223838 w 3252789"/>
                <a:gd name="connsiteY3" fmla="*/ 0 h 3022037"/>
                <a:gd name="connsiteX0" fmla="*/ 223838 w 3260163"/>
                <a:gd name="connsiteY0" fmla="*/ 0 h 3014663"/>
                <a:gd name="connsiteX1" fmla="*/ 0 w 3260163"/>
                <a:gd name="connsiteY1" fmla="*/ 1790700 h 3014663"/>
                <a:gd name="connsiteX2" fmla="*/ 3260163 w 3260163"/>
                <a:gd name="connsiteY2" fmla="*/ 3014663 h 3014663"/>
                <a:gd name="connsiteX3" fmla="*/ 223838 w 3260163"/>
                <a:gd name="connsiteY3" fmla="*/ 0 h 3014663"/>
                <a:gd name="connsiteX0" fmla="*/ 223838 w 3260163"/>
                <a:gd name="connsiteY0" fmla="*/ 0 h 3022037"/>
                <a:gd name="connsiteX1" fmla="*/ 0 w 3260163"/>
                <a:gd name="connsiteY1" fmla="*/ 1790700 h 3022037"/>
                <a:gd name="connsiteX2" fmla="*/ 3260163 w 3260163"/>
                <a:gd name="connsiteY2" fmla="*/ 3022037 h 3022037"/>
                <a:gd name="connsiteX3" fmla="*/ 223838 w 3260163"/>
                <a:gd name="connsiteY3" fmla="*/ 0 h 3022037"/>
              </a:gdLst>
              <a:ahLst/>
              <a:cxnLst>
                <a:cxn ang="0">
                  <a:pos x="connsiteX0" y="connsiteY0"/>
                </a:cxn>
                <a:cxn ang="0">
                  <a:pos x="connsiteX1" y="connsiteY1"/>
                </a:cxn>
                <a:cxn ang="0">
                  <a:pos x="connsiteX2" y="connsiteY2"/>
                </a:cxn>
                <a:cxn ang="0">
                  <a:pos x="connsiteX3" y="connsiteY3"/>
                </a:cxn>
              </a:cxnLst>
              <a:rect l="l" t="t" r="r" b="b"/>
              <a:pathLst>
                <a:path w="3260163" h="3022037">
                  <a:moveTo>
                    <a:pt x="223838" y="0"/>
                  </a:moveTo>
                  <a:lnTo>
                    <a:pt x="0" y="1790700"/>
                  </a:lnTo>
                  <a:lnTo>
                    <a:pt x="3260163" y="3022037"/>
                  </a:lnTo>
                  <a:lnTo>
                    <a:pt x="223838" y="0"/>
                  </a:lnTo>
                  <a:close/>
                </a:path>
              </a:pathLst>
            </a:custGeom>
            <a:gradFill>
              <a:gsLst>
                <a:gs pos="100000">
                  <a:schemeClr val="accent3"/>
                </a:gs>
                <a:gs pos="6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6" name="Freeform 15"/>
            <p:cNvSpPr/>
            <p:nvPr/>
          </p:nvSpPr>
          <p:spPr>
            <a:xfrm>
              <a:off x="3343275" y="0"/>
              <a:ext cx="4337998" cy="3019426"/>
            </a:xfrm>
            <a:custGeom>
              <a:avLst/>
              <a:gdLst>
                <a:gd name="connsiteX0" fmla="*/ 0 w 4324350"/>
                <a:gd name="connsiteY0" fmla="*/ 0 h 3019426"/>
                <a:gd name="connsiteX1" fmla="*/ 4324350 w 4324350"/>
                <a:gd name="connsiteY1" fmla="*/ 1214438 h 3019426"/>
                <a:gd name="connsiteX2" fmla="*/ 3028950 w 4324350"/>
                <a:gd name="connsiteY2" fmla="*/ 3019426 h 3019426"/>
                <a:gd name="connsiteX3" fmla="*/ 0 w 4324350"/>
                <a:gd name="connsiteY3" fmla="*/ 0 h 3019426"/>
                <a:gd name="connsiteX0" fmla="*/ 0 w 4324350"/>
                <a:gd name="connsiteY0" fmla="*/ 0 h 3019426"/>
                <a:gd name="connsiteX1" fmla="*/ 4324350 w 4324350"/>
                <a:gd name="connsiteY1" fmla="*/ 1214438 h 3019426"/>
                <a:gd name="connsiteX2" fmla="*/ 3028950 w 4324350"/>
                <a:gd name="connsiteY2" fmla="*/ 3019426 h 3019426"/>
                <a:gd name="connsiteX3" fmla="*/ 0 w 4324350"/>
                <a:gd name="connsiteY3" fmla="*/ 0 h 3019426"/>
                <a:gd name="connsiteX0" fmla="*/ 0 w 4337998"/>
                <a:gd name="connsiteY0" fmla="*/ 0 h 3019426"/>
                <a:gd name="connsiteX1" fmla="*/ 4337998 w 4337998"/>
                <a:gd name="connsiteY1" fmla="*/ 1214438 h 3019426"/>
                <a:gd name="connsiteX2" fmla="*/ 3028950 w 4337998"/>
                <a:gd name="connsiteY2" fmla="*/ 3019426 h 3019426"/>
                <a:gd name="connsiteX3" fmla="*/ 0 w 4337998"/>
                <a:gd name="connsiteY3" fmla="*/ 0 h 3019426"/>
                <a:gd name="connsiteX0" fmla="*/ 0 w 4337998"/>
                <a:gd name="connsiteY0" fmla="*/ 0 h 3019426"/>
                <a:gd name="connsiteX1" fmla="*/ 4337998 w 4337998"/>
                <a:gd name="connsiteY1" fmla="*/ 1214438 h 3019426"/>
                <a:gd name="connsiteX2" fmla="*/ 3015303 w 4337998"/>
                <a:gd name="connsiteY2" fmla="*/ 3019426 h 3019426"/>
                <a:gd name="connsiteX3" fmla="*/ 0 w 4337998"/>
                <a:gd name="connsiteY3" fmla="*/ 0 h 3019426"/>
              </a:gdLst>
              <a:ahLst/>
              <a:cxnLst>
                <a:cxn ang="0">
                  <a:pos x="connsiteX0" y="connsiteY0"/>
                </a:cxn>
                <a:cxn ang="0">
                  <a:pos x="connsiteX1" y="connsiteY1"/>
                </a:cxn>
                <a:cxn ang="0">
                  <a:pos x="connsiteX2" y="connsiteY2"/>
                </a:cxn>
                <a:cxn ang="0">
                  <a:pos x="connsiteX3" y="connsiteY3"/>
                </a:cxn>
              </a:cxnLst>
              <a:rect l="l" t="t" r="r" b="b"/>
              <a:pathLst>
                <a:path w="4337998" h="3019426">
                  <a:moveTo>
                    <a:pt x="0" y="0"/>
                  </a:moveTo>
                  <a:lnTo>
                    <a:pt x="4337998" y="1214438"/>
                  </a:lnTo>
                  <a:lnTo>
                    <a:pt x="3015303" y="3019426"/>
                  </a:lnTo>
                  <a:lnTo>
                    <a:pt x="0" y="0"/>
                  </a:lnTo>
                  <a:close/>
                </a:path>
              </a:pathLst>
            </a:custGeom>
            <a:gradFill>
              <a:gsLst>
                <a:gs pos="100000">
                  <a:schemeClr val="accent3"/>
                </a:gs>
                <a:gs pos="44000">
                  <a:schemeClr val="accent2"/>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r>
                <a:rPr lang="en-US" sz="2000"/>
                <a:t>s</a:t>
              </a:r>
              <a:endParaRPr lang="en-US" sz="2000" dirty="0"/>
            </a:p>
          </p:txBody>
        </p:sp>
        <p:sp>
          <p:nvSpPr>
            <p:cNvPr id="17" name="Freeform 16"/>
            <p:cNvSpPr/>
            <p:nvPr/>
          </p:nvSpPr>
          <p:spPr>
            <a:xfrm>
              <a:off x="7667625" y="1"/>
              <a:ext cx="4533261" cy="1214438"/>
            </a:xfrm>
            <a:custGeom>
              <a:avLst/>
              <a:gdLst>
                <a:gd name="connsiteX0" fmla="*/ 3367088 w 4524375"/>
                <a:gd name="connsiteY0" fmla="*/ 0 h 1223963"/>
                <a:gd name="connsiteX1" fmla="*/ 0 w 4524375"/>
                <a:gd name="connsiteY1" fmla="*/ 1223963 h 1223963"/>
                <a:gd name="connsiteX2" fmla="*/ 4524375 w 4524375"/>
                <a:gd name="connsiteY2" fmla="*/ 1071563 h 1223963"/>
                <a:gd name="connsiteX3" fmla="*/ 3367088 w 4524375"/>
                <a:gd name="connsiteY3" fmla="*/ 0 h 1223963"/>
                <a:gd name="connsiteX0" fmla="*/ 3352800 w 4524375"/>
                <a:gd name="connsiteY0" fmla="*/ 0 h 1233489"/>
                <a:gd name="connsiteX1" fmla="*/ 0 w 4524375"/>
                <a:gd name="connsiteY1" fmla="*/ 1233489 h 1233489"/>
                <a:gd name="connsiteX2" fmla="*/ 4524375 w 4524375"/>
                <a:gd name="connsiteY2" fmla="*/ 1081089 h 1233489"/>
                <a:gd name="connsiteX3" fmla="*/ 3352800 w 4524375"/>
                <a:gd name="connsiteY3" fmla="*/ 0 h 1233489"/>
                <a:gd name="connsiteX0" fmla="*/ 3352800 w 4524375"/>
                <a:gd name="connsiteY0" fmla="*/ 0 h 1228726"/>
                <a:gd name="connsiteX1" fmla="*/ 0 w 4524375"/>
                <a:gd name="connsiteY1" fmla="*/ 1228726 h 1228726"/>
                <a:gd name="connsiteX2" fmla="*/ 4524375 w 4524375"/>
                <a:gd name="connsiteY2" fmla="*/ 1076326 h 1228726"/>
                <a:gd name="connsiteX3" fmla="*/ 3352800 w 4524375"/>
                <a:gd name="connsiteY3" fmla="*/ 0 h 1228726"/>
                <a:gd name="connsiteX0" fmla="*/ 3357563 w 4524375"/>
                <a:gd name="connsiteY0" fmla="*/ 0 h 1223963"/>
                <a:gd name="connsiteX1" fmla="*/ 0 w 4524375"/>
                <a:gd name="connsiteY1" fmla="*/ 1223963 h 1223963"/>
                <a:gd name="connsiteX2" fmla="*/ 4524375 w 4524375"/>
                <a:gd name="connsiteY2" fmla="*/ 1071563 h 1223963"/>
                <a:gd name="connsiteX3" fmla="*/ 3357563 w 4524375"/>
                <a:gd name="connsiteY3" fmla="*/ 0 h 1223963"/>
                <a:gd name="connsiteX0" fmla="*/ 3371851 w 4538663"/>
                <a:gd name="connsiteY0" fmla="*/ 0 h 1219200"/>
                <a:gd name="connsiteX1" fmla="*/ 0 w 4538663"/>
                <a:gd name="connsiteY1" fmla="*/ 1219200 h 1219200"/>
                <a:gd name="connsiteX2" fmla="*/ 4538663 w 4538663"/>
                <a:gd name="connsiteY2" fmla="*/ 1071563 h 1219200"/>
                <a:gd name="connsiteX3" fmla="*/ 3371851 w 4538663"/>
                <a:gd name="connsiteY3" fmla="*/ 0 h 1219200"/>
                <a:gd name="connsiteX0" fmla="*/ 3243264 w 4410076"/>
                <a:gd name="connsiteY0" fmla="*/ 0 h 1071563"/>
                <a:gd name="connsiteX1" fmla="*/ 0 w 4410076"/>
                <a:gd name="connsiteY1" fmla="*/ 1033463 h 1071563"/>
                <a:gd name="connsiteX2" fmla="*/ 4410076 w 4410076"/>
                <a:gd name="connsiteY2" fmla="*/ 1071563 h 1071563"/>
                <a:gd name="connsiteX3" fmla="*/ 3243264 w 4410076"/>
                <a:gd name="connsiteY3" fmla="*/ 0 h 1071563"/>
                <a:gd name="connsiteX0" fmla="*/ 3352801 w 4519613"/>
                <a:gd name="connsiteY0" fmla="*/ 0 h 1214438"/>
                <a:gd name="connsiteX1" fmla="*/ 0 w 4519613"/>
                <a:gd name="connsiteY1" fmla="*/ 1214438 h 1214438"/>
                <a:gd name="connsiteX2" fmla="*/ 4519613 w 4519613"/>
                <a:gd name="connsiteY2" fmla="*/ 1071563 h 1214438"/>
                <a:gd name="connsiteX3" fmla="*/ 3352801 w 4519613"/>
                <a:gd name="connsiteY3" fmla="*/ 0 h 1214438"/>
                <a:gd name="connsiteX0" fmla="*/ 3352801 w 4533261"/>
                <a:gd name="connsiteY0" fmla="*/ 0 h 1214438"/>
                <a:gd name="connsiteX1" fmla="*/ 0 w 4533261"/>
                <a:gd name="connsiteY1" fmla="*/ 1214438 h 1214438"/>
                <a:gd name="connsiteX2" fmla="*/ 4533261 w 4533261"/>
                <a:gd name="connsiteY2" fmla="*/ 1071563 h 1214438"/>
                <a:gd name="connsiteX3" fmla="*/ 3352801 w 4533261"/>
                <a:gd name="connsiteY3" fmla="*/ 0 h 1214438"/>
                <a:gd name="connsiteX0" fmla="*/ 3352801 w 4533261"/>
                <a:gd name="connsiteY0" fmla="*/ 0 h 1214438"/>
                <a:gd name="connsiteX1" fmla="*/ 0 w 4533261"/>
                <a:gd name="connsiteY1" fmla="*/ 1214438 h 1214438"/>
                <a:gd name="connsiteX2" fmla="*/ 4533261 w 4533261"/>
                <a:gd name="connsiteY2" fmla="*/ 1098859 h 1214438"/>
                <a:gd name="connsiteX3" fmla="*/ 3352801 w 4533261"/>
                <a:gd name="connsiteY3" fmla="*/ 0 h 1214438"/>
              </a:gdLst>
              <a:ahLst/>
              <a:cxnLst>
                <a:cxn ang="0">
                  <a:pos x="connsiteX0" y="connsiteY0"/>
                </a:cxn>
                <a:cxn ang="0">
                  <a:pos x="connsiteX1" y="connsiteY1"/>
                </a:cxn>
                <a:cxn ang="0">
                  <a:pos x="connsiteX2" y="connsiteY2"/>
                </a:cxn>
                <a:cxn ang="0">
                  <a:pos x="connsiteX3" y="connsiteY3"/>
                </a:cxn>
              </a:cxnLst>
              <a:rect l="l" t="t" r="r" b="b"/>
              <a:pathLst>
                <a:path w="4533261" h="1214438">
                  <a:moveTo>
                    <a:pt x="3352801" y="0"/>
                  </a:moveTo>
                  <a:lnTo>
                    <a:pt x="0" y="1214438"/>
                  </a:lnTo>
                  <a:lnTo>
                    <a:pt x="4533261" y="1098859"/>
                  </a:lnTo>
                  <a:lnTo>
                    <a:pt x="3352801" y="0"/>
                  </a:lnTo>
                  <a:close/>
                </a:path>
              </a:pathLst>
            </a:custGeom>
            <a:gradFill>
              <a:gsLst>
                <a:gs pos="100000">
                  <a:schemeClr val="accent3"/>
                </a:gs>
                <a:gs pos="44000">
                  <a:schemeClr val="accent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8" name="Freeform 17"/>
            <p:cNvSpPr/>
            <p:nvPr/>
          </p:nvSpPr>
          <p:spPr>
            <a:xfrm>
              <a:off x="11015664" y="1"/>
              <a:ext cx="1176841" cy="1098080"/>
            </a:xfrm>
            <a:custGeom>
              <a:avLst/>
              <a:gdLst>
                <a:gd name="connsiteX0" fmla="*/ 0 w 1171575"/>
                <a:gd name="connsiteY0" fmla="*/ 0 h 1076325"/>
                <a:gd name="connsiteX1" fmla="*/ 1171575 w 1171575"/>
                <a:gd name="connsiteY1" fmla="*/ 1076325 h 1076325"/>
                <a:gd name="connsiteX2" fmla="*/ 1171575 w 1171575"/>
                <a:gd name="connsiteY2" fmla="*/ 0 h 1076325"/>
                <a:gd name="connsiteX3" fmla="*/ 0 w 1171575"/>
                <a:gd name="connsiteY3" fmla="*/ 0 h 1076325"/>
                <a:gd name="connsiteX0" fmla="*/ 0 w 1171575"/>
                <a:gd name="connsiteY0" fmla="*/ 0 h 1076325"/>
                <a:gd name="connsiteX1" fmla="*/ 1171575 w 1171575"/>
                <a:gd name="connsiteY1" fmla="*/ 1076325 h 1076325"/>
                <a:gd name="connsiteX2" fmla="*/ 1171575 w 1171575"/>
                <a:gd name="connsiteY2" fmla="*/ 0 h 1076325"/>
                <a:gd name="connsiteX3" fmla="*/ 0 w 1171575"/>
                <a:gd name="connsiteY3" fmla="*/ 0 h 1076325"/>
                <a:gd name="connsiteX0" fmla="*/ 0 w 1176299"/>
                <a:gd name="connsiteY0" fmla="*/ 0 h 1085850"/>
                <a:gd name="connsiteX1" fmla="*/ 1176299 w 1176299"/>
                <a:gd name="connsiteY1" fmla="*/ 1085850 h 1085850"/>
                <a:gd name="connsiteX2" fmla="*/ 1171575 w 1176299"/>
                <a:gd name="connsiteY2" fmla="*/ 0 h 1085850"/>
                <a:gd name="connsiteX3" fmla="*/ 0 w 1176299"/>
                <a:gd name="connsiteY3" fmla="*/ 0 h 1085850"/>
                <a:gd name="connsiteX0" fmla="*/ 0 w 1181344"/>
                <a:gd name="connsiteY0" fmla="*/ 0 h 1085850"/>
                <a:gd name="connsiteX1" fmla="*/ 1176299 w 1181344"/>
                <a:gd name="connsiteY1" fmla="*/ 1085850 h 1085850"/>
                <a:gd name="connsiteX2" fmla="*/ 1181138 w 1181344"/>
                <a:gd name="connsiteY2" fmla="*/ 0 h 1085850"/>
                <a:gd name="connsiteX3" fmla="*/ 0 w 1181344"/>
                <a:gd name="connsiteY3" fmla="*/ 0 h 1085850"/>
                <a:gd name="connsiteX0" fmla="*/ 0 w 1181586"/>
                <a:gd name="connsiteY0" fmla="*/ 0 h 1081088"/>
                <a:gd name="connsiteX1" fmla="*/ 1181080 w 1181586"/>
                <a:gd name="connsiteY1" fmla="*/ 1081088 h 1081088"/>
                <a:gd name="connsiteX2" fmla="*/ 1181138 w 1181586"/>
                <a:gd name="connsiteY2" fmla="*/ 0 h 1081088"/>
                <a:gd name="connsiteX3" fmla="*/ 0 w 1181586"/>
                <a:gd name="connsiteY3" fmla="*/ 0 h 1081088"/>
                <a:gd name="connsiteX0" fmla="*/ 0 w 1181586"/>
                <a:gd name="connsiteY0" fmla="*/ 0 h 1070785"/>
                <a:gd name="connsiteX1" fmla="*/ 1181080 w 1181586"/>
                <a:gd name="connsiteY1" fmla="*/ 1070785 h 1070785"/>
                <a:gd name="connsiteX2" fmla="*/ 1181138 w 1181586"/>
                <a:gd name="connsiteY2" fmla="*/ 0 h 1070785"/>
                <a:gd name="connsiteX3" fmla="*/ 0 w 1181586"/>
                <a:gd name="connsiteY3" fmla="*/ 0 h 1070785"/>
                <a:gd name="connsiteX0" fmla="*/ 0 w 1181152"/>
                <a:gd name="connsiteY0" fmla="*/ 0 h 593113"/>
                <a:gd name="connsiteX1" fmla="*/ 1057755 w 1181152"/>
                <a:gd name="connsiteY1" fmla="*/ 593113 h 593113"/>
                <a:gd name="connsiteX2" fmla="*/ 1181138 w 1181152"/>
                <a:gd name="connsiteY2" fmla="*/ 0 h 593113"/>
                <a:gd name="connsiteX3" fmla="*/ 0 w 1181152"/>
                <a:gd name="connsiteY3" fmla="*/ 0 h 593113"/>
                <a:gd name="connsiteX0" fmla="*/ 0 w 1181586"/>
                <a:gd name="connsiteY0" fmla="*/ 0 h 1098080"/>
                <a:gd name="connsiteX1" fmla="*/ 1181081 w 1181586"/>
                <a:gd name="connsiteY1" fmla="*/ 1098080 h 1098080"/>
                <a:gd name="connsiteX2" fmla="*/ 1181138 w 1181586"/>
                <a:gd name="connsiteY2" fmla="*/ 0 h 1098080"/>
                <a:gd name="connsiteX3" fmla="*/ 0 w 1181586"/>
                <a:gd name="connsiteY3" fmla="*/ 0 h 1098080"/>
              </a:gdLst>
              <a:ahLst/>
              <a:cxnLst>
                <a:cxn ang="0">
                  <a:pos x="connsiteX0" y="connsiteY0"/>
                </a:cxn>
                <a:cxn ang="0">
                  <a:pos x="connsiteX1" y="connsiteY1"/>
                </a:cxn>
                <a:cxn ang="0">
                  <a:pos x="connsiteX2" y="connsiteY2"/>
                </a:cxn>
                <a:cxn ang="0">
                  <a:pos x="connsiteX3" y="connsiteY3"/>
                </a:cxn>
              </a:cxnLst>
              <a:rect l="l" t="t" r="r" b="b"/>
              <a:pathLst>
                <a:path w="1181586" h="1098080">
                  <a:moveTo>
                    <a:pt x="0" y="0"/>
                  </a:moveTo>
                  <a:lnTo>
                    <a:pt x="1181081" y="1098080"/>
                  </a:lnTo>
                  <a:cubicBezTo>
                    <a:pt x="1179506" y="736130"/>
                    <a:pt x="1182713" y="361950"/>
                    <a:pt x="1181138" y="0"/>
                  </a:cubicBezTo>
                  <a:lnTo>
                    <a:pt x="0" y="0"/>
                  </a:lnTo>
                  <a:close/>
                </a:path>
              </a:pathLst>
            </a:custGeom>
            <a:gradFill>
              <a:gsLst>
                <a:gs pos="100000">
                  <a:schemeClr val="accent3"/>
                </a:gs>
                <a:gs pos="44000">
                  <a:schemeClr val="accent2"/>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9" name="Freeform 18"/>
            <p:cNvSpPr/>
            <p:nvPr/>
          </p:nvSpPr>
          <p:spPr>
            <a:xfrm>
              <a:off x="10959906" y="1057275"/>
              <a:ext cx="1232552" cy="3276600"/>
            </a:xfrm>
            <a:custGeom>
              <a:avLst/>
              <a:gdLst>
                <a:gd name="connsiteX0" fmla="*/ 1171575 w 1176337"/>
                <a:gd name="connsiteY0" fmla="*/ 0 h 3267075"/>
                <a:gd name="connsiteX1" fmla="*/ 0 w 1176337"/>
                <a:gd name="connsiteY1" fmla="*/ 2762250 h 3267075"/>
                <a:gd name="connsiteX2" fmla="*/ 1176337 w 1176337"/>
                <a:gd name="connsiteY2" fmla="*/ 3267075 h 3267075"/>
                <a:gd name="connsiteX3" fmla="*/ 1171575 w 1176337"/>
                <a:gd name="connsiteY3" fmla="*/ 0 h 3267075"/>
                <a:gd name="connsiteX0" fmla="*/ 1176337 w 1176795"/>
                <a:gd name="connsiteY0" fmla="*/ 0 h 3276600"/>
                <a:gd name="connsiteX1" fmla="*/ 0 w 1176795"/>
                <a:gd name="connsiteY1" fmla="*/ 2771775 h 3276600"/>
                <a:gd name="connsiteX2" fmla="*/ 1176337 w 1176795"/>
                <a:gd name="connsiteY2" fmla="*/ 3276600 h 3276600"/>
                <a:gd name="connsiteX3" fmla="*/ 1176337 w 1176795"/>
                <a:gd name="connsiteY3" fmla="*/ 0 h 3276600"/>
                <a:gd name="connsiteX0" fmla="*/ 1209791 w 1210249"/>
                <a:gd name="connsiteY0" fmla="*/ 0 h 3276600"/>
                <a:gd name="connsiteX1" fmla="*/ 0 w 1210249"/>
                <a:gd name="connsiteY1" fmla="*/ 2771775 h 3276600"/>
                <a:gd name="connsiteX2" fmla="*/ 1209791 w 1210249"/>
                <a:gd name="connsiteY2" fmla="*/ 3276600 h 3276600"/>
                <a:gd name="connsiteX3" fmla="*/ 1209791 w 1210249"/>
                <a:gd name="connsiteY3" fmla="*/ 0 h 3276600"/>
                <a:gd name="connsiteX0" fmla="*/ 1232094 w 1232552"/>
                <a:gd name="connsiteY0" fmla="*/ 0 h 3276600"/>
                <a:gd name="connsiteX1" fmla="*/ 0 w 1232552"/>
                <a:gd name="connsiteY1" fmla="*/ 2749472 h 3276600"/>
                <a:gd name="connsiteX2" fmla="*/ 1232094 w 1232552"/>
                <a:gd name="connsiteY2" fmla="*/ 3276600 h 3276600"/>
                <a:gd name="connsiteX3" fmla="*/ 1232094 w 1232552"/>
                <a:gd name="connsiteY3" fmla="*/ 0 h 3276600"/>
              </a:gdLst>
              <a:ahLst/>
              <a:cxnLst>
                <a:cxn ang="0">
                  <a:pos x="connsiteX0" y="connsiteY0"/>
                </a:cxn>
                <a:cxn ang="0">
                  <a:pos x="connsiteX1" y="connsiteY1"/>
                </a:cxn>
                <a:cxn ang="0">
                  <a:pos x="connsiteX2" y="connsiteY2"/>
                </a:cxn>
                <a:cxn ang="0">
                  <a:pos x="connsiteX3" y="connsiteY3"/>
                </a:cxn>
              </a:cxnLst>
              <a:rect l="l" t="t" r="r" b="b"/>
              <a:pathLst>
                <a:path w="1232552" h="3276600">
                  <a:moveTo>
                    <a:pt x="1232094" y="0"/>
                  </a:moveTo>
                  <a:lnTo>
                    <a:pt x="0" y="2749472"/>
                  </a:lnTo>
                  <a:lnTo>
                    <a:pt x="1232094" y="3276600"/>
                  </a:lnTo>
                  <a:cubicBezTo>
                    <a:pt x="1230507" y="2187575"/>
                    <a:pt x="1233681" y="1089025"/>
                    <a:pt x="1232094" y="0"/>
                  </a:cubicBezTo>
                  <a:close/>
                </a:path>
              </a:pathLst>
            </a:custGeom>
            <a:gradFill>
              <a:gsLst>
                <a:gs pos="100000">
                  <a:schemeClr val="accent3"/>
                </a:gs>
                <a:gs pos="4400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0" name="Freeform 19"/>
            <p:cNvSpPr/>
            <p:nvPr/>
          </p:nvSpPr>
          <p:spPr>
            <a:xfrm>
              <a:off x="6366969" y="2428875"/>
              <a:ext cx="3339005" cy="2271713"/>
            </a:xfrm>
            <a:custGeom>
              <a:avLst/>
              <a:gdLst>
                <a:gd name="connsiteX0" fmla="*/ 0 w 3324225"/>
                <a:gd name="connsiteY0" fmla="*/ 590550 h 2271713"/>
                <a:gd name="connsiteX1" fmla="*/ 1343025 w 3324225"/>
                <a:gd name="connsiteY1" fmla="*/ 2271713 h 2271713"/>
                <a:gd name="connsiteX2" fmla="*/ 3324225 w 3324225"/>
                <a:gd name="connsiteY2" fmla="*/ 0 h 2271713"/>
                <a:gd name="connsiteX3" fmla="*/ 0 w 3324225"/>
                <a:gd name="connsiteY3" fmla="*/ 590550 h 2271713"/>
                <a:gd name="connsiteX0" fmla="*/ 0 w 3333750"/>
                <a:gd name="connsiteY0" fmla="*/ 585787 h 2271713"/>
                <a:gd name="connsiteX1" fmla="*/ 1352550 w 3333750"/>
                <a:gd name="connsiteY1" fmla="*/ 2271713 h 2271713"/>
                <a:gd name="connsiteX2" fmla="*/ 3333750 w 3333750"/>
                <a:gd name="connsiteY2" fmla="*/ 0 h 2271713"/>
                <a:gd name="connsiteX3" fmla="*/ 0 w 3333750"/>
                <a:gd name="connsiteY3" fmla="*/ 585787 h 2271713"/>
                <a:gd name="connsiteX0" fmla="*/ 0 w 3333750"/>
                <a:gd name="connsiteY0" fmla="*/ 591043 h 2271713"/>
                <a:gd name="connsiteX1" fmla="*/ 1352550 w 3333750"/>
                <a:gd name="connsiteY1" fmla="*/ 2271713 h 2271713"/>
                <a:gd name="connsiteX2" fmla="*/ 3333750 w 3333750"/>
                <a:gd name="connsiteY2" fmla="*/ 0 h 2271713"/>
                <a:gd name="connsiteX3" fmla="*/ 0 w 3333750"/>
                <a:gd name="connsiteY3" fmla="*/ 591043 h 2271713"/>
                <a:gd name="connsiteX0" fmla="*/ 0 w 3339005"/>
                <a:gd name="connsiteY0" fmla="*/ 591043 h 2271713"/>
                <a:gd name="connsiteX1" fmla="*/ 1357805 w 3339005"/>
                <a:gd name="connsiteY1" fmla="*/ 2271713 h 2271713"/>
                <a:gd name="connsiteX2" fmla="*/ 3339005 w 3339005"/>
                <a:gd name="connsiteY2" fmla="*/ 0 h 2271713"/>
                <a:gd name="connsiteX3" fmla="*/ 0 w 3339005"/>
                <a:gd name="connsiteY3" fmla="*/ 591043 h 2271713"/>
              </a:gdLst>
              <a:ahLst/>
              <a:cxnLst>
                <a:cxn ang="0">
                  <a:pos x="connsiteX0" y="connsiteY0"/>
                </a:cxn>
                <a:cxn ang="0">
                  <a:pos x="connsiteX1" y="connsiteY1"/>
                </a:cxn>
                <a:cxn ang="0">
                  <a:pos x="connsiteX2" y="connsiteY2"/>
                </a:cxn>
                <a:cxn ang="0">
                  <a:pos x="connsiteX3" y="connsiteY3"/>
                </a:cxn>
              </a:cxnLst>
              <a:rect l="l" t="t" r="r" b="b"/>
              <a:pathLst>
                <a:path w="3339005" h="2271713">
                  <a:moveTo>
                    <a:pt x="0" y="591043"/>
                  </a:moveTo>
                  <a:lnTo>
                    <a:pt x="1357805" y="2271713"/>
                  </a:lnTo>
                  <a:lnTo>
                    <a:pt x="3339005" y="0"/>
                  </a:lnTo>
                  <a:lnTo>
                    <a:pt x="0" y="591043"/>
                  </a:lnTo>
                  <a:close/>
                </a:path>
              </a:pathLst>
            </a:custGeom>
            <a:gradFill>
              <a:gsLst>
                <a:gs pos="100000">
                  <a:schemeClr val="accent3"/>
                </a:gs>
                <a:gs pos="44000">
                  <a:schemeClr val="accent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1" name="Freeform 20"/>
            <p:cNvSpPr/>
            <p:nvPr/>
          </p:nvSpPr>
          <p:spPr>
            <a:xfrm>
              <a:off x="1025774" y="1761707"/>
              <a:ext cx="2098477" cy="1910094"/>
            </a:xfrm>
            <a:custGeom>
              <a:avLst/>
              <a:gdLst>
                <a:gd name="connsiteX0" fmla="*/ 2086304 w 2086304"/>
                <a:gd name="connsiteY0" fmla="*/ 0 h 1886607"/>
                <a:gd name="connsiteX1" fmla="*/ 0 w 2086304"/>
                <a:gd name="connsiteY1" fmla="*/ 15765 h 1886607"/>
                <a:gd name="connsiteX2" fmla="*/ 362607 w 2086304"/>
                <a:gd name="connsiteY2" fmla="*/ 1886607 h 1886607"/>
                <a:gd name="connsiteX3" fmla="*/ 2086304 w 2086304"/>
                <a:gd name="connsiteY3" fmla="*/ 0 h 1886607"/>
                <a:gd name="connsiteX0" fmla="*/ 2101053 w 2101053"/>
                <a:gd name="connsiteY0" fmla="*/ 0 h 1886607"/>
                <a:gd name="connsiteX1" fmla="*/ 0 w 2101053"/>
                <a:gd name="connsiteY1" fmla="*/ 1207 h 1886607"/>
                <a:gd name="connsiteX2" fmla="*/ 377356 w 2101053"/>
                <a:gd name="connsiteY2" fmla="*/ 1886607 h 1886607"/>
                <a:gd name="connsiteX3" fmla="*/ 2101053 w 2101053"/>
                <a:gd name="connsiteY3" fmla="*/ 0 h 1886607"/>
                <a:gd name="connsiteX0" fmla="*/ 2098477 w 2098477"/>
                <a:gd name="connsiteY0" fmla="*/ 8963 h 1885400"/>
                <a:gd name="connsiteX1" fmla="*/ 0 w 2098477"/>
                <a:gd name="connsiteY1" fmla="*/ 0 h 1885400"/>
                <a:gd name="connsiteX2" fmla="*/ 377356 w 2098477"/>
                <a:gd name="connsiteY2" fmla="*/ 1885400 h 1885400"/>
                <a:gd name="connsiteX3" fmla="*/ 2098477 w 2098477"/>
                <a:gd name="connsiteY3" fmla="*/ 8963 h 1885400"/>
              </a:gdLst>
              <a:ahLst/>
              <a:cxnLst>
                <a:cxn ang="0">
                  <a:pos x="connsiteX0" y="connsiteY0"/>
                </a:cxn>
                <a:cxn ang="0">
                  <a:pos x="connsiteX1" y="connsiteY1"/>
                </a:cxn>
                <a:cxn ang="0">
                  <a:pos x="connsiteX2" y="connsiteY2"/>
                </a:cxn>
                <a:cxn ang="0">
                  <a:pos x="connsiteX3" y="connsiteY3"/>
                </a:cxn>
              </a:cxnLst>
              <a:rect l="l" t="t" r="r" b="b"/>
              <a:pathLst>
                <a:path w="2098477" h="1885400">
                  <a:moveTo>
                    <a:pt x="2098477" y="8963"/>
                  </a:moveTo>
                  <a:lnTo>
                    <a:pt x="0" y="0"/>
                  </a:lnTo>
                  <a:lnTo>
                    <a:pt x="377356" y="1885400"/>
                  </a:lnTo>
                  <a:lnTo>
                    <a:pt x="2098477" y="8963"/>
                  </a:lnTo>
                  <a:close/>
                </a:path>
              </a:pathLst>
            </a:custGeom>
            <a:gradFill>
              <a:gsLst>
                <a:gs pos="100000">
                  <a:schemeClr val="accent3"/>
                </a:gs>
                <a:gs pos="44000">
                  <a:schemeClr val="accent2"/>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2" name="Freeform 21"/>
            <p:cNvSpPr/>
            <p:nvPr/>
          </p:nvSpPr>
          <p:spPr>
            <a:xfrm>
              <a:off x="3532" y="4857972"/>
              <a:ext cx="4090198" cy="2007612"/>
            </a:xfrm>
            <a:custGeom>
              <a:avLst/>
              <a:gdLst>
                <a:gd name="connsiteX0" fmla="*/ 3576398 w 4077729"/>
                <a:gd name="connsiteY0" fmla="*/ 0 h 1994733"/>
                <a:gd name="connsiteX1" fmla="*/ 4077729 w 4077729"/>
                <a:gd name="connsiteY1" fmla="*/ 1101516 h 1994733"/>
                <a:gd name="connsiteX2" fmla="*/ 0 w 4077729"/>
                <a:gd name="connsiteY2" fmla="*/ 1994733 h 1994733"/>
                <a:gd name="connsiteX3" fmla="*/ 3576398 w 4077729"/>
                <a:gd name="connsiteY3" fmla="*/ 0 h 1994733"/>
                <a:gd name="connsiteX0" fmla="*/ 3576398 w 4086042"/>
                <a:gd name="connsiteY0" fmla="*/ 0 h 1994733"/>
                <a:gd name="connsiteX1" fmla="*/ 4086042 w 4086042"/>
                <a:gd name="connsiteY1" fmla="*/ 1093204 h 1994733"/>
                <a:gd name="connsiteX2" fmla="*/ 0 w 4086042"/>
                <a:gd name="connsiteY2" fmla="*/ 1994733 h 1994733"/>
                <a:gd name="connsiteX3" fmla="*/ 3576398 w 4086042"/>
                <a:gd name="connsiteY3" fmla="*/ 0 h 1994733"/>
                <a:gd name="connsiteX0" fmla="*/ 3576398 w 4090198"/>
                <a:gd name="connsiteY0" fmla="*/ 0 h 1994733"/>
                <a:gd name="connsiteX1" fmla="*/ 4090198 w 4090198"/>
                <a:gd name="connsiteY1" fmla="*/ 1084892 h 1994733"/>
                <a:gd name="connsiteX2" fmla="*/ 0 w 4090198"/>
                <a:gd name="connsiteY2" fmla="*/ 1994733 h 1994733"/>
                <a:gd name="connsiteX3" fmla="*/ 3576398 w 4090198"/>
                <a:gd name="connsiteY3" fmla="*/ 0 h 1994733"/>
                <a:gd name="connsiteX0" fmla="*/ 3576398 w 4090198"/>
                <a:gd name="connsiteY0" fmla="*/ 0 h 2007612"/>
                <a:gd name="connsiteX1" fmla="*/ 4090198 w 4090198"/>
                <a:gd name="connsiteY1" fmla="*/ 1084892 h 2007612"/>
                <a:gd name="connsiteX2" fmla="*/ 0 w 4090198"/>
                <a:gd name="connsiteY2" fmla="*/ 2007612 h 2007612"/>
                <a:gd name="connsiteX3" fmla="*/ 3576398 w 4090198"/>
                <a:gd name="connsiteY3" fmla="*/ 0 h 2007612"/>
              </a:gdLst>
              <a:ahLst/>
              <a:cxnLst>
                <a:cxn ang="0">
                  <a:pos x="connsiteX0" y="connsiteY0"/>
                </a:cxn>
                <a:cxn ang="0">
                  <a:pos x="connsiteX1" y="connsiteY1"/>
                </a:cxn>
                <a:cxn ang="0">
                  <a:pos x="connsiteX2" y="connsiteY2"/>
                </a:cxn>
                <a:cxn ang="0">
                  <a:pos x="connsiteX3" y="connsiteY3"/>
                </a:cxn>
              </a:cxnLst>
              <a:rect l="l" t="t" r="r" b="b"/>
              <a:pathLst>
                <a:path w="4090198" h="2007612">
                  <a:moveTo>
                    <a:pt x="3576398" y="0"/>
                  </a:moveTo>
                  <a:lnTo>
                    <a:pt x="4090198" y="1084892"/>
                  </a:lnTo>
                  <a:lnTo>
                    <a:pt x="0" y="2007612"/>
                  </a:lnTo>
                  <a:lnTo>
                    <a:pt x="3576398" y="0"/>
                  </a:lnTo>
                  <a:close/>
                </a:path>
              </a:pathLst>
            </a:custGeom>
            <a:gradFill>
              <a:gsLst>
                <a:gs pos="100000">
                  <a:schemeClr val="accent3"/>
                </a:gs>
                <a:gs pos="44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3" name="Freeform 22"/>
            <p:cNvSpPr/>
            <p:nvPr/>
          </p:nvSpPr>
          <p:spPr>
            <a:xfrm>
              <a:off x="-6301" y="5938309"/>
              <a:ext cx="4092304" cy="924304"/>
            </a:xfrm>
            <a:custGeom>
              <a:avLst/>
              <a:gdLst>
                <a:gd name="connsiteX0" fmla="*/ 4074199 w 4074199"/>
                <a:gd name="connsiteY0" fmla="*/ 0 h 907339"/>
                <a:gd name="connsiteX1" fmla="*/ 3357507 w 4074199"/>
                <a:gd name="connsiteY1" fmla="*/ 907339 h 907339"/>
                <a:gd name="connsiteX2" fmla="*/ 0 w 4074199"/>
                <a:gd name="connsiteY2" fmla="*/ 907339 h 907339"/>
                <a:gd name="connsiteX3" fmla="*/ 4074199 w 4074199"/>
                <a:gd name="connsiteY3" fmla="*/ 0 h 907339"/>
                <a:gd name="connsiteX0" fmla="*/ 4084791 w 4084791"/>
                <a:gd name="connsiteY0" fmla="*/ 0 h 907339"/>
                <a:gd name="connsiteX1" fmla="*/ 3368099 w 4084791"/>
                <a:gd name="connsiteY1" fmla="*/ 907339 h 907339"/>
                <a:gd name="connsiteX2" fmla="*/ 0 w 4084791"/>
                <a:gd name="connsiteY2" fmla="*/ 907339 h 907339"/>
                <a:gd name="connsiteX3" fmla="*/ 4084791 w 4084791"/>
                <a:gd name="connsiteY3" fmla="*/ 0 h 907339"/>
                <a:gd name="connsiteX0" fmla="*/ 4100031 w 4100031"/>
                <a:gd name="connsiteY0" fmla="*/ 0 h 907339"/>
                <a:gd name="connsiteX1" fmla="*/ 3368099 w 4100031"/>
                <a:gd name="connsiteY1" fmla="*/ 907339 h 907339"/>
                <a:gd name="connsiteX2" fmla="*/ 0 w 4100031"/>
                <a:gd name="connsiteY2" fmla="*/ 907339 h 907339"/>
                <a:gd name="connsiteX3" fmla="*/ 4100031 w 4100031"/>
                <a:gd name="connsiteY3" fmla="*/ 0 h 907339"/>
                <a:gd name="connsiteX0" fmla="*/ 4102607 w 4102607"/>
                <a:gd name="connsiteY0" fmla="*/ 0 h 907339"/>
                <a:gd name="connsiteX1" fmla="*/ 3370675 w 4102607"/>
                <a:gd name="connsiteY1" fmla="*/ 907339 h 907339"/>
                <a:gd name="connsiteX2" fmla="*/ 0 w 4102607"/>
                <a:gd name="connsiteY2" fmla="*/ 857464 h 907339"/>
                <a:gd name="connsiteX3" fmla="*/ 4102607 w 4102607"/>
                <a:gd name="connsiteY3" fmla="*/ 0 h 907339"/>
                <a:gd name="connsiteX0" fmla="*/ 4097455 w 4097455"/>
                <a:gd name="connsiteY0" fmla="*/ 0 h 907339"/>
                <a:gd name="connsiteX1" fmla="*/ 3365523 w 4097455"/>
                <a:gd name="connsiteY1" fmla="*/ 907339 h 907339"/>
                <a:gd name="connsiteX2" fmla="*/ 0 w 4097455"/>
                <a:gd name="connsiteY2" fmla="*/ 859958 h 907339"/>
                <a:gd name="connsiteX3" fmla="*/ 4097455 w 4097455"/>
                <a:gd name="connsiteY3" fmla="*/ 0 h 907339"/>
                <a:gd name="connsiteX0" fmla="*/ 4097455 w 4097455"/>
                <a:gd name="connsiteY0" fmla="*/ 0 h 862451"/>
                <a:gd name="connsiteX1" fmla="*/ 3411887 w 4097455"/>
                <a:gd name="connsiteY1" fmla="*/ 862451 h 862451"/>
                <a:gd name="connsiteX2" fmla="*/ 0 w 4097455"/>
                <a:gd name="connsiteY2" fmla="*/ 859958 h 862451"/>
                <a:gd name="connsiteX3" fmla="*/ 4097455 w 4097455"/>
                <a:gd name="connsiteY3" fmla="*/ 0 h 862451"/>
                <a:gd name="connsiteX0" fmla="*/ 4089728 w 4089728"/>
                <a:gd name="connsiteY0" fmla="*/ 0 h 892377"/>
                <a:gd name="connsiteX1" fmla="*/ 3411887 w 4089728"/>
                <a:gd name="connsiteY1" fmla="*/ 892377 h 892377"/>
                <a:gd name="connsiteX2" fmla="*/ 0 w 4089728"/>
                <a:gd name="connsiteY2" fmla="*/ 889884 h 892377"/>
                <a:gd name="connsiteX3" fmla="*/ 4089728 w 4089728"/>
                <a:gd name="connsiteY3" fmla="*/ 0 h 892377"/>
                <a:gd name="connsiteX0" fmla="*/ 4089728 w 4089728"/>
                <a:gd name="connsiteY0" fmla="*/ 0 h 892377"/>
                <a:gd name="connsiteX1" fmla="*/ 3424766 w 4089728"/>
                <a:gd name="connsiteY1" fmla="*/ 892377 h 892377"/>
                <a:gd name="connsiteX2" fmla="*/ 0 w 4089728"/>
                <a:gd name="connsiteY2" fmla="*/ 889884 h 892377"/>
                <a:gd name="connsiteX3" fmla="*/ 4089728 w 4089728"/>
                <a:gd name="connsiteY3" fmla="*/ 0 h 892377"/>
                <a:gd name="connsiteX0" fmla="*/ 4089728 w 4089728"/>
                <a:gd name="connsiteY0" fmla="*/ 0 h 889884"/>
                <a:gd name="connsiteX1" fmla="*/ 3360372 w 4089728"/>
                <a:gd name="connsiteY1" fmla="*/ 889884 h 889884"/>
                <a:gd name="connsiteX2" fmla="*/ 0 w 4089728"/>
                <a:gd name="connsiteY2" fmla="*/ 889884 h 889884"/>
                <a:gd name="connsiteX3" fmla="*/ 4089728 w 4089728"/>
                <a:gd name="connsiteY3" fmla="*/ 0 h 889884"/>
                <a:gd name="connsiteX0" fmla="*/ 4079425 w 4079425"/>
                <a:gd name="connsiteY0" fmla="*/ 0 h 889884"/>
                <a:gd name="connsiteX1" fmla="*/ 3350069 w 4079425"/>
                <a:gd name="connsiteY1" fmla="*/ 889884 h 889884"/>
                <a:gd name="connsiteX2" fmla="*/ 0 w 4079425"/>
                <a:gd name="connsiteY2" fmla="*/ 882403 h 889884"/>
                <a:gd name="connsiteX3" fmla="*/ 4079425 w 4079425"/>
                <a:gd name="connsiteY3" fmla="*/ 0 h 889884"/>
                <a:gd name="connsiteX0" fmla="*/ 4082000 w 4082000"/>
                <a:gd name="connsiteY0" fmla="*/ 0 h 889884"/>
                <a:gd name="connsiteX1" fmla="*/ 3352644 w 4082000"/>
                <a:gd name="connsiteY1" fmla="*/ 889884 h 889884"/>
                <a:gd name="connsiteX2" fmla="*/ 0 w 4082000"/>
                <a:gd name="connsiteY2" fmla="*/ 882403 h 889884"/>
                <a:gd name="connsiteX3" fmla="*/ 4082000 w 4082000"/>
                <a:gd name="connsiteY3" fmla="*/ 0 h 889884"/>
                <a:gd name="connsiteX0" fmla="*/ 4087152 w 4087152"/>
                <a:gd name="connsiteY0" fmla="*/ 0 h 1007091"/>
                <a:gd name="connsiteX1" fmla="*/ 3357796 w 4087152"/>
                <a:gd name="connsiteY1" fmla="*/ 889884 h 1007091"/>
                <a:gd name="connsiteX2" fmla="*/ 0 w 4087152"/>
                <a:gd name="connsiteY2" fmla="*/ 1007091 h 1007091"/>
                <a:gd name="connsiteX3" fmla="*/ 4087152 w 4087152"/>
                <a:gd name="connsiteY3" fmla="*/ 0 h 1007091"/>
                <a:gd name="connsiteX0" fmla="*/ 4092304 w 4092304"/>
                <a:gd name="connsiteY0" fmla="*/ 0 h 894872"/>
                <a:gd name="connsiteX1" fmla="*/ 3362948 w 4092304"/>
                <a:gd name="connsiteY1" fmla="*/ 889884 h 894872"/>
                <a:gd name="connsiteX2" fmla="*/ 0 w 4092304"/>
                <a:gd name="connsiteY2" fmla="*/ 894872 h 894872"/>
                <a:gd name="connsiteX3" fmla="*/ 4092304 w 4092304"/>
                <a:gd name="connsiteY3" fmla="*/ 0 h 894872"/>
              </a:gdLst>
              <a:ahLst/>
              <a:cxnLst>
                <a:cxn ang="0">
                  <a:pos x="connsiteX0" y="connsiteY0"/>
                </a:cxn>
                <a:cxn ang="0">
                  <a:pos x="connsiteX1" y="connsiteY1"/>
                </a:cxn>
                <a:cxn ang="0">
                  <a:pos x="connsiteX2" y="connsiteY2"/>
                </a:cxn>
                <a:cxn ang="0">
                  <a:pos x="connsiteX3" y="connsiteY3"/>
                </a:cxn>
              </a:cxnLst>
              <a:rect l="l" t="t" r="r" b="b"/>
              <a:pathLst>
                <a:path w="4092304" h="894872">
                  <a:moveTo>
                    <a:pt x="4092304" y="0"/>
                  </a:moveTo>
                  <a:lnTo>
                    <a:pt x="3362948" y="889884"/>
                  </a:lnTo>
                  <a:lnTo>
                    <a:pt x="0" y="894872"/>
                  </a:lnTo>
                  <a:lnTo>
                    <a:pt x="4092304" y="0"/>
                  </a:lnTo>
                  <a:close/>
                </a:path>
              </a:pathLst>
            </a:custGeom>
            <a:gradFill>
              <a:gsLst>
                <a:gs pos="100000">
                  <a:schemeClr val="accent3"/>
                </a:gs>
                <a:gs pos="44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4" name="Freeform 23"/>
            <p:cNvSpPr/>
            <p:nvPr/>
          </p:nvSpPr>
          <p:spPr>
            <a:xfrm>
              <a:off x="4102443" y="4914459"/>
              <a:ext cx="547228" cy="151811"/>
            </a:xfrm>
            <a:custGeom>
              <a:avLst/>
              <a:gdLst>
                <a:gd name="connsiteX0" fmla="*/ 0 w 547228"/>
                <a:gd name="connsiteY0" fmla="*/ 0 h 151811"/>
                <a:gd name="connsiteX1" fmla="*/ 547228 w 547228"/>
                <a:gd name="connsiteY1" fmla="*/ 70610 h 151811"/>
                <a:gd name="connsiteX2" fmla="*/ 526045 w 547228"/>
                <a:gd name="connsiteY2" fmla="*/ 151811 h 151811"/>
              </a:gdLst>
              <a:ahLst/>
              <a:cxnLst>
                <a:cxn ang="0">
                  <a:pos x="connsiteX0" y="connsiteY0"/>
                </a:cxn>
                <a:cxn ang="0">
                  <a:pos x="connsiteX1" y="connsiteY1"/>
                </a:cxn>
                <a:cxn ang="0">
                  <a:pos x="connsiteX2" y="connsiteY2"/>
                </a:cxn>
              </a:cxnLst>
              <a:rect l="l" t="t" r="r" b="b"/>
              <a:pathLst>
                <a:path w="547228" h="151811">
                  <a:moveTo>
                    <a:pt x="0" y="0"/>
                  </a:moveTo>
                  <a:lnTo>
                    <a:pt x="547228" y="70610"/>
                  </a:lnTo>
                  <a:lnTo>
                    <a:pt x="526045" y="151811"/>
                  </a:lnTo>
                </a:path>
              </a:pathLst>
            </a:custGeom>
            <a:gradFill>
              <a:gsLst>
                <a:gs pos="100000">
                  <a:schemeClr val="accent3"/>
                </a:gs>
                <a:gs pos="44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3317876" y="5936217"/>
              <a:ext cx="5416584" cy="930949"/>
            </a:xfrm>
            <a:custGeom>
              <a:avLst/>
              <a:gdLst>
                <a:gd name="connsiteX0" fmla="*/ 683287 w 5365819"/>
                <a:gd name="connsiteY0" fmla="*/ 0 h 914400"/>
                <a:gd name="connsiteX1" fmla="*/ 5365819 w 5365819"/>
                <a:gd name="connsiteY1" fmla="*/ 904351 h 914400"/>
                <a:gd name="connsiteX2" fmla="*/ 0 w 5365819"/>
                <a:gd name="connsiteY2" fmla="*/ 914400 h 914400"/>
                <a:gd name="connsiteX3" fmla="*/ 683287 w 5365819"/>
                <a:gd name="connsiteY3" fmla="*/ 0 h 914400"/>
                <a:gd name="connsiteX0" fmla="*/ 711531 w 5394063"/>
                <a:gd name="connsiteY0" fmla="*/ 0 h 917930"/>
                <a:gd name="connsiteX1" fmla="*/ 5394063 w 5394063"/>
                <a:gd name="connsiteY1" fmla="*/ 904351 h 917930"/>
                <a:gd name="connsiteX2" fmla="*/ 0 w 5394063"/>
                <a:gd name="connsiteY2" fmla="*/ 917930 h 917930"/>
                <a:gd name="connsiteX3" fmla="*/ 711531 w 5394063"/>
                <a:gd name="connsiteY3" fmla="*/ 0 h 917930"/>
                <a:gd name="connsiteX0" fmla="*/ 725653 w 5394063"/>
                <a:gd name="connsiteY0" fmla="*/ 0 h 910869"/>
                <a:gd name="connsiteX1" fmla="*/ 5394063 w 5394063"/>
                <a:gd name="connsiteY1" fmla="*/ 897290 h 910869"/>
                <a:gd name="connsiteX2" fmla="*/ 0 w 5394063"/>
                <a:gd name="connsiteY2" fmla="*/ 910869 h 910869"/>
                <a:gd name="connsiteX3" fmla="*/ 725653 w 5394063"/>
                <a:gd name="connsiteY3" fmla="*/ 0 h 910869"/>
                <a:gd name="connsiteX0" fmla="*/ 725653 w 5376410"/>
                <a:gd name="connsiteY0" fmla="*/ 0 h 910869"/>
                <a:gd name="connsiteX1" fmla="*/ 5376410 w 5376410"/>
                <a:gd name="connsiteY1" fmla="*/ 907881 h 910869"/>
                <a:gd name="connsiteX2" fmla="*/ 0 w 5376410"/>
                <a:gd name="connsiteY2" fmla="*/ 910869 h 910869"/>
                <a:gd name="connsiteX3" fmla="*/ 725653 w 5376410"/>
                <a:gd name="connsiteY3" fmla="*/ 0 h 910869"/>
                <a:gd name="connsiteX0" fmla="*/ 783842 w 5376410"/>
                <a:gd name="connsiteY0" fmla="*/ 0 h 765396"/>
                <a:gd name="connsiteX1" fmla="*/ 5376410 w 5376410"/>
                <a:gd name="connsiteY1" fmla="*/ 762408 h 765396"/>
                <a:gd name="connsiteX2" fmla="*/ 0 w 5376410"/>
                <a:gd name="connsiteY2" fmla="*/ 765396 h 765396"/>
                <a:gd name="connsiteX3" fmla="*/ 783842 w 5376410"/>
                <a:gd name="connsiteY3" fmla="*/ 0 h 765396"/>
                <a:gd name="connsiteX0" fmla="*/ 729810 w 5376410"/>
                <a:gd name="connsiteY0" fmla="*/ 0 h 910869"/>
                <a:gd name="connsiteX1" fmla="*/ 5376410 w 5376410"/>
                <a:gd name="connsiteY1" fmla="*/ 907881 h 910869"/>
                <a:gd name="connsiteX2" fmla="*/ 0 w 5376410"/>
                <a:gd name="connsiteY2" fmla="*/ 910869 h 910869"/>
                <a:gd name="connsiteX3" fmla="*/ 729810 w 5376410"/>
                <a:gd name="connsiteY3" fmla="*/ 0 h 910869"/>
                <a:gd name="connsiteX0" fmla="*/ 714570 w 5376410"/>
                <a:gd name="connsiteY0" fmla="*/ 0 h 918489"/>
                <a:gd name="connsiteX1" fmla="*/ 5376410 w 5376410"/>
                <a:gd name="connsiteY1" fmla="*/ 915501 h 918489"/>
                <a:gd name="connsiteX2" fmla="*/ 0 w 5376410"/>
                <a:gd name="connsiteY2" fmla="*/ 918489 h 918489"/>
                <a:gd name="connsiteX3" fmla="*/ 714570 w 5376410"/>
                <a:gd name="connsiteY3" fmla="*/ 0 h 918489"/>
                <a:gd name="connsiteX0" fmla="*/ 809820 w 5376410"/>
                <a:gd name="connsiteY0" fmla="*/ 0 h 758469"/>
                <a:gd name="connsiteX1" fmla="*/ 5376410 w 5376410"/>
                <a:gd name="connsiteY1" fmla="*/ 755481 h 758469"/>
                <a:gd name="connsiteX2" fmla="*/ 0 w 5376410"/>
                <a:gd name="connsiteY2" fmla="*/ 758469 h 758469"/>
                <a:gd name="connsiteX3" fmla="*/ 809820 w 5376410"/>
                <a:gd name="connsiteY3" fmla="*/ 0 h 758469"/>
                <a:gd name="connsiteX0" fmla="*/ 710760 w 5376410"/>
                <a:gd name="connsiteY0" fmla="*/ 0 h 918489"/>
                <a:gd name="connsiteX1" fmla="*/ 5376410 w 5376410"/>
                <a:gd name="connsiteY1" fmla="*/ 915501 h 918489"/>
                <a:gd name="connsiteX2" fmla="*/ 0 w 5376410"/>
                <a:gd name="connsiteY2" fmla="*/ 918489 h 918489"/>
                <a:gd name="connsiteX3" fmla="*/ 710760 w 5376410"/>
                <a:gd name="connsiteY3" fmla="*/ 0 h 918489"/>
                <a:gd name="connsiteX0" fmla="*/ 722190 w 5376410"/>
                <a:gd name="connsiteY0" fmla="*/ 0 h 914679"/>
                <a:gd name="connsiteX1" fmla="*/ 5376410 w 5376410"/>
                <a:gd name="connsiteY1" fmla="*/ 911691 h 914679"/>
                <a:gd name="connsiteX2" fmla="*/ 0 w 5376410"/>
                <a:gd name="connsiteY2" fmla="*/ 914679 h 914679"/>
                <a:gd name="connsiteX3" fmla="*/ 722190 w 5376410"/>
                <a:gd name="connsiteY3" fmla="*/ 0 h 914679"/>
                <a:gd name="connsiteX0" fmla="*/ 735069 w 5389289"/>
                <a:gd name="connsiteY0" fmla="*/ 0 h 912104"/>
                <a:gd name="connsiteX1" fmla="*/ 5389289 w 5389289"/>
                <a:gd name="connsiteY1" fmla="*/ 911691 h 912104"/>
                <a:gd name="connsiteX2" fmla="*/ 0 w 5389289"/>
                <a:gd name="connsiteY2" fmla="*/ 912104 h 912104"/>
                <a:gd name="connsiteX3" fmla="*/ 735069 w 5389289"/>
                <a:gd name="connsiteY3" fmla="*/ 0 h 912104"/>
                <a:gd name="connsiteX0" fmla="*/ 735069 w 5389289"/>
                <a:gd name="connsiteY0" fmla="*/ 0 h 925339"/>
                <a:gd name="connsiteX1" fmla="*/ 5389289 w 5389289"/>
                <a:gd name="connsiteY1" fmla="*/ 925339 h 925339"/>
                <a:gd name="connsiteX2" fmla="*/ 0 w 5389289"/>
                <a:gd name="connsiteY2" fmla="*/ 912104 h 925339"/>
                <a:gd name="connsiteX3" fmla="*/ 735069 w 5389289"/>
                <a:gd name="connsiteY3" fmla="*/ 0 h 925339"/>
                <a:gd name="connsiteX0" fmla="*/ 762364 w 5416584"/>
                <a:gd name="connsiteY0" fmla="*/ 0 h 939400"/>
                <a:gd name="connsiteX1" fmla="*/ 5416584 w 5416584"/>
                <a:gd name="connsiteY1" fmla="*/ 925339 h 939400"/>
                <a:gd name="connsiteX2" fmla="*/ 0 w 5416584"/>
                <a:gd name="connsiteY2" fmla="*/ 939400 h 939400"/>
                <a:gd name="connsiteX3" fmla="*/ 762364 w 5416584"/>
                <a:gd name="connsiteY3" fmla="*/ 0 h 939400"/>
                <a:gd name="connsiteX0" fmla="*/ 762364 w 5416584"/>
                <a:gd name="connsiteY0" fmla="*/ 0 h 945010"/>
                <a:gd name="connsiteX1" fmla="*/ 5416584 w 5416584"/>
                <a:gd name="connsiteY1" fmla="*/ 930949 h 945010"/>
                <a:gd name="connsiteX2" fmla="*/ 0 w 5416584"/>
                <a:gd name="connsiteY2" fmla="*/ 945010 h 945010"/>
                <a:gd name="connsiteX3" fmla="*/ 762364 w 5416584"/>
                <a:gd name="connsiteY3" fmla="*/ 0 h 945010"/>
                <a:gd name="connsiteX0" fmla="*/ 762364 w 5416584"/>
                <a:gd name="connsiteY0" fmla="*/ 0 h 930949"/>
                <a:gd name="connsiteX1" fmla="*/ 5416584 w 5416584"/>
                <a:gd name="connsiteY1" fmla="*/ 930949 h 930949"/>
                <a:gd name="connsiteX2" fmla="*/ 0 w 5416584"/>
                <a:gd name="connsiteY2" fmla="*/ 921156 h 930949"/>
                <a:gd name="connsiteX3" fmla="*/ 762364 w 5416584"/>
                <a:gd name="connsiteY3" fmla="*/ 0 h 930949"/>
              </a:gdLst>
              <a:ahLst/>
              <a:cxnLst>
                <a:cxn ang="0">
                  <a:pos x="connsiteX0" y="connsiteY0"/>
                </a:cxn>
                <a:cxn ang="0">
                  <a:pos x="connsiteX1" y="connsiteY1"/>
                </a:cxn>
                <a:cxn ang="0">
                  <a:pos x="connsiteX2" y="connsiteY2"/>
                </a:cxn>
                <a:cxn ang="0">
                  <a:pos x="connsiteX3" y="connsiteY3"/>
                </a:cxn>
              </a:cxnLst>
              <a:rect l="l" t="t" r="r" b="b"/>
              <a:pathLst>
                <a:path w="5416584" h="930949">
                  <a:moveTo>
                    <a:pt x="762364" y="0"/>
                  </a:moveTo>
                  <a:lnTo>
                    <a:pt x="5416584" y="930949"/>
                  </a:lnTo>
                  <a:lnTo>
                    <a:pt x="0" y="921156"/>
                  </a:lnTo>
                  <a:lnTo>
                    <a:pt x="762364" y="0"/>
                  </a:lnTo>
                  <a:close/>
                </a:path>
              </a:pathLst>
            </a:custGeom>
            <a:gradFill>
              <a:gsLst>
                <a:gs pos="100000">
                  <a:schemeClr val="accent3"/>
                </a:gs>
                <a:gs pos="4400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6" name="Freeform 25"/>
            <p:cNvSpPr/>
            <p:nvPr/>
          </p:nvSpPr>
          <p:spPr>
            <a:xfrm>
              <a:off x="10990536" y="3785435"/>
              <a:ext cx="1209457" cy="3091509"/>
            </a:xfrm>
            <a:custGeom>
              <a:avLst/>
              <a:gdLst>
                <a:gd name="connsiteX0" fmla="*/ 0 w 1182718"/>
                <a:gd name="connsiteY0" fmla="*/ 0 h 3032701"/>
                <a:gd name="connsiteX1" fmla="*/ 497800 w 1182718"/>
                <a:gd name="connsiteY1" fmla="*/ 3032701 h 3032701"/>
                <a:gd name="connsiteX2" fmla="*/ 1182718 w 1182718"/>
                <a:gd name="connsiteY2" fmla="*/ 515453 h 3032701"/>
                <a:gd name="connsiteX3" fmla="*/ 0 w 1182718"/>
                <a:gd name="connsiteY3" fmla="*/ 0 h 3032701"/>
                <a:gd name="connsiteX0" fmla="*/ 0 w 1179187"/>
                <a:gd name="connsiteY0" fmla="*/ 0 h 3029170"/>
                <a:gd name="connsiteX1" fmla="*/ 494269 w 1179187"/>
                <a:gd name="connsiteY1" fmla="*/ 3029170 h 3029170"/>
                <a:gd name="connsiteX2" fmla="*/ 1179187 w 1179187"/>
                <a:gd name="connsiteY2" fmla="*/ 511922 h 3029170"/>
                <a:gd name="connsiteX3" fmla="*/ 0 w 1179187"/>
                <a:gd name="connsiteY3" fmla="*/ 0 h 3029170"/>
                <a:gd name="connsiteX0" fmla="*/ 0 w 1179187"/>
                <a:gd name="connsiteY0" fmla="*/ 0 h 3039761"/>
                <a:gd name="connsiteX1" fmla="*/ 483677 w 1179187"/>
                <a:gd name="connsiteY1" fmla="*/ 3039761 h 3039761"/>
                <a:gd name="connsiteX2" fmla="*/ 1179187 w 1179187"/>
                <a:gd name="connsiteY2" fmla="*/ 511922 h 3039761"/>
                <a:gd name="connsiteX3" fmla="*/ 0 w 1179187"/>
                <a:gd name="connsiteY3" fmla="*/ 0 h 3039761"/>
                <a:gd name="connsiteX0" fmla="*/ 0 w 1190407"/>
                <a:gd name="connsiteY0" fmla="*/ 0 h 3039761"/>
                <a:gd name="connsiteX1" fmla="*/ 494897 w 1190407"/>
                <a:gd name="connsiteY1" fmla="*/ 3039761 h 3039761"/>
                <a:gd name="connsiteX2" fmla="*/ 1190407 w 1190407"/>
                <a:gd name="connsiteY2" fmla="*/ 511922 h 3039761"/>
                <a:gd name="connsiteX3" fmla="*/ 0 w 1190407"/>
                <a:gd name="connsiteY3" fmla="*/ 0 h 3039761"/>
                <a:gd name="connsiteX0" fmla="*/ 0 w 1203107"/>
                <a:gd name="connsiteY0" fmla="*/ 0 h 3065161"/>
                <a:gd name="connsiteX1" fmla="*/ 507597 w 1203107"/>
                <a:gd name="connsiteY1" fmla="*/ 3065161 h 3065161"/>
                <a:gd name="connsiteX2" fmla="*/ 1203107 w 1203107"/>
                <a:gd name="connsiteY2" fmla="*/ 537322 h 3065161"/>
                <a:gd name="connsiteX3" fmla="*/ 0 w 1203107"/>
                <a:gd name="connsiteY3" fmla="*/ 0 h 3065161"/>
                <a:gd name="connsiteX0" fmla="*/ 0 w 1209457"/>
                <a:gd name="connsiteY0" fmla="*/ 0 h 3065161"/>
                <a:gd name="connsiteX1" fmla="*/ 507597 w 1209457"/>
                <a:gd name="connsiteY1" fmla="*/ 3065161 h 3065161"/>
                <a:gd name="connsiteX2" fmla="*/ 1209457 w 1209457"/>
                <a:gd name="connsiteY2" fmla="*/ 543672 h 3065161"/>
                <a:gd name="connsiteX3" fmla="*/ 0 w 1209457"/>
                <a:gd name="connsiteY3" fmla="*/ 0 h 3065161"/>
                <a:gd name="connsiteX0" fmla="*/ 0 w 1215807"/>
                <a:gd name="connsiteY0" fmla="*/ 0 h 3065161"/>
                <a:gd name="connsiteX1" fmla="*/ 507597 w 1215807"/>
                <a:gd name="connsiteY1" fmla="*/ 3065161 h 3065161"/>
                <a:gd name="connsiteX2" fmla="*/ 1215807 w 1215807"/>
                <a:gd name="connsiteY2" fmla="*/ 537322 h 3065161"/>
                <a:gd name="connsiteX3" fmla="*/ 0 w 1215807"/>
                <a:gd name="connsiteY3" fmla="*/ 0 h 3065161"/>
                <a:gd name="connsiteX0" fmla="*/ 0 w 1209457"/>
                <a:gd name="connsiteY0" fmla="*/ 0 h 3077861"/>
                <a:gd name="connsiteX1" fmla="*/ 501247 w 1209457"/>
                <a:gd name="connsiteY1" fmla="*/ 3077861 h 3077861"/>
                <a:gd name="connsiteX2" fmla="*/ 1209457 w 1209457"/>
                <a:gd name="connsiteY2" fmla="*/ 550022 h 3077861"/>
                <a:gd name="connsiteX3" fmla="*/ 0 w 1209457"/>
                <a:gd name="connsiteY3" fmla="*/ 0 h 3077861"/>
                <a:gd name="connsiteX0" fmla="*/ 0 w 1209457"/>
                <a:gd name="connsiteY0" fmla="*/ 0 h 3091509"/>
                <a:gd name="connsiteX1" fmla="*/ 501247 w 1209457"/>
                <a:gd name="connsiteY1" fmla="*/ 3091509 h 3091509"/>
                <a:gd name="connsiteX2" fmla="*/ 1209457 w 1209457"/>
                <a:gd name="connsiteY2" fmla="*/ 550022 h 3091509"/>
                <a:gd name="connsiteX3" fmla="*/ 0 w 1209457"/>
                <a:gd name="connsiteY3" fmla="*/ 0 h 3091509"/>
              </a:gdLst>
              <a:ahLst/>
              <a:cxnLst>
                <a:cxn ang="0">
                  <a:pos x="connsiteX0" y="connsiteY0"/>
                </a:cxn>
                <a:cxn ang="0">
                  <a:pos x="connsiteX1" y="connsiteY1"/>
                </a:cxn>
                <a:cxn ang="0">
                  <a:pos x="connsiteX2" y="connsiteY2"/>
                </a:cxn>
                <a:cxn ang="0">
                  <a:pos x="connsiteX3" y="connsiteY3"/>
                </a:cxn>
              </a:cxnLst>
              <a:rect l="l" t="t" r="r" b="b"/>
              <a:pathLst>
                <a:path w="1209457" h="3091509">
                  <a:moveTo>
                    <a:pt x="0" y="0"/>
                  </a:moveTo>
                  <a:lnTo>
                    <a:pt x="501247" y="3091509"/>
                  </a:lnTo>
                  <a:lnTo>
                    <a:pt x="1209457" y="550022"/>
                  </a:lnTo>
                  <a:lnTo>
                    <a:pt x="0" y="0"/>
                  </a:lnTo>
                  <a:close/>
                </a:path>
              </a:pathLst>
            </a:custGeom>
            <a:gradFill>
              <a:gsLst>
                <a:gs pos="100000">
                  <a:schemeClr val="accent3"/>
                </a:gs>
                <a:gs pos="44000">
                  <a:schemeClr val="accent2"/>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7" name="Freeform 26"/>
            <p:cNvSpPr/>
            <p:nvPr/>
          </p:nvSpPr>
          <p:spPr>
            <a:xfrm>
              <a:off x="11488254" y="4321334"/>
              <a:ext cx="708319" cy="2552078"/>
            </a:xfrm>
            <a:custGeom>
              <a:avLst/>
              <a:gdLst>
                <a:gd name="connsiteX0" fmla="*/ 691978 w 697728"/>
                <a:gd name="connsiteY0" fmla="*/ 0 h 2520778"/>
                <a:gd name="connsiteX1" fmla="*/ 0 w 697728"/>
                <a:gd name="connsiteY1" fmla="*/ 2520778 h 2520778"/>
                <a:gd name="connsiteX2" fmla="*/ 695509 w 697728"/>
                <a:gd name="connsiteY2" fmla="*/ 2517248 h 2520778"/>
                <a:gd name="connsiteX3" fmla="*/ 691978 w 697728"/>
                <a:gd name="connsiteY3" fmla="*/ 0 h 2520778"/>
                <a:gd name="connsiteX0" fmla="*/ 691978 w 697728"/>
                <a:gd name="connsiteY0" fmla="*/ 0 h 2531370"/>
                <a:gd name="connsiteX1" fmla="*/ 0 w 697728"/>
                <a:gd name="connsiteY1" fmla="*/ 2531370 h 2531370"/>
                <a:gd name="connsiteX2" fmla="*/ 695509 w 697728"/>
                <a:gd name="connsiteY2" fmla="*/ 2517248 h 2531370"/>
                <a:gd name="connsiteX3" fmla="*/ 691978 w 697728"/>
                <a:gd name="connsiteY3" fmla="*/ 0 h 2531370"/>
                <a:gd name="connsiteX0" fmla="*/ 691978 w 703175"/>
                <a:gd name="connsiteY0" fmla="*/ 0 h 2531370"/>
                <a:gd name="connsiteX1" fmla="*/ 0 w 703175"/>
                <a:gd name="connsiteY1" fmla="*/ 2531370 h 2531370"/>
                <a:gd name="connsiteX2" fmla="*/ 702570 w 703175"/>
                <a:gd name="connsiteY2" fmla="*/ 2527839 h 2531370"/>
                <a:gd name="connsiteX3" fmla="*/ 691978 w 703175"/>
                <a:gd name="connsiteY3" fmla="*/ 0 h 2531370"/>
                <a:gd name="connsiteX0" fmla="*/ 691978 w 703175"/>
                <a:gd name="connsiteY0" fmla="*/ 0 h 2531370"/>
                <a:gd name="connsiteX1" fmla="*/ 0 w 703175"/>
                <a:gd name="connsiteY1" fmla="*/ 2531370 h 2531370"/>
                <a:gd name="connsiteX2" fmla="*/ 702570 w 703175"/>
                <a:gd name="connsiteY2" fmla="*/ 2527839 h 2531370"/>
                <a:gd name="connsiteX3" fmla="*/ 691978 w 703175"/>
                <a:gd name="connsiteY3" fmla="*/ 0 h 2531370"/>
                <a:gd name="connsiteX0" fmla="*/ 699039 w 704789"/>
                <a:gd name="connsiteY0" fmla="*/ 0 h 2541962"/>
                <a:gd name="connsiteX1" fmla="*/ 0 w 704789"/>
                <a:gd name="connsiteY1" fmla="*/ 2541962 h 2541962"/>
                <a:gd name="connsiteX2" fmla="*/ 702570 w 704789"/>
                <a:gd name="connsiteY2" fmla="*/ 2538431 h 2541962"/>
                <a:gd name="connsiteX3" fmla="*/ 699039 w 704789"/>
                <a:gd name="connsiteY3" fmla="*/ 0 h 2541962"/>
                <a:gd name="connsiteX0" fmla="*/ 702569 w 708319"/>
                <a:gd name="connsiteY0" fmla="*/ 0 h 2538431"/>
                <a:gd name="connsiteX1" fmla="*/ 0 w 708319"/>
                <a:gd name="connsiteY1" fmla="*/ 2538431 h 2538431"/>
                <a:gd name="connsiteX2" fmla="*/ 706100 w 708319"/>
                <a:gd name="connsiteY2" fmla="*/ 2538431 h 2538431"/>
                <a:gd name="connsiteX3" fmla="*/ 702569 w 708319"/>
                <a:gd name="connsiteY3" fmla="*/ 0 h 2538431"/>
                <a:gd name="connsiteX0" fmla="*/ 667264 w 673014"/>
                <a:gd name="connsiteY0" fmla="*/ 0 h 2538431"/>
                <a:gd name="connsiteX1" fmla="*/ 0 w 673014"/>
                <a:gd name="connsiteY1" fmla="*/ 2252460 h 2538431"/>
                <a:gd name="connsiteX2" fmla="*/ 670795 w 673014"/>
                <a:gd name="connsiteY2" fmla="*/ 2538431 h 2538431"/>
                <a:gd name="connsiteX3" fmla="*/ 667264 w 673014"/>
                <a:gd name="connsiteY3" fmla="*/ 0 h 2538431"/>
                <a:gd name="connsiteX0" fmla="*/ 702569 w 708319"/>
                <a:gd name="connsiteY0" fmla="*/ 0 h 2541961"/>
                <a:gd name="connsiteX1" fmla="*/ 0 w 708319"/>
                <a:gd name="connsiteY1" fmla="*/ 2541961 h 2541961"/>
                <a:gd name="connsiteX2" fmla="*/ 706100 w 708319"/>
                <a:gd name="connsiteY2" fmla="*/ 2538431 h 2541961"/>
                <a:gd name="connsiteX3" fmla="*/ 702569 w 708319"/>
                <a:gd name="connsiteY3" fmla="*/ 0 h 2541961"/>
                <a:gd name="connsiteX0" fmla="*/ 702569 w 708319"/>
                <a:gd name="connsiteY0" fmla="*/ 0 h 2538431"/>
                <a:gd name="connsiteX1" fmla="*/ 0 w 708319"/>
                <a:gd name="connsiteY1" fmla="*/ 2534900 h 2538431"/>
                <a:gd name="connsiteX2" fmla="*/ 706100 w 708319"/>
                <a:gd name="connsiteY2" fmla="*/ 2538431 h 2538431"/>
                <a:gd name="connsiteX3" fmla="*/ 702569 w 708319"/>
                <a:gd name="connsiteY3" fmla="*/ 0 h 2538431"/>
                <a:gd name="connsiteX0" fmla="*/ 702569 w 708319"/>
                <a:gd name="connsiteY0" fmla="*/ 0 h 2548548"/>
                <a:gd name="connsiteX1" fmla="*/ 0 w 708319"/>
                <a:gd name="connsiteY1" fmla="*/ 2548548 h 2548548"/>
                <a:gd name="connsiteX2" fmla="*/ 706100 w 708319"/>
                <a:gd name="connsiteY2" fmla="*/ 2538431 h 2548548"/>
                <a:gd name="connsiteX3" fmla="*/ 702569 w 708319"/>
                <a:gd name="connsiteY3" fmla="*/ 0 h 2548548"/>
                <a:gd name="connsiteX0" fmla="*/ 702569 w 704906"/>
                <a:gd name="connsiteY0" fmla="*/ 0 h 2548548"/>
                <a:gd name="connsiteX1" fmla="*/ 0 w 704906"/>
                <a:gd name="connsiteY1" fmla="*/ 2548548 h 2548548"/>
                <a:gd name="connsiteX2" fmla="*/ 692452 w 704906"/>
                <a:gd name="connsiteY2" fmla="*/ 2538431 h 2548548"/>
                <a:gd name="connsiteX3" fmla="*/ 702569 w 704906"/>
                <a:gd name="connsiteY3" fmla="*/ 0 h 2548548"/>
                <a:gd name="connsiteX0" fmla="*/ 702569 w 708319"/>
                <a:gd name="connsiteY0" fmla="*/ 0 h 2565726"/>
                <a:gd name="connsiteX1" fmla="*/ 0 w 708319"/>
                <a:gd name="connsiteY1" fmla="*/ 2548548 h 2565726"/>
                <a:gd name="connsiteX2" fmla="*/ 706100 w 708319"/>
                <a:gd name="connsiteY2" fmla="*/ 2565726 h 2565726"/>
                <a:gd name="connsiteX3" fmla="*/ 702569 w 708319"/>
                <a:gd name="connsiteY3" fmla="*/ 0 h 2565726"/>
                <a:gd name="connsiteX0" fmla="*/ 702569 w 708319"/>
                <a:gd name="connsiteY0" fmla="*/ 0 h 2552078"/>
                <a:gd name="connsiteX1" fmla="*/ 0 w 708319"/>
                <a:gd name="connsiteY1" fmla="*/ 2548548 h 2552078"/>
                <a:gd name="connsiteX2" fmla="*/ 706100 w 708319"/>
                <a:gd name="connsiteY2" fmla="*/ 2552078 h 2552078"/>
                <a:gd name="connsiteX3" fmla="*/ 702569 w 708319"/>
                <a:gd name="connsiteY3" fmla="*/ 0 h 2552078"/>
              </a:gdLst>
              <a:ahLst/>
              <a:cxnLst>
                <a:cxn ang="0">
                  <a:pos x="connsiteX0" y="connsiteY0"/>
                </a:cxn>
                <a:cxn ang="0">
                  <a:pos x="connsiteX1" y="connsiteY1"/>
                </a:cxn>
                <a:cxn ang="0">
                  <a:pos x="connsiteX2" y="connsiteY2"/>
                </a:cxn>
                <a:cxn ang="0">
                  <a:pos x="connsiteX3" y="connsiteY3"/>
                </a:cxn>
              </a:cxnLst>
              <a:rect l="l" t="t" r="r" b="b"/>
              <a:pathLst>
                <a:path w="708319" h="2552078">
                  <a:moveTo>
                    <a:pt x="702569" y="0"/>
                  </a:moveTo>
                  <a:lnTo>
                    <a:pt x="0" y="2548548"/>
                  </a:lnTo>
                  <a:lnTo>
                    <a:pt x="706100" y="2552078"/>
                  </a:lnTo>
                  <a:cubicBezTo>
                    <a:pt x="708454" y="1710642"/>
                    <a:pt x="710807" y="834375"/>
                    <a:pt x="702569" y="0"/>
                  </a:cubicBezTo>
                  <a:close/>
                </a:path>
              </a:pathLst>
            </a:custGeom>
            <a:gradFill>
              <a:gsLst>
                <a:gs pos="100000">
                  <a:schemeClr val="accent3"/>
                </a:gs>
                <a:gs pos="44000">
                  <a:schemeClr val="accent2"/>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8" name="Freeform 27"/>
            <p:cNvSpPr/>
            <p:nvPr/>
          </p:nvSpPr>
          <p:spPr>
            <a:xfrm>
              <a:off x="8745794" y="2426110"/>
              <a:ext cx="2263877" cy="4424516"/>
            </a:xfrm>
            <a:custGeom>
              <a:avLst/>
              <a:gdLst>
                <a:gd name="connsiteX0" fmla="*/ 958645 w 2263877"/>
                <a:gd name="connsiteY0" fmla="*/ 0 h 4424516"/>
                <a:gd name="connsiteX1" fmla="*/ 2263877 w 2263877"/>
                <a:gd name="connsiteY1" fmla="*/ 1393722 h 4424516"/>
                <a:gd name="connsiteX2" fmla="*/ 0 w 2263877"/>
                <a:gd name="connsiteY2" fmla="*/ 4424516 h 4424516"/>
                <a:gd name="connsiteX3" fmla="*/ 958645 w 2263877"/>
                <a:gd name="connsiteY3" fmla="*/ 0 h 4424516"/>
              </a:gdLst>
              <a:ahLst/>
              <a:cxnLst>
                <a:cxn ang="0">
                  <a:pos x="connsiteX0" y="connsiteY0"/>
                </a:cxn>
                <a:cxn ang="0">
                  <a:pos x="connsiteX1" y="connsiteY1"/>
                </a:cxn>
                <a:cxn ang="0">
                  <a:pos x="connsiteX2" y="connsiteY2"/>
                </a:cxn>
                <a:cxn ang="0">
                  <a:pos x="connsiteX3" y="connsiteY3"/>
                </a:cxn>
              </a:cxnLst>
              <a:rect l="l" t="t" r="r" b="b"/>
              <a:pathLst>
                <a:path w="2263877" h="4424516">
                  <a:moveTo>
                    <a:pt x="958645" y="0"/>
                  </a:moveTo>
                  <a:lnTo>
                    <a:pt x="2263877" y="1393722"/>
                  </a:lnTo>
                  <a:lnTo>
                    <a:pt x="0" y="4424516"/>
                  </a:lnTo>
                  <a:lnTo>
                    <a:pt x="958645" y="0"/>
                  </a:lnTo>
                  <a:close/>
                </a:path>
              </a:pathLst>
            </a:custGeom>
            <a:gradFill>
              <a:gsLst>
                <a:gs pos="100000">
                  <a:schemeClr val="accent3"/>
                </a:gs>
                <a:gs pos="44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9" name="Freeform 28"/>
            <p:cNvSpPr/>
            <p:nvPr/>
          </p:nvSpPr>
          <p:spPr>
            <a:xfrm>
              <a:off x="-1" y="-1"/>
              <a:ext cx="3153403" cy="1773715"/>
            </a:xfrm>
            <a:custGeom>
              <a:avLst/>
              <a:gdLst>
                <a:gd name="connsiteX0" fmla="*/ 0 w 3172858"/>
                <a:gd name="connsiteY0" fmla="*/ 0 h 1773716"/>
                <a:gd name="connsiteX1" fmla="*/ 1079653 w 3172858"/>
                <a:gd name="connsiteY1" fmla="*/ 1773716 h 1773716"/>
                <a:gd name="connsiteX2" fmla="*/ 3172858 w 3172858"/>
                <a:gd name="connsiteY2" fmla="*/ 1751682 h 1773716"/>
                <a:gd name="connsiteX3" fmla="*/ 0 w 3172858"/>
                <a:gd name="connsiteY3" fmla="*/ 0 h 1773716"/>
                <a:gd name="connsiteX0" fmla="*/ 0 w 3114492"/>
                <a:gd name="connsiteY0" fmla="*/ 0 h 1773716"/>
                <a:gd name="connsiteX1" fmla="*/ 1079653 w 3114492"/>
                <a:gd name="connsiteY1" fmla="*/ 1773716 h 1773716"/>
                <a:gd name="connsiteX2" fmla="*/ 3114492 w 3114492"/>
                <a:gd name="connsiteY2" fmla="*/ 1177750 h 1773716"/>
                <a:gd name="connsiteX3" fmla="*/ 0 w 3114492"/>
                <a:gd name="connsiteY3" fmla="*/ 0 h 1773716"/>
                <a:gd name="connsiteX0" fmla="*/ 0 w 3153403"/>
                <a:gd name="connsiteY0" fmla="*/ 0 h 1773716"/>
                <a:gd name="connsiteX1" fmla="*/ 1079653 w 3153403"/>
                <a:gd name="connsiteY1" fmla="*/ 1773716 h 1773716"/>
                <a:gd name="connsiteX2" fmla="*/ 3153403 w 3153403"/>
                <a:gd name="connsiteY2" fmla="*/ 1771137 h 1773716"/>
                <a:gd name="connsiteX3" fmla="*/ 0 w 3153403"/>
                <a:gd name="connsiteY3" fmla="*/ 0 h 1773716"/>
                <a:gd name="connsiteX0" fmla="*/ 0 w 3153403"/>
                <a:gd name="connsiteY0" fmla="*/ 0 h 1771137"/>
                <a:gd name="connsiteX1" fmla="*/ 1036790 w 3153403"/>
                <a:gd name="connsiteY1" fmla="*/ 1768953 h 1771137"/>
                <a:gd name="connsiteX2" fmla="*/ 3153403 w 3153403"/>
                <a:gd name="connsiteY2" fmla="*/ 1771137 h 1771137"/>
                <a:gd name="connsiteX3" fmla="*/ 0 w 3153403"/>
                <a:gd name="connsiteY3" fmla="*/ 0 h 1771137"/>
                <a:gd name="connsiteX0" fmla="*/ 0 w 3153403"/>
                <a:gd name="connsiteY0" fmla="*/ 0 h 1773715"/>
                <a:gd name="connsiteX1" fmla="*/ 1036790 w 3153403"/>
                <a:gd name="connsiteY1" fmla="*/ 1773715 h 1773715"/>
                <a:gd name="connsiteX2" fmla="*/ 3153403 w 3153403"/>
                <a:gd name="connsiteY2" fmla="*/ 1771137 h 1773715"/>
                <a:gd name="connsiteX3" fmla="*/ 0 w 3153403"/>
                <a:gd name="connsiteY3" fmla="*/ 0 h 1773715"/>
              </a:gdLst>
              <a:ahLst/>
              <a:cxnLst>
                <a:cxn ang="0">
                  <a:pos x="connsiteX0" y="connsiteY0"/>
                </a:cxn>
                <a:cxn ang="0">
                  <a:pos x="connsiteX1" y="connsiteY1"/>
                </a:cxn>
                <a:cxn ang="0">
                  <a:pos x="connsiteX2" y="connsiteY2"/>
                </a:cxn>
                <a:cxn ang="0">
                  <a:pos x="connsiteX3" y="connsiteY3"/>
                </a:cxn>
              </a:cxnLst>
              <a:rect l="l" t="t" r="r" b="b"/>
              <a:pathLst>
                <a:path w="3153403" h="1773715">
                  <a:moveTo>
                    <a:pt x="0" y="0"/>
                  </a:moveTo>
                  <a:lnTo>
                    <a:pt x="1036790" y="1773715"/>
                  </a:lnTo>
                  <a:lnTo>
                    <a:pt x="3153403" y="1771137"/>
                  </a:lnTo>
                  <a:lnTo>
                    <a:pt x="0" y="0"/>
                  </a:lnTo>
                  <a:close/>
                </a:path>
              </a:pathLst>
            </a:custGeom>
            <a:gradFill>
              <a:gsLst>
                <a:gs pos="100000">
                  <a:schemeClr val="accent3"/>
                </a:gs>
                <a:gs pos="44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0" name="Freeform 29"/>
            <p:cNvSpPr/>
            <p:nvPr/>
          </p:nvSpPr>
          <p:spPr>
            <a:xfrm>
              <a:off x="-9845" y="-7221"/>
              <a:ext cx="3120462" cy="1793286"/>
            </a:xfrm>
            <a:custGeom>
              <a:avLst/>
              <a:gdLst>
                <a:gd name="connsiteX0" fmla="*/ 0 w 3172858"/>
                <a:gd name="connsiteY0" fmla="*/ 0 h 1773716"/>
                <a:gd name="connsiteX1" fmla="*/ 1079653 w 3172858"/>
                <a:gd name="connsiteY1" fmla="*/ 1773716 h 1773716"/>
                <a:gd name="connsiteX2" fmla="*/ 3172858 w 3172858"/>
                <a:gd name="connsiteY2" fmla="*/ 1751682 h 1773716"/>
                <a:gd name="connsiteX3" fmla="*/ 0 w 3172858"/>
                <a:gd name="connsiteY3" fmla="*/ 0 h 1773716"/>
                <a:gd name="connsiteX0" fmla="*/ 0 w 3114492"/>
                <a:gd name="connsiteY0" fmla="*/ 0 h 1773716"/>
                <a:gd name="connsiteX1" fmla="*/ 1079653 w 3114492"/>
                <a:gd name="connsiteY1" fmla="*/ 1773716 h 1773716"/>
                <a:gd name="connsiteX2" fmla="*/ 3114492 w 3114492"/>
                <a:gd name="connsiteY2" fmla="*/ 1177750 h 1773716"/>
                <a:gd name="connsiteX3" fmla="*/ 0 w 3114492"/>
                <a:gd name="connsiteY3" fmla="*/ 0 h 1773716"/>
                <a:gd name="connsiteX0" fmla="*/ 0 w 3153403"/>
                <a:gd name="connsiteY0" fmla="*/ 0 h 1773716"/>
                <a:gd name="connsiteX1" fmla="*/ 1079653 w 3153403"/>
                <a:gd name="connsiteY1" fmla="*/ 1773716 h 1773716"/>
                <a:gd name="connsiteX2" fmla="*/ 3153403 w 3153403"/>
                <a:gd name="connsiteY2" fmla="*/ 1771137 h 1773716"/>
                <a:gd name="connsiteX3" fmla="*/ 0 w 3153403"/>
                <a:gd name="connsiteY3" fmla="*/ 0 h 1773716"/>
                <a:gd name="connsiteX0" fmla="*/ 0 w 3153403"/>
                <a:gd name="connsiteY0" fmla="*/ 0 h 1771137"/>
                <a:gd name="connsiteX1" fmla="*/ 1036790 w 3153403"/>
                <a:gd name="connsiteY1" fmla="*/ 1768953 h 1771137"/>
                <a:gd name="connsiteX2" fmla="*/ 3153403 w 3153403"/>
                <a:gd name="connsiteY2" fmla="*/ 1771137 h 1771137"/>
                <a:gd name="connsiteX3" fmla="*/ 0 w 3153403"/>
                <a:gd name="connsiteY3" fmla="*/ 0 h 1771137"/>
                <a:gd name="connsiteX0" fmla="*/ 0 w 3153403"/>
                <a:gd name="connsiteY0" fmla="*/ 0 h 1773715"/>
                <a:gd name="connsiteX1" fmla="*/ 1036790 w 3153403"/>
                <a:gd name="connsiteY1" fmla="*/ 1773715 h 1773715"/>
                <a:gd name="connsiteX2" fmla="*/ 3153403 w 3153403"/>
                <a:gd name="connsiteY2" fmla="*/ 1771137 h 1773715"/>
                <a:gd name="connsiteX3" fmla="*/ 0 w 3153403"/>
                <a:gd name="connsiteY3" fmla="*/ 0 h 1773715"/>
                <a:gd name="connsiteX0" fmla="*/ 0 w 3081965"/>
                <a:gd name="connsiteY0" fmla="*/ 0 h 1775900"/>
                <a:gd name="connsiteX1" fmla="*/ 1036790 w 3081965"/>
                <a:gd name="connsiteY1" fmla="*/ 1773715 h 1775900"/>
                <a:gd name="connsiteX2" fmla="*/ 3081965 w 3081965"/>
                <a:gd name="connsiteY2" fmla="*/ 1775900 h 1775900"/>
                <a:gd name="connsiteX3" fmla="*/ 0 w 3081965"/>
                <a:gd name="connsiteY3" fmla="*/ 0 h 1775900"/>
                <a:gd name="connsiteX0" fmla="*/ 0 w 3086728"/>
                <a:gd name="connsiteY0" fmla="*/ 0 h 1775900"/>
                <a:gd name="connsiteX1" fmla="*/ 1036790 w 3086728"/>
                <a:gd name="connsiteY1" fmla="*/ 1773715 h 1775900"/>
                <a:gd name="connsiteX2" fmla="*/ 3086728 w 3086728"/>
                <a:gd name="connsiteY2" fmla="*/ 1775900 h 1775900"/>
                <a:gd name="connsiteX3" fmla="*/ 0 w 3086728"/>
                <a:gd name="connsiteY3" fmla="*/ 0 h 1775900"/>
                <a:gd name="connsiteX0" fmla="*/ 0 w 3091491"/>
                <a:gd name="connsiteY0" fmla="*/ 0 h 1799713"/>
                <a:gd name="connsiteX1" fmla="*/ 1036790 w 3091491"/>
                <a:gd name="connsiteY1" fmla="*/ 1773715 h 1799713"/>
                <a:gd name="connsiteX2" fmla="*/ 3091491 w 3091491"/>
                <a:gd name="connsiteY2" fmla="*/ 1799713 h 1799713"/>
                <a:gd name="connsiteX3" fmla="*/ 0 w 3091491"/>
                <a:gd name="connsiteY3" fmla="*/ 0 h 1799713"/>
                <a:gd name="connsiteX0" fmla="*/ 0 w 3120066"/>
                <a:gd name="connsiteY0" fmla="*/ 0 h 1799713"/>
                <a:gd name="connsiteX1" fmla="*/ 1036790 w 3120066"/>
                <a:gd name="connsiteY1" fmla="*/ 1773715 h 1799713"/>
                <a:gd name="connsiteX2" fmla="*/ 3120066 w 3120066"/>
                <a:gd name="connsiteY2" fmla="*/ 1799713 h 1799713"/>
                <a:gd name="connsiteX3" fmla="*/ 0 w 3120066"/>
                <a:gd name="connsiteY3" fmla="*/ 0 h 1799713"/>
                <a:gd name="connsiteX0" fmla="*/ 0 w 3120066"/>
                <a:gd name="connsiteY0" fmla="*/ 0 h 1799713"/>
                <a:gd name="connsiteX1" fmla="*/ 1019730 w 3120066"/>
                <a:gd name="connsiteY1" fmla="*/ 1773715 h 1799713"/>
                <a:gd name="connsiteX2" fmla="*/ 3120066 w 3120066"/>
                <a:gd name="connsiteY2" fmla="*/ 1799713 h 1799713"/>
                <a:gd name="connsiteX3" fmla="*/ 0 w 3120066"/>
                <a:gd name="connsiteY3" fmla="*/ 0 h 1799713"/>
                <a:gd name="connsiteX0" fmla="*/ 0 w 3133714"/>
                <a:gd name="connsiteY0" fmla="*/ 0 h 1799713"/>
                <a:gd name="connsiteX1" fmla="*/ 1033378 w 3133714"/>
                <a:gd name="connsiteY1" fmla="*/ 1773715 h 1799713"/>
                <a:gd name="connsiteX2" fmla="*/ 3133714 w 3133714"/>
                <a:gd name="connsiteY2" fmla="*/ 1799713 h 1799713"/>
                <a:gd name="connsiteX3" fmla="*/ 0 w 3133714"/>
                <a:gd name="connsiteY3" fmla="*/ 0 h 1799713"/>
                <a:gd name="connsiteX0" fmla="*/ 0 w 3140538"/>
                <a:gd name="connsiteY0" fmla="*/ 0 h 1799713"/>
                <a:gd name="connsiteX1" fmla="*/ 1040202 w 3140538"/>
                <a:gd name="connsiteY1" fmla="*/ 1773715 h 1799713"/>
                <a:gd name="connsiteX2" fmla="*/ 3140538 w 3140538"/>
                <a:gd name="connsiteY2" fmla="*/ 1799713 h 1799713"/>
                <a:gd name="connsiteX3" fmla="*/ 0 w 3140538"/>
                <a:gd name="connsiteY3" fmla="*/ 0 h 1799713"/>
                <a:gd name="connsiteX0" fmla="*/ 0 w 3126890"/>
                <a:gd name="connsiteY0" fmla="*/ 0 h 1786065"/>
                <a:gd name="connsiteX1" fmla="*/ 1040202 w 3126890"/>
                <a:gd name="connsiteY1" fmla="*/ 1773715 h 1786065"/>
                <a:gd name="connsiteX2" fmla="*/ 3126890 w 3126890"/>
                <a:gd name="connsiteY2" fmla="*/ 1786065 h 1786065"/>
                <a:gd name="connsiteX3" fmla="*/ 0 w 3126890"/>
                <a:gd name="connsiteY3" fmla="*/ 0 h 1786065"/>
                <a:gd name="connsiteX0" fmla="*/ 0 w 3113242"/>
                <a:gd name="connsiteY0" fmla="*/ 0 h 1782653"/>
                <a:gd name="connsiteX1" fmla="*/ 1026554 w 3113242"/>
                <a:gd name="connsiteY1" fmla="*/ 1770303 h 1782653"/>
                <a:gd name="connsiteX2" fmla="*/ 3113242 w 3113242"/>
                <a:gd name="connsiteY2" fmla="*/ 1782653 h 1782653"/>
                <a:gd name="connsiteX3" fmla="*/ 0 w 3113242"/>
                <a:gd name="connsiteY3" fmla="*/ 0 h 1782653"/>
                <a:gd name="connsiteX0" fmla="*/ 0 w 3123478"/>
                <a:gd name="connsiteY0" fmla="*/ 0 h 1782653"/>
                <a:gd name="connsiteX1" fmla="*/ 1036790 w 3123478"/>
                <a:gd name="connsiteY1" fmla="*/ 1770303 h 1782653"/>
                <a:gd name="connsiteX2" fmla="*/ 3123478 w 3123478"/>
                <a:gd name="connsiteY2" fmla="*/ 1782653 h 1782653"/>
                <a:gd name="connsiteX3" fmla="*/ 0 w 3123478"/>
                <a:gd name="connsiteY3" fmla="*/ 0 h 1782653"/>
                <a:gd name="connsiteX0" fmla="*/ 0 w 3109830"/>
                <a:gd name="connsiteY0" fmla="*/ 0 h 1782653"/>
                <a:gd name="connsiteX1" fmla="*/ 1036790 w 3109830"/>
                <a:gd name="connsiteY1" fmla="*/ 1770303 h 1782653"/>
                <a:gd name="connsiteX2" fmla="*/ 3109830 w 3109830"/>
                <a:gd name="connsiteY2" fmla="*/ 1782653 h 1782653"/>
                <a:gd name="connsiteX3" fmla="*/ 0 w 3109830"/>
                <a:gd name="connsiteY3" fmla="*/ 0 h 1782653"/>
                <a:gd name="connsiteX0" fmla="*/ 0 w 3120462"/>
                <a:gd name="connsiteY0" fmla="*/ 0 h 1793286"/>
                <a:gd name="connsiteX1" fmla="*/ 1047422 w 3120462"/>
                <a:gd name="connsiteY1" fmla="*/ 1780936 h 1793286"/>
                <a:gd name="connsiteX2" fmla="*/ 3120462 w 3120462"/>
                <a:gd name="connsiteY2" fmla="*/ 1793286 h 1793286"/>
                <a:gd name="connsiteX3" fmla="*/ 0 w 3120462"/>
                <a:gd name="connsiteY3" fmla="*/ 0 h 1793286"/>
              </a:gdLst>
              <a:ahLst/>
              <a:cxnLst>
                <a:cxn ang="0">
                  <a:pos x="connsiteX0" y="connsiteY0"/>
                </a:cxn>
                <a:cxn ang="0">
                  <a:pos x="connsiteX1" y="connsiteY1"/>
                </a:cxn>
                <a:cxn ang="0">
                  <a:pos x="connsiteX2" y="connsiteY2"/>
                </a:cxn>
                <a:cxn ang="0">
                  <a:pos x="connsiteX3" y="connsiteY3"/>
                </a:cxn>
              </a:cxnLst>
              <a:rect l="l" t="t" r="r" b="b"/>
              <a:pathLst>
                <a:path w="3120462" h="1793286">
                  <a:moveTo>
                    <a:pt x="0" y="0"/>
                  </a:moveTo>
                  <a:lnTo>
                    <a:pt x="1047422" y="1780936"/>
                  </a:lnTo>
                  <a:lnTo>
                    <a:pt x="3120462" y="1793286"/>
                  </a:lnTo>
                  <a:lnTo>
                    <a:pt x="0" y="0"/>
                  </a:lnTo>
                  <a:close/>
                </a:path>
              </a:pathLst>
            </a:custGeom>
            <a:gradFill>
              <a:gsLst>
                <a:gs pos="62000">
                  <a:schemeClr val="accent3"/>
                </a:gs>
                <a:gs pos="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1" name="Freeform 30"/>
            <p:cNvSpPr/>
            <p:nvPr/>
          </p:nvSpPr>
          <p:spPr>
            <a:xfrm>
              <a:off x="-3295" y="1769807"/>
              <a:ext cx="1407341" cy="5098422"/>
            </a:xfrm>
            <a:custGeom>
              <a:avLst/>
              <a:gdLst>
                <a:gd name="connsiteX0" fmla="*/ 1026488 w 1398147"/>
                <a:gd name="connsiteY0" fmla="*/ 0 h 5073445"/>
                <a:gd name="connsiteX1" fmla="*/ 1398147 w 1398147"/>
                <a:gd name="connsiteY1" fmla="*/ 1875995 h 5073445"/>
                <a:gd name="connsiteX2" fmla="*/ 0 w 1398147"/>
                <a:gd name="connsiteY2" fmla="*/ 5073445 h 5073445"/>
                <a:gd name="connsiteX3" fmla="*/ 1026488 w 1398147"/>
                <a:gd name="connsiteY3" fmla="*/ 0 h 5073445"/>
                <a:gd name="connsiteX0" fmla="*/ 1032388 w 1398147"/>
                <a:gd name="connsiteY0" fmla="*/ 0 h 5055747"/>
                <a:gd name="connsiteX1" fmla="*/ 1398147 w 1398147"/>
                <a:gd name="connsiteY1" fmla="*/ 1858297 h 5055747"/>
                <a:gd name="connsiteX2" fmla="*/ 0 w 1398147"/>
                <a:gd name="connsiteY2" fmla="*/ 5055747 h 5055747"/>
                <a:gd name="connsiteX3" fmla="*/ 1032388 w 1398147"/>
                <a:gd name="connsiteY3" fmla="*/ 0 h 5055747"/>
                <a:gd name="connsiteX0" fmla="*/ 1032388 w 1398147"/>
                <a:gd name="connsiteY0" fmla="*/ 0 h 5061646"/>
                <a:gd name="connsiteX1" fmla="*/ 1398147 w 1398147"/>
                <a:gd name="connsiteY1" fmla="*/ 1864196 h 5061646"/>
                <a:gd name="connsiteX2" fmla="*/ 0 w 1398147"/>
                <a:gd name="connsiteY2" fmla="*/ 5061646 h 5061646"/>
                <a:gd name="connsiteX3" fmla="*/ 1032388 w 1398147"/>
                <a:gd name="connsiteY3" fmla="*/ 0 h 5061646"/>
                <a:gd name="connsiteX0" fmla="*/ 1032388 w 1398147"/>
                <a:gd name="connsiteY0" fmla="*/ 0 h 5079344"/>
                <a:gd name="connsiteX1" fmla="*/ 1398147 w 1398147"/>
                <a:gd name="connsiteY1" fmla="*/ 1881894 h 5079344"/>
                <a:gd name="connsiteX2" fmla="*/ 0 w 1398147"/>
                <a:gd name="connsiteY2" fmla="*/ 5079344 h 5079344"/>
                <a:gd name="connsiteX3" fmla="*/ 1032388 w 1398147"/>
                <a:gd name="connsiteY3" fmla="*/ 0 h 5079344"/>
                <a:gd name="connsiteX0" fmla="*/ 1032388 w 1398147"/>
                <a:gd name="connsiteY0" fmla="*/ 0 h 5089936"/>
                <a:gd name="connsiteX1" fmla="*/ 1398147 w 1398147"/>
                <a:gd name="connsiteY1" fmla="*/ 1881894 h 5089936"/>
                <a:gd name="connsiteX2" fmla="*/ 0 w 1398147"/>
                <a:gd name="connsiteY2" fmla="*/ 5089936 h 5089936"/>
                <a:gd name="connsiteX3" fmla="*/ 1032388 w 1398147"/>
                <a:gd name="connsiteY3" fmla="*/ 0 h 5089936"/>
                <a:gd name="connsiteX0" fmla="*/ 1039450 w 1405209"/>
                <a:gd name="connsiteY0" fmla="*/ 0 h 5089936"/>
                <a:gd name="connsiteX1" fmla="*/ 1405209 w 1405209"/>
                <a:gd name="connsiteY1" fmla="*/ 1881894 h 5089936"/>
                <a:gd name="connsiteX2" fmla="*/ 0 w 1405209"/>
                <a:gd name="connsiteY2" fmla="*/ 5089936 h 5089936"/>
                <a:gd name="connsiteX3" fmla="*/ 1039450 w 1405209"/>
                <a:gd name="connsiteY3" fmla="*/ 0 h 5089936"/>
                <a:gd name="connsiteX0" fmla="*/ 1039450 w 1405209"/>
                <a:gd name="connsiteY0" fmla="*/ 0 h 5089936"/>
                <a:gd name="connsiteX1" fmla="*/ 1405209 w 1405209"/>
                <a:gd name="connsiteY1" fmla="*/ 1891419 h 5089936"/>
                <a:gd name="connsiteX2" fmla="*/ 0 w 1405209"/>
                <a:gd name="connsiteY2" fmla="*/ 5089936 h 5089936"/>
                <a:gd name="connsiteX3" fmla="*/ 1039450 w 1405209"/>
                <a:gd name="connsiteY3" fmla="*/ 0 h 5089936"/>
                <a:gd name="connsiteX0" fmla="*/ 1039450 w 1405209"/>
                <a:gd name="connsiteY0" fmla="*/ 0 h 5089936"/>
                <a:gd name="connsiteX1" fmla="*/ 1405209 w 1405209"/>
                <a:gd name="connsiteY1" fmla="*/ 1891419 h 5089936"/>
                <a:gd name="connsiteX2" fmla="*/ 0 w 1405209"/>
                <a:gd name="connsiteY2" fmla="*/ 5089936 h 5089936"/>
                <a:gd name="connsiteX3" fmla="*/ 8890 w 1405209"/>
                <a:gd name="connsiteY3" fmla="*/ 5081754 h 5089936"/>
                <a:gd name="connsiteX4" fmla="*/ 1039450 w 1405209"/>
                <a:gd name="connsiteY4" fmla="*/ 0 h 5089936"/>
                <a:gd name="connsiteX0" fmla="*/ 1041582 w 1407341"/>
                <a:gd name="connsiteY0" fmla="*/ 0 h 5098422"/>
                <a:gd name="connsiteX1" fmla="*/ 1407341 w 1407341"/>
                <a:gd name="connsiteY1" fmla="*/ 1891419 h 5098422"/>
                <a:gd name="connsiteX2" fmla="*/ 2132 w 1407341"/>
                <a:gd name="connsiteY2" fmla="*/ 5089936 h 5098422"/>
                <a:gd name="connsiteX3" fmla="*/ 719 w 1407341"/>
                <a:gd name="connsiteY3" fmla="*/ 5097208 h 5098422"/>
                <a:gd name="connsiteX4" fmla="*/ 1041582 w 1407341"/>
                <a:gd name="connsiteY4" fmla="*/ 0 h 5098422"/>
                <a:gd name="connsiteX0" fmla="*/ 1034758 w 1407341"/>
                <a:gd name="connsiteY0" fmla="*/ 0 h 5098422"/>
                <a:gd name="connsiteX1" fmla="*/ 1407341 w 1407341"/>
                <a:gd name="connsiteY1" fmla="*/ 1891419 h 5098422"/>
                <a:gd name="connsiteX2" fmla="*/ 2132 w 1407341"/>
                <a:gd name="connsiteY2" fmla="*/ 5089936 h 5098422"/>
                <a:gd name="connsiteX3" fmla="*/ 719 w 1407341"/>
                <a:gd name="connsiteY3" fmla="*/ 5097208 h 5098422"/>
                <a:gd name="connsiteX4" fmla="*/ 1034758 w 1407341"/>
                <a:gd name="connsiteY4" fmla="*/ 0 h 5098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7341" h="5098422">
                  <a:moveTo>
                    <a:pt x="1034758" y="0"/>
                  </a:moveTo>
                  <a:lnTo>
                    <a:pt x="1407341" y="1891419"/>
                  </a:lnTo>
                  <a:lnTo>
                    <a:pt x="2132" y="5089936"/>
                  </a:lnTo>
                  <a:cubicBezTo>
                    <a:pt x="5095" y="5083774"/>
                    <a:pt x="-2244" y="5103370"/>
                    <a:pt x="719" y="5097208"/>
                  </a:cubicBezTo>
                  <a:lnTo>
                    <a:pt x="1034758" y="0"/>
                  </a:lnTo>
                  <a:close/>
                </a:path>
              </a:pathLst>
            </a:custGeom>
            <a:gradFill>
              <a:gsLst>
                <a:gs pos="100000">
                  <a:schemeClr val="accent3"/>
                </a:gs>
                <a:gs pos="44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2" name="Freeform 31"/>
            <p:cNvSpPr/>
            <p:nvPr/>
          </p:nvSpPr>
          <p:spPr>
            <a:xfrm>
              <a:off x="8694845" y="2426110"/>
              <a:ext cx="2293341" cy="4440419"/>
            </a:xfrm>
            <a:custGeom>
              <a:avLst/>
              <a:gdLst>
                <a:gd name="connsiteX0" fmla="*/ 958645 w 2263877"/>
                <a:gd name="connsiteY0" fmla="*/ 0 h 4424516"/>
                <a:gd name="connsiteX1" fmla="*/ 2263877 w 2263877"/>
                <a:gd name="connsiteY1" fmla="*/ 1393722 h 4424516"/>
                <a:gd name="connsiteX2" fmla="*/ 0 w 2263877"/>
                <a:gd name="connsiteY2" fmla="*/ 4424516 h 4424516"/>
                <a:gd name="connsiteX3" fmla="*/ 958645 w 2263877"/>
                <a:gd name="connsiteY3" fmla="*/ 0 h 4424516"/>
                <a:gd name="connsiteX0" fmla="*/ 958645 w 2269487"/>
                <a:gd name="connsiteY0" fmla="*/ 0 h 4424516"/>
                <a:gd name="connsiteX1" fmla="*/ 2269487 w 2269487"/>
                <a:gd name="connsiteY1" fmla="*/ 1388112 h 4424516"/>
                <a:gd name="connsiteX2" fmla="*/ 0 w 2269487"/>
                <a:gd name="connsiteY2" fmla="*/ 4424516 h 4424516"/>
                <a:gd name="connsiteX3" fmla="*/ 958645 w 2269487"/>
                <a:gd name="connsiteY3" fmla="*/ 0 h 4424516"/>
                <a:gd name="connsiteX0" fmla="*/ 982499 w 2293341"/>
                <a:gd name="connsiteY0" fmla="*/ 0 h 4440419"/>
                <a:gd name="connsiteX1" fmla="*/ 2293341 w 2293341"/>
                <a:gd name="connsiteY1" fmla="*/ 1388112 h 4440419"/>
                <a:gd name="connsiteX2" fmla="*/ 0 w 2293341"/>
                <a:gd name="connsiteY2" fmla="*/ 4440419 h 4440419"/>
                <a:gd name="connsiteX3" fmla="*/ 982499 w 2293341"/>
                <a:gd name="connsiteY3" fmla="*/ 0 h 4440419"/>
              </a:gdLst>
              <a:ahLst/>
              <a:cxnLst>
                <a:cxn ang="0">
                  <a:pos x="connsiteX0" y="connsiteY0"/>
                </a:cxn>
                <a:cxn ang="0">
                  <a:pos x="connsiteX1" y="connsiteY1"/>
                </a:cxn>
                <a:cxn ang="0">
                  <a:pos x="connsiteX2" y="connsiteY2"/>
                </a:cxn>
                <a:cxn ang="0">
                  <a:pos x="connsiteX3" y="connsiteY3"/>
                </a:cxn>
              </a:cxnLst>
              <a:rect l="l" t="t" r="r" b="b"/>
              <a:pathLst>
                <a:path w="2293341" h="4440419">
                  <a:moveTo>
                    <a:pt x="982499" y="0"/>
                  </a:moveTo>
                  <a:lnTo>
                    <a:pt x="2293341" y="1388112"/>
                  </a:lnTo>
                  <a:lnTo>
                    <a:pt x="0" y="4440419"/>
                  </a:lnTo>
                  <a:lnTo>
                    <a:pt x="982499" y="0"/>
                  </a:lnTo>
                  <a:close/>
                </a:path>
              </a:pathLst>
            </a:custGeom>
            <a:gradFill>
              <a:gsLst>
                <a:gs pos="100000">
                  <a:schemeClr val="accent3"/>
                </a:gs>
                <a:gs pos="2900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3" name="Freeform 32"/>
            <p:cNvSpPr/>
            <p:nvPr/>
          </p:nvSpPr>
          <p:spPr>
            <a:xfrm>
              <a:off x="9669015" y="1066800"/>
              <a:ext cx="2530575" cy="2762250"/>
            </a:xfrm>
            <a:custGeom>
              <a:avLst/>
              <a:gdLst>
                <a:gd name="connsiteX0" fmla="*/ 2481262 w 2481262"/>
                <a:gd name="connsiteY0" fmla="*/ 0 h 2762250"/>
                <a:gd name="connsiteX1" fmla="*/ 0 w 2481262"/>
                <a:gd name="connsiteY1" fmla="*/ 1371600 h 2762250"/>
                <a:gd name="connsiteX2" fmla="*/ 1309687 w 2481262"/>
                <a:gd name="connsiteY2" fmla="*/ 2762250 h 2762250"/>
                <a:gd name="connsiteX3" fmla="*/ 2481262 w 2481262"/>
                <a:gd name="connsiteY3" fmla="*/ 0 h 2762250"/>
                <a:gd name="connsiteX0" fmla="*/ 2481262 w 2481262"/>
                <a:gd name="connsiteY0" fmla="*/ 0 h 2762250"/>
                <a:gd name="connsiteX1" fmla="*/ 0 w 2481262"/>
                <a:gd name="connsiteY1" fmla="*/ 1371600 h 2762250"/>
                <a:gd name="connsiteX2" fmla="*/ 1292857 w 2481262"/>
                <a:gd name="connsiteY2" fmla="*/ 2762250 h 2762250"/>
                <a:gd name="connsiteX3" fmla="*/ 2481262 w 2481262"/>
                <a:gd name="connsiteY3" fmla="*/ 0 h 2762250"/>
                <a:gd name="connsiteX0" fmla="*/ 2509311 w 2509311"/>
                <a:gd name="connsiteY0" fmla="*/ 0 h 2762250"/>
                <a:gd name="connsiteX1" fmla="*/ 0 w 2509311"/>
                <a:gd name="connsiteY1" fmla="*/ 1354771 h 2762250"/>
                <a:gd name="connsiteX2" fmla="*/ 1320906 w 2509311"/>
                <a:gd name="connsiteY2" fmla="*/ 2762250 h 2762250"/>
                <a:gd name="connsiteX3" fmla="*/ 2509311 w 2509311"/>
                <a:gd name="connsiteY3" fmla="*/ 0 h 2762250"/>
                <a:gd name="connsiteX0" fmla="*/ 2519943 w 2519943"/>
                <a:gd name="connsiteY0" fmla="*/ 0 h 2762250"/>
                <a:gd name="connsiteX1" fmla="*/ 0 w 2519943"/>
                <a:gd name="connsiteY1" fmla="*/ 1354771 h 2762250"/>
                <a:gd name="connsiteX2" fmla="*/ 1320906 w 2519943"/>
                <a:gd name="connsiteY2" fmla="*/ 2762250 h 2762250"/>
                <a:gd name="connsiteX3" fmla="*/ 2519943 w 2519943"/>
                <a:gd name="connsiteY3" fmla="*/ 0 h 2762250"/>
                <a:gd name="connsiteX0" fmla="*/ 2530575 w 2530575"/>
                <a:gd name="connsiteY0" fmla="*/ 0 h 2762250"/>
                <a:gd name="connsiteX1" fmla="*/ 0 w 2530575"/>
                <a:gd name="connsiteY1" fmla="*/ 1354771 h 2762250"/>
                <a:gd name="connsiteX2" fmla="*/ 1320906 w 2530575"/>
                <a:gd name="connsiteY2" fmla="*/ 2762250 h 2762250"/>
                <a:gd name="connsiteX3" fmla="*/ 2530575 w 2530575"/>
                <a:gd name="connsiteY3" fmla="*/ 0 h 2762250"/>
              </a:gdLst>
              <a:ahLst/>
              <a:cxnLst>
                <a:cxn ang="0">
                  <a:pos x="connsiteX0" y="connsiteY0"/>
                </a:cxn>
                <a:cxn ang="0">
                  <a:pos x="connsiteX1" y="connsiteY1"/>
                </a:cxn>
                <a:cxn ang="0">
                  <a:pos x="connsiteX2" y="connsiteY2"/>
                </a:cxn>
                <a:cxn ang="0">
                  <a:pos x="connsiteX3" y="connsiteY3"/>
                </a:cxn>
              </a:cxnLst>
              <a:rect l="l" t="t" r="r" b="b"/>
              <a:pathLst>
                <a:path w="2530575" h="2762250">
                  <a:moveTo>
                    <a:pt x="2530575" y="0"/>
                  </a:moveTo>
                  <a:lnTo>
                    <a:pt x="0" y="1354771"/>
                  </a:lnTo>
                  <a:lnTo>
                    <a:pt x="1320906" y="2762250"/>
                  </a:lnTo>
                  <a:lnTo>
                    <a:pt x="2530575" y="0"/>
                  </a:lnTo>
                  <a:close/>
                </a:path>
              </a:pathLst>
            </a:custGeom>
            <a:gradFill>
              <a:gsLst>
                <a:gs pos="100000">
                  <a:schemeClr val="accent3"/>
                </a:gs>
                <a:gs pos="44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4" name="Freeform 33"/>
            <p:cNvSpPr/>
            <p:nvPr/>
          </p:nvSpPr>
          <p:spPr>
            <a:xfrm>
              <a:off x="3317358" y="-5316"/>
              <a:ext cx="4354033" cy="1222744"/>
            </a:xfrm>
            <a:custGeom>
              <a:avLst/>
              <a:gdLst>
                <a:gd name="connsiteX0" fmla="*/ 0 w 4354033"/>
                <a:gd name="connsiteY0" fmla="*/ 0 h 1217428"/>
                <a:gd name="connsiteX1" fmla="*/ 3067493 w 4354033"/>
                <a:gd name="connsiteY1" fmla="*/ 10632 h 1217428"/>
                <a:gd name="connsiteX2" fmla="*/ 4354033 w 4354033"/>
                <a:gd name="connsiteY2" fmla="*/ 1217428 h 1217428"/>
                <a:gd name="connsiteX3" fmla="*/ 0 w 4354033"/>
                <a:gd name="connsiteY3" fmla="*/ 0 h 1217428"/>
                <a:gd name="connsiteX0" fmla="*/ 0 w 4354033"/>
                <a:gd name="connsiteY0" fmla="*/ 0 h 1217428"/>
                <a:gd name="connsiteX1" fmla="*/ 3088758 w 4354033"/>
                <a:gd name="connsiteY1" fmla="*/ 10632 h 1217428"/>
                <a:gd name="connsiteX2" fmla="*/ 4354033 w 4354033"/>
                <a:gd name="connsiteY2" fmla="*/ 1217428 h 1217428"/>
                <a:gd name="connsiteX3" fmla="*/ 0 w 4354033"/>
                <a:gd name="connsiteY3" fmla="*/ 0 h 1217428"/>
                <a:gd name="connsiteX0" fmla="*/ 0 w 4375298"/>
                <a:gd name="connsiteY0" fmla="*/ 0 h 1217428"/>
                <a:gd name="connsiteX1" fmla="*/ 3088758 w 4375298"/>
                <a:gd name="connsiteY1" fmla="*/ 10632 h 1217428"/>
                <a:gd name="connsiteX2" fmla="*/ 4375298 w 4375298"/>
                <a:gd name="connsiteY2" fmla="*/ 1217428 h 1217428"/>
                <a:gd name="connsiteX3" fmla="*/ 0 w 4375298"/>
                <a:gd name="connsiteY3" fmla="*/ 0 h 1217428"/>
                <a:gd name="connsiteX0" fmla="*/ 0 w 4364666"/>
                <a:gd name="connsiteY0" fmla="*/ 0 h 1217428"/>
                <a:gd name="connsiteX1" fmla="*/ 3088758 w 4364666"/>
                <a:gd name="connsiteY1" fmla="*/ 10632 h 1217428"/>
                <a:gd name="connsiteX2" fmla="*/ 4364666 w 4364666"/>
                <a:gd name="connsiteY2" fmla="*/ 1217428 h 1217428"/>
                <a:gd name="connsiteX3" fmla="*/ 0 w 4364666"/>
                <a:gd name="connsiteY3" fmla="*/ 0 h 1217428"/>
                <a:gd name="connsiteX0" fmla="*/ 0 w 4354033"/>
                <a:gd name="connsiteY0" fmla="*/ 0 h 1222744"/>
                <a:gd name="connsiteX1" fmla="*/ 3088758 w 4354033"/>
                <a:gd name="connsiteY1" fmla="*/ 10632 h 1222744"/>
                <a:gd name="connsiteX2" fmla="*/ 4354033 w 4354033"/>
                <a:gd name="connsiteY2" fmla="*/ 1222744 h 1222744"/>
                <a:gd name="connsiteX3" fmla="*/ 0 w 4354033"/>
                <a:gd name="connsiteY3" fmla="*/ 0 h 1222744"/>
                <a:gd name="connsiteX0" fmla="*/ 0 w 4354033"/>
                <a:gd name="connsiteY0" fmla="*/ 5317 h 1228061"/>
                <a:gd name="connsiteX1" fmla="*/ 3083442 w 4354033"/>
                <a:gd name="connsiteY1" fmla="*/ 0 h 1228061"/>
                <a:gd name="connsiteX2" fmla="*/ 4354033 w 4354033"/>
                <a:gd name="connsiteY2" fmla="*/ 1228061 h 1228061"/>
                <a:gd name="connsiteX3" fmla="*/ 0 w 4354033"/>
                <a:gd name="connsiteY3" fmla="*/ 5317 h 1228061"/>
                <a:gd name="connsiteX0" fmla="*/ 0 w 4354033"/>
                <a:gd name="connsiteY0" fmla="*/ 0 h 1222744"/>
                <a:gd name="connsiteX1" fmla="*/ 3094074 w 4354033"/>
                <a:gd name="connsiteY1" fmla="*/ 5315 h 1222744"/>
                <a:gd name="connsiteX2" fmla="*/ 4354033 w 4354033"/>
                <a:gd name="connsiteY2" fmla="*/ 1222744 h 1222744"/>
                <a:gd name="connsiteX3" fmla="*/ 0 w 4354033"/>
                <a:gd name="connsiteY3" fmla="*/ 0 h 1222744"/>
              </a:gdLst>
              <a:ahLst/>
              <a:cxnLst>
                <a:cxn ang="0">
                  <a:pos x="connsiteX0" y="connsiteY0"/>
                </a:cxn>
                <a:cxn ang="0">
                  <a:pos x="connsiteX1" y="connsiteY1"/>
                </a:cxn>
                <a:cxn ang="0">
                  <a:pos x="connsiteX2" y="connsiteY2"/>
                </a:cxn>
                <a:cxn ang="0">
                  <a:pos x="connsiteX3" y="connsiteY3"/>
                </a:cxn>
              </a:cxnLst>
              <a:rect l="l" t="t" r="r" b="b"/>
              <a:pathLst>
                <a:path w="4354033" h="1222744">
                  <a:moveTo>
                    <a:pt x="0" y="0"/>
                  </a:moveTo>
                  <a:lnTo>
                    <a:pt x="3094074" y="5315"/>
                  </a:lnTo>
                  <a:lnTo>
                    <a:pt x="4354033" y="1222744"/>
                  </a:lnTo>
                  <a:lnTo>
                    <a:pt x="0" y="0"/>
                  </a:lnTo>
                  <a:close/>
                </a:path>
              </a:pathLst>
            </a:custGeom>
            <a:gradFill>
              <a:gsLst>
                <a:gs pos="100000">
                  <a:schemeClr val="accent3"/>
                </a:gs>
                <a:gs pos="8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34"/>
            <p:cNvSpPr/>
            <p:nvPr/>
          </p:nvSpPr>
          <p:spPr>
            <a:xfrm>
              <a:off x="8690614" y="3782459"/>
              <a:ext cx="2818349" cy="3087424"/>
            </a:xfrm>
            <a:custGeom>
              <a:avLst/>
              <a:gdLst>
                <a:gd name="connsiteX0" fmla="*/ 2270113 w 2753791"/>
                <a:gd name="connsiteY0" fmla="*/ 0 h 3029171"/>
                <a:gd name="connsiteX1" fmla="*/ 0 w 2753791"/>
                <a:gd name="connsiteY1" fmla="*/ 3025640 h 3029171"/>
                <a:gd name="connsiteX2" fmla="*/ 2753791 w 2753791"/>
                <a:gd name="connsiteY2" fmla="*/ 3029171 h 3029171"/>
                <a:gd name="connsiteX3" fmla="*/ 2270113 w 2753791"/>
                <a:gd name="connsiteY3" fmla="*/ 0 h 3029171"/>
                <a:gd name="connsiteX0" fmla="*/ 2247810 w 2753791"/>
                <a:gd name="connsiteY0" fmla="*/ 0 h 3073776"/>
                <a:gd name="connsiteX1" fmla="*/ 0 w 2753791"/>
                <a:gd name="connsiteY1" fmla="*/ 3070245 h 3073776"/>
                <a:gd name="connsiteX2" fmla="*/ 2753791 w 2753791"/>
                <a:gd name="connsiteY2" fmla="*/ 3073776 h 3073776"/>
                <a:gd name="connsiteX3" fmla="*/ 2247810 w 2753791"/>
                <a:gd name="connsiteY3" fmla="*/ 0 h 3073776"/>
                <a:gd name="connsiteX0" fmla="*/ 2311420 w 2817401"/>
                <a:gd name="connsiteY0" fmla="*/ 0 h 3073776"/>
                <a:gd name="connsiteX1" fmla="*/ 0 w 2817401"/>
                <a:gd name="connsiteY1" fmla="*/ 3062294 h 3073776"/>
                <a:gd name="connsiteX2" fmla="*/ 2817401 w 2817401"/>
                <a:gd name="connsiteY2" fmla="*/ 3073776 h 3073776"/>
                <a:gd name="connsiteX3" fmla="*/ 2311420 w 2817401"/>
                <a:gd name="connsiteY3" fmla="*/ 0 h 3073776"/>
                <a:gd name="connsiteX0" fmla="*/ 2311420 w 2817401"/>
                <a:gd name="connsiteY0" fmla="*/ 0 h 3089589"/>
                <a:gd name="connsiteX1" fmla="*/ 0 w 2817401"/>
                <a:gd name="connsiteY1" fmla="*/ 3089589 h 3089589"/>
                <a:gd name="connsiteX2" fmla="*/ 2817401 w 2817401"/>
                <a:gd name="connsiteY2" fmla="*/ 3073776 h 3089589"/>
                <a:gd name="connsiteX3" fmla="*/ 2311420 w 2817401"/>
                <a:gd name="connsiteY3" fmla="*/ 0 h 3089589"/>
                <a:gd name="connsiteX0" fmla="*/ 2306657 w 2812638"/>
                <a:gd name="connsiteY0" fmla="*/ 0 h 3089589"/>
                <a:gd name="connsiteX1" fmla="*/ 0 w 2812638"/>
                <a:gd name="connsiteY1" fmla="*/ 3089589 h 3089589"/>
                <a:gd name="connsiteX2" fmla="*/ 2812638 w 2812638"/>
                <a:gd name="connsiteY2" fmla="*/ 3073776 h 3089589"/>
                <a:gd name="connsiteX3" fmla="*/ 2306657 w 2812638"/>
                <a:gd name="connsiteY3" fmla="*/ 0 h 3089589"/>
                <a:gd name="connsiteX0" fmla="*/ 2306657 w 2812638"/>
                <a:gd name="connsiteY0" fmla="*/ 0 h 3084826"/>
                <a:gd name="connsiteX1" fmla="*/ 0 w 2812638"/>
                <a:gd name="connsiteY1" fmla="*/ 3084826 h 3084826"/>
                <a:gd name="connsiteX2" fmla="*/ 2812638 w 2812638"/>
                <a:gd name="connsiteY2" fmla="*/ 3073776 h 3084826"/>
                <a:gd name="connsiteX3" fmla="*/ 2306657 w 2812638"/>
                <a:gd name="connsiteY3" fmla="*/ 0 h 3084826"/>
                <a:gd name="connsiteX0" fmla="*/ 2292370 w 2798351"/>
                <a:gd name="connsiteY0" fmla="*/ 0 h 3084826"/>
                <a:gd name="connsiteX1" fmla="*/ 0 w 2798351"/>
                <a:gd name="connsiteY1" fmla="*/ 3084826 h 3084826"/>
                <a:gd name="connsiteX2" fmla="*/ 2798351 w 2798351"/>
                <a:gd name="connsiteY2" fmla="*/ 3073776 h 3084826"/>
                <a:gd name="connsiteX3" fmla="*/ 2292370 w 2798351"/>
                <a:gd name="connsiteY3" fmla="*/ 0 h 3084826"/>
                <a:gd name="connsiteX0" fmla="*/ 2298720 w 2804701"/>
                <a:gd name="connsiteY0" fmla="*/ 0 h 3084826"/>
                <a:gd name="connsiteX1" fmla="*/ 0 w 2804701"/>
                <a:gd name="connsiteY1" fmla="*/ 3084826 h 3084826"/>
                <a:gd name="connsiteX2" fmla="*/ 2804701 w 2804701"/>
                <a:gd name="connsiteY2" fmla="*/ 3073776 h 3084826"/>
                <a:gd name="connsiteX3" fmla="*/ 2298720 w 2804701"/>
                <a:gd name="connsiteY3" fmla="*/ 0 h 3084826"/>
                <a:gd name="connsiteX0" fmla="*/ 2298720 w 2804701"/>
                <a:gd name="connsiteY0" fmla="*/ 0 h 3084826"/>
                <a:gd name="connsiteX1" fmla="*/ 0 w 2804701"/>
                <a:gd name="connsiteY1" fmla="*/ 3084826 h 3084826"/>
                <a:gd name="connsiteX2" fmla="*/ 2804701 w 2804701"/>
                <a:gd name="connsiteY2" fmla="*/ 3073776 h 3084826"/>
                <a:gd name="connsiteX3" fmla="*/ 2298720 w 2804701"/>
                <a:gd name="connsiteY3" fmla="*/ 0 h 3084826"/>
                <a:gd name="connsiteX0" fmla="*/ 2311420 w 2804701"/>
                <a:gd name="connsiteY0" fmla="*/ 0 h 3084826"/>
                <a:gd name="connsiteX1" fmla="*/ 0 w 2804701"/>
                <a:gd name="connsiteY1" fmla="*/ 3084826 h 3084826"/>
                <a:gd name="connsiteX2" fmla="*/ 2804701 w 2804701"/>
                <a:gd name="connsiteY2" fmla="*/ 3073776 h 3084826"/>
                <a:gd name="connsiteX3" fmla="*/ 2311420 w 2804701"/>
                <a:gd name="connsiteY3" fmla="*/ 0 h 3084826"/>
                <a:gd name="connsiteX0" fmla="*/ 2311420 w 2804701"/>
                <a:gd name="connsiteY0" fmla="*/ 0 h 3087424"/>
                <a:gd name="connsiteX1" fmla="*/ 0 w 2804701"/>
                <a:gd name="connsiteY1" fmla="*/ 3084826 h 3087424"/>
                <a:gd name="connsiteX2" fmla="*/ 2804701 w 2804701"/>
                <a:gd name="connsiteY2" fmla="*/ 3087424 h 3087424"/>
                <a:gd name="connsiteX3" fmla="*/ 2311420 w 2804701"/>
                <a:gd name="connsiteY3" fmla="*/ 0 h 3087424"/>
                <a:gd name="connsiteX0" fmla="*/ 2311420 w 2818349"/>
                <a:gd name="connsiteY0" fmla="*/ 0 h 3087424"/>
                <a:gd name="connsiteX1" fmla="*/ 0 w 2818349"/>
                <a:gd name="connsiteY1" fmla="*/ 3084826 h 3087424"/>
                <a:gd name="connsiteX2" fmla="*/ 2818349 w 2818349"/>
                <a:gd name="connsiteY2" fmla="*/ 3087424 h 3087424"/>
                <a:gd name="connsiteX3" fmla="*/ 2311420 w 2818349"/>
                <a:gd name="connsiteY3" fmla="*/ 0 h 3087424"/>
              </a:gdLst>
              <a:ahLst/>
              <a:cxnLst>
                <a:cxn ang="0">
                  <a:pos x="connsiteX0" y="connsiteY0"/>
                </a:cxn>
                <a:cxn ang="0">
                  <a:pos x="connsiteX1" y="connsiteY1"/>
                </a:cxn>
                <a:cxn ang="0">
                  <a:pos x="connsiteX2" y="connsiteY2"/>
                </a:cxn>
                <a:cxn ang="0">
                  <a:pos x="connsiteX3" y="connsiteY3"/>
                </a:cxn>
              </a:cxnLst>
              <a:rect l="l" t="t" r="r" b="b"/>
              <a:pathLst>
                <a:path w="2818349" h="3087424">
                  <a:moveTo>
                    <a:pt x="2311420" y="0"/>
                  </a:moveTo>
                  <a:lnTo>
                    <a:pt x="0" y="3084826"/>
                  </a:lnTo>
                  <a:lnTo>
                    <a:pt x="2818349" y="3087424"/>
                  </a:lnTo>
                  <a:lnTo>
                    <a:pt x="2311420" y="0"/>
                  </a:lnTo>
                  <a:close/>
                </a:path>
              </a:pathLst>
            </a:custGeom>
            <a:gradFill>
              <a:gsLst>
                <a:gs pos="100000">
                  <a:schemeClr val="accent3"/>
                </a:gs>
                <a:gs pos="32000">
                  <a:schemeClr val="accent2"/>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6" name="Freeform 35"/>
            <p:cNvSpPr/>
            <p:nvPr/>
          </p:nvSpPr>
          <p:spPr>
            <a:xfrm>
              <a:off x="7660347" y="1094096"/>
              <a:ext cx="4531653" cy="1344304"/>
            </a:xfrm>
            <a:custGeom>
              <a:avLst/>
              <a:gdLst>
                <a:gd name="connsiteX0" fmla="*/ 0 w 4533900"/>
                <a:gd name="connsiteY0" fmla="*/ 142875 h 1371600"/>
                <a:gd name="connsiteX1" fmla="*/ 4533900 w 4533900"/>
                <a:gd name="connsiteY1" fmla="*/ 0 h 1371600"/>
                <a:gd name="connsiteX2" fmla="*/ 2043113 w 4533900"/>
                <a:gd name="connsiteY2" fmla="*/ 1371600 h 1371600"/>
                <a:gd name="connsiteX3" fmla="*/ 0 w 4533900"/>
                <a:gd name="connsiteY3" fmla="*/ 142875 h 1371600"/>
                <a:gd name="connsiteX0" fmla="*/ 0 w 4533900"/>
                <a:gd name="connsiteY0" fmla="*/ 142875 h 1371600"/>
                <a:gd name="connsiteX1" fmla="*/ 4533900 w 4533900"/>
                <a:gd name="connsiteY1" fmla="*/ 0 h 1371600"/>
                <a:gd name="connsiteX2" fmla="*/ 2021848 w 4533900"/>
                <a:gd name="connsiteY2" fmla="*/ 1371600 h 1371600"/>
                <a:gd name="connsiteX3" fmla="*/ 0 w 4533900"/>
                <a:gd name="connsiteY3" fmla="*/ 142875 h 1371600"/>
                <a:gd name="connsiteX0" fmla="*/ 0 w 4544532"/>
                <a:gd name="connsiteY0" fmla="*/ 153508 h 1371600"/>
                <a:gd name="connsiteX1" fmla="*/ 4544532 w 4544532"/>
                <a:gd name="connsiteY1" fmla="*/ 0 h 1371600"/>
                <a:gd name="connsiteX2" fmla="*/ 2032480 w 4544532"/>
                <a:gd name="connsiteY2" fmla="*/ 1371600 h 1371600"/>
                <a:gd name="connsiteX3" fmla="*/ 0 w 4544532"/>
                <a:gd name="connsiteY3" fmla="*/ 153508 h 1371600"/>
                <a:gd name="connsiteX0" fmla="*/ 0 w 4544532"/>
                <a:gd name="connsiteY0" fmla="*/ 142875 h 1371600"/>
                <a:gd name="connsiteX1" fmla="*/ 4544532 w 4544532"/>
                <a:gd name="connsiteY1" fmla="*/ 0 h 1371600"/>
                <a:gd name="connsiteX2" fmla="*/ 2032480 w 4544532"/>
                <a:gd name="connsiteY2" fmla="*/ 1371600 h 1371600"/>
                <a:gd name="connsiteX3" fmla="*/ 0 w 4544532"/>
                <a:gd name="connsiteY3" fmla="*/ 142875 h 1371600"/>
                <a:gd name="connsiteX0" fmla="*/ 0 w 4536805"/>
                <a:gd name="connsiteY0" fmla="*/ 148026 h 1371600"/>
                <a:gd name="connsiteX1" fmla="*/ 4536805 w 4536805"/>
                <a:gd name="connsiteY1" fmla="*/ 0 h 1371600"/>
                <a:gd name="connsiteX2" fmla="*/ 2024753 w 4536805"/>
                <a:gd name="connsiteY2" fmla="*/ 1371600 h 1371600"/>
                <a:gd name="connsiteX3" fmla="*/ 0 w 4536805"/>
                <a:gd name="connsiteY3" fmla="*/ 148026 h 1371600"/>
                <a:gd name="connsiteX0" fmla="*/ 0 w 4531653"/>
                <a:gd name="connsiteY0" fmla="*/ 142874 h 1371600"/>
                <a:gd name="connsiteX1" fmla="*/ 4531653 w 4531653"/>
                <a:gd name="connsiteY1" fmla="*/ 0 h 1371600"/>
                <a:gd name="connsiteX2" fmla="*/ 2019601 w 4531653"/>
                <a:gd name="connsiteY2" fmla="*/ 1371600 h 1371600"/>
                <a:gd name="connsiteX3" fmla="*/ 0 w 4531653"/>
                <a:gd name="connsiteY3" fmla="*/ 142874 h 1371600"/>
                <a:gd name="connsiteX0" fmla="*/ 0 w 3944799"/>
                <a:gd name="connsiteY0" fmla="*/ 33692 h 1262418"/>
                <a:gd name="connsiteX1" fmla="*/ 3944799 w 3944799"/>
                <a:gd name="connsiteY1" fmla="*/ 0 h 1262418"/>
                <a:gd name="connsiteX2" fmla="*/ 2019601 w 3944799"/>
                <a:gd name="connsiteY2" fmla="*/ 1262418 h 1262418"/>
                <a:gd name="connsiteX3" fmla="*/ 0 w 3944799"/>
                <a:gd name="connsiteY3" fmla="*/ 33692 h 1262418"/>
                <a:gd name="connsiteX0" fmla="*/ 0 w 4531653"/>
                <a:gd name="connsiteY0" fmla="*/ 115578 h 1344304"/>
                <a:gd name="connsiteX1" fmla="*/ 4531653 w 4531653"/>
                <a:gd name="connsiteY1" fmla="*/ 0 h 1344304"/>
                <a:gd name="connsiteX2" fmla="*/ 2019601 w 4531653"/>
                <a:gd name="connsiteY2" fmla="*/ 1344304 h 1344304"/>
                <a:gd name="connsiteX3" fmla="*/ 0 w 4531653"/>
                <a:gd name="connsiteY3" fmla="*/ 115578 h 1344304"/>
              </a:gdLst>
              <a:ahLst/>
              <a:cxnLst>
                <a:cxn ang="0">
                  <a:pos x="connsiteX0" y="connsiteY0"/>
                </a:cxn>
                <a:cxn ang="0">
                  <a:pos x="connsiteX1" y="connsiteY1"/>
                </a:cxn>
                <a:cxn ang="0">
                  <a:pos x="connsiteX2" y="connsiteY2"/>
                </a:cxn>
                <a:cxn ang="0">
                  <a:pos x="connsiteX3" y="connsiteY3"/>
                </a:cxn>
              </a:cxnLst>
              <a:rect l="l" t="t" r="r" b="b"/>
              <a:pathLst>
                <a:path w="4531653" h="1344304">
                  <a:moveTo>
                    <a:pt x="0" y="115578"/>
                  </a:moveTo>
                  <a:lnTo>
                    <a:pt x="4531653" y="0"/>
                  </a:lnTo>
                  <a:lnTo>
                    <a:pt x="2019601" y="1344304"/>
                  </a:lnTo>
                  <a:lnTo>
                    <a:pt x="0" y="115578"/>
                  </a:lnTo>
                  <a:close/>
                </a:path>
              </a:pathLst>
            </a:custGeom>
            <a:gradFill>
              <a:gsLst>
                <a:gs pos="100000">
                  <a:schemeClr val="accent3"/>
                </a:gs>
                <a:gs pos="44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7" name="Freeform 36"/>
            <p:cNvSpPr/>
            <p:nvPr/>
          </p:nvSpPr>
          <p:spPr>
            <a:xfrm>
              <a:off x="4067336" y="4700371"/>
              <a:ext cx="4645354" cy="2166557"/>
            </a:xfrm>
            <a:custGeom>
              <a:avLst/>
              <a:gdLst>
                <a:gd name="connsiteX0" fmla="*/ 0 w 4632158"/>
                <a:gd name="connsiteY0" fmla="*/ 1239253 h 2129590"/>
                <a:gd name="connsiteX1" fmla="*/ 3645569 w 4632158"/>
                <a:gd name="connsiteY1" fmla="*/ 0 h 2129590"/>
                <a:gd name="connsiteX2" fmla="*/ 4632158 w 4632158"/>
                <a:gd name="connsiteY2" fmla="*/ 2129590 h 2129590"/>
                <a:gd name="connsiteX3" fmla="*/ 0 w 4632158"/>
                <a:gd name="connsiteY3" fmla="*/ 1239253 h 2129590"/>
                <a:gd name="connsiteX0" fmla="*/ 0 w 4632158"/>
                <a:gd name="connsiteY0" fmla="*/ 1243228 h 2133565"/>
                <a:gd name="connsiteX1" fmla="*/ 3641593 w 4632158"/>
                <a:gd name="connsiteY1" fmla="*/ 0 h 2133565"/>
                <a:gd name="connsiteX2" fmla="*/ 4632158 w 4632158"/>
                <a:gd name="connsiteY2" fmla="*/ 2133565 h 2133565"/>
                <a:gd name="connsiteX3" fmla="*/ 0 w 4632158"/>
                <a:gd name="connsiteY3" fmla="*/ 1243228 h 2133565"/>
                <a:gd name="connsiteX0" fmla="*/ 0 w 4656011"/>
                <a:gd name="connsiteY0" fmla="*/ 1243228 h 2157419"/>
                <a:gd name="connsiteX1" fmla="*/ 3641593 w 4656011"/>
                <a:gd name="connsiteY1" fmla="*/ 0 h 2157419"/>
                <a:gd name="connsiteX2" fmla="*/ 4656011 w 4656011"/>
                <a:gd name="connsiteY2" fmla="*/ 2157419 h 2157419"/>
                <a:gd name="connsiteX3" fmla="*/ 0 w 4656011"/>
                <a:gd name="connsiteY3" fmla="*/ 1243228 h 2157419"/>
                <a:gd name="connsiteX0" fmla="*/ 0 w 4659987"/>
                <a:gd name="connsiteY0" fmla="*/ 1247204 h 2157419"/>
                <a:gd name="connsiteX1" fmla="*/ 3645569 w 4659987"/>
                <a:gd name="connsiteY1" fmla="*/ 0 h 2157419"/>
                <a:gd name="connsiteX2" fmla="*/ 4659987 w 4659987"/>
                <a:gd name="connsiteY2" fmla="*/ 2157419 h 2157419"/>
                <a:gd name="connsiteX3" fmla="*/ 0 w 4659987"/>
                <a:gd name="connsiteY3" fmla="*/ 1247204 h 2157419"/>
                <a:gd name="connsiteX0" fmla="*/ 0 w 4667938"/>
                <a:gd name="connsiteY0" fmla="*/ 1263107 h 2157419"/>
                <a:gd name="connsiteX1" fmla="*/ 3653520 w 4667938"/>
                <a:gd name="connsiteY1" fmla="*/ 0 h 2157419"/>
                <a:gd name="connsiteX2" fmla="*/ 4667938 w 4667938"/>
                <a:gd name="connsiteY2" fmla="*/ 2157419 h 2157419"/>
                <a:gd name="connsiteX3" fmla="*/ 0 w 4667938"/>
                <a:gd name="connsiteY3" fmla="*/ 1263107 h 2157419"/>
                <a:gd name="connsiteX0" fmla="*/ 0 w 4667938"/>
                <a:gd name="connsiteY0" fmla="*/ 1259132 h 2157419"/>
                <a:gd name="connsiteX1" fmla="*/ 3653520 w 4667938"/>
                <a:gd name="connsiteY1" fmla="*/ 0 h 2157419"/>
                <a:gd name="connsiteX2" fmla="*/ 4667938 w 4667938"/>
                <a:gd name="connsiteY2" fmla="*/ 2157419 h 2157419"/>
                <a:gd name="connsiteX3" fmla="*/ 0 w 4667938"/>
                <a:gd name="connsiteY3" fmla="*/ 1259132 h 2157419"/>
                <a:gd name="connsiteX0" fmla="*/ 0 w 4667938"/>
                <a:gd name="connsiteY0" fmla="*/ 1259132 h 2157419"/>
                <a:gd name="connsiteX1" fmla="*/ 3653520 w 4667938"/>
                <a:gd name="connsiteY1" fmla="*/ 0 h 2157419"/>
                <a:gd name="connsiteX2" fmla="*/ 4667938 w 4667938"/>
                <a:gd name="connsiteY2" fmla="*/ 2157419 h 2157419"/>
                <a:gd name="connsiteX3" fmla="*/ 0 w 4667938"/>
                <a:gd name="connsiteY3" fmla="*/ 1259132 h 2157419"/>
                <a:gd name="connsiteX0" fmla="*/ 0 w 4659987"/>
                <a:gd name="connsiteY0" fmla="*/ 1251181 h 2157419"/>
                <a:gd name="connsiteX1" fmla="*/ 3645569 w 4659987"/>
                <a:gd name="connsiteY1" fmla="*/ 0 h 2157419"/>
                <a:gd name="connsiteX2" fmla="*/ 4659987 w 4659987"/>
                <a:gd name="connsiteY2" fmla="*/ 2157419 h 2157419"/>
                <a:gd name="connsiteX3" fmla="*/ 0 w 4659987"/>
                <a:gd name="connsiteY3" fmla="*/ 1251181 h 2157419"/>
                <a:gd name="connsiteX0" fmla="*/ 0 w 4674275"/>
                <a:gd name="connsiteY0" fmla="*/ 1251181 h 2157419"/>
                <a:gd name="connsiteX1" fmla="*/ 3645569 w 4674275"/>
                <a:gd name="connsiteY1" fmla="*/ 0 h 2157419"/>
                <a:gd name="connsiteX2" fmla="*/ 4674275 w 4674275"/>
                <a:gd name="connsiteY2" fmla="*/ 2157419 h 2157419"/>
                <a:gd name="connsiteX3" fmla="*/ 0 w 4674275"/>
                <a:gd name="connsiteY3" fmla="*/ 1251181 h 2157419"/>
                <a:gd name="connsiteX0" fmla="*/ 0 w 4683800"/>
                <a:gd name="connsiteY0" fmla="*/ 1251181 h 2157419"/>
                <a:gd name="connsiteX1" fmla="*/ 3655094 w 4683800"/>
                <a:gd name="connsiteY1" fmla="*/ 0 h 2157419"/>
                <a:gd name="connsiteX2" fmla="*/ 4683800 w 4683800"/>
                <a:gd name="connsiteY2" fmla="*/ 2157419 h 2157419"/>
                <a:gd name="connsiteX3" fmla="*/ 0 w 4683800"/>
                <a:gd name="connsiteY3" fmla="*/ 1251181 h 2157419"/>
                <a:gd name="connsiteX0" fmla="*/ 0 w 4695230"/>
                <a:gd name="connsiteY0" fmla="*/ 1251181 h 2157419"/>
                <a:gd name="connsiteX1" fmla="*/ 3666524 w 4695230"/>
                <a:gd name="connsiteY1" fmla="*/ 0 h 2157419"/>
                <a:gd name="connsiteX2" fmla="*/ 4695230 w 4695230"/>
                <a:gd name="connsiteY2" fmla="*/ 2157419 h 2157419"/>
                <a:gd name="connsiteX3" fmla="*/ 0 w 4695230"/>
                <a:gd name="connsiteY3" fmla="*/ 1251181 h 2157419"/>
                <a:gd name="connsiteX0" fmla="*/ 0 w 4695230"/>
                <a:gd name="connsiteY0" fmla="*/ 1251181 h 2171067"/>
                <a:gd name="connsiteX1" fmla="*/ 3666524 w 4695230"/>
                <a:gd name="connsiteY1" fmla="*/ 0 h 2171067"/>
                <a:gd name="connsiteX2" fmla="*/ 4695230 w 4695230"/>
                <a:gd name="connsiteY2" fmla="*/ 2171067 h 2171067"/>
                <a:gd name="connsiteX3" fmla="*/ 0 w 4695230"/>
                <a:gd name="connsiteY3" fmla="*/ 1251181 h 2171067"/>
                <a:gd name="connsiteX0" fmla="*/ 0 w 4708878"/>
                <a:gd name="connsiteY0" fmla="*/ 1251181 h 2184715"/>
                <a:gd name="connsiteX1" fmla="*/ 3666524 w 4708878"/>
                <a:gd name="connsiteY1" fmla="*/ 0 h 2184715"/>
                <a:gd name="connsiteX2" fmla="*/ 4708878 w 4708878"/>
                <a:gd name="connsiteY2" fmla="*/ 2184715 h 2184715"/>
                <a:gd name="connsiteX3" fmla="*/ 0 w 4708878"/>
                <a:gd name="connsiteY3" fmla="*/ 1251181 h 2184715"/>
                <a:gd name="connsiteX0" fmla="*/ 0 w 4722526"/>
                <a:gd name="connsiteY0" fmla="*/ 1251181 h 2198363"/>
                <a:gd name="connsiteX1" fmla="*/ 3666524 w 4722526"/>
                <a:gd name="connsiteY1" fmla="*/ 0 h 2198363"/>
                <a:gd name="connsiteX2" fmla="*/ 4722526 w 4722526"/>
                <a:gd name="connsiteY2" fmla="*/ 2198363 h 2198363"/>
                <a:gd name="connsiteX3" fmla="*/ 0 w 4722526"/>
                <a:gd name="connsiteY3" fmla="*/ 1251181 h 2198363"/>
                <a:gd name="connsiteX0" fmla="*/ 0 w 4658916"/>
                <a:gd name="connsiteY0" fmla="*/ 1251181 h 2190411"/>
                <a:gd name="connsiteX1" fmla="*/ 3666524 w 4658916"/>
                <a:gd name="connsiteY1" fmla="*/ 0 h 2190411"/>
                <a:gd name="connsiteX2" fmla="*/ 4658916 w 4658916"/>
                <a:gd name="connsiteY2" fmla="*/ 2190411 h 2190411"/>
                <a:gd name="connsiteX3" fmla="*/ 0 w 4658916"/>
                <a:gd name="connsiteY3" fmla="*/ 1251181 h 2190411"/>
                <a:gd name="connsiteX0" fmla="*/ 0 w 4658916"/>
                <a:gd name="connsiteY0" fmla="*/ 1251181 h 2166557"/>
                <a:gd name="connsiteX1" fmla="*/ 3666524 w 4658916"/>
                <a:gd name="connsiteY1" fmla="*/ 0 h 2166557"/>
                <a:gd name="connsiteX2" fmla="*/ 4658916 w 4658916"/>
                <a:gd name="connsiteY2" fmla="*/ 2166557 h 2166557"/>
                <a:gd name="connsiteX3" fmla="*/ 0 w 4658916"/>
                <a:gd name="connsiteY3" fmla="*/ 1251181 h 2166557"/>
                <a:gd name="connsiteX0" fmla="*/ 0 w 4670136"/>
                <a:gd name="connsiteY0" fmla="*/ 1251181 h 2166557"/>
                <a:gd name="connsiteX1" fmla="*/ 3677744 w 4670136"/>
                <a:gd name="connsiteY1" fmla="*/ 0 h 2166557"/>
                <a:gd name="connsiteX2" fmla="*/ 4670136 w 4670136"/>
                <a:gd name="connsiteY2" fmla="*/ 2166557 h 2166557"/>
                <a:gd name="connsiteX3" fmla="*/ 0 w 4670136"/>
                <a:gd name="connsiteY3" fmla="*/ 1251181 h 2166557"/>
                <a:gd name="connsiteX0" fmla="*/ 0 w 4653306"/>
                <a:gd name="connsiteY0" fmla="*/ 1251181 h 2166557"/>
                <a:gd name="connsiteX1" fmla="*/ 3660914 w 4653306"/>
                <a:gd name="connsiteY1" fmla="*/ 0 h 2166557"/>
                <a:gd name="connsiteX2" fmla="*/ 4653306 w 4653306"/>
                <a:gd name="connsiteY2" fmla="*/ 2166557 h 2166557"/>
                <a:gd name="connsiteX3" fmla="*/ 0 w 4653306"/>
                <a:gd name="connsiteY3" fmla="*/ 1251181 h 2166557"/>
                <a:gd name="connsiteX0" fmla="*/ 0 w 4001299"/>
                <a:gd name="connsiteY0" fmla="*/ 869518 h 2166557"/>
                <a:gd name="connsiteX1" fmla="*/ 3008907 w 4001299"/>
                <a:gd name="connsiteY1" fmla="*/ 0 h 2166557"/>
                <a:gd name="connsiteX2" fmla="*/ 4001299 w 4001299"/>
                <a:gd name="connsiteY2" fmla="*/ 2166557 h 2166557"/>
                <a:gd name="connsiteX3" fmla="*/ 0 w 4001299"/>
                <a:gd name="connsiteY3" fmla="*/ 869518 h 2166557"/>
                <a:gd name="connsiteX0" fmla="*/ 0 w 4645354"/>
                <a:gd name="connsiteY0" fmla="*/ 1251181 h 2166557"/>
                <a:gd name="connsiteX1" fmla="*/ 3652962 w 4645354"/>
                <a:gd name="connsiteY1" fmla="*/ 0 h 2166557"/>
                <a:gd name="connsiteX2" fmla="*/ 4645354 w 4645354"/>
                <a:gd name="connsiteY2" fmla="*/ 2166557 h 2166557"/>
                <a:gd name="connsiteX3" fmla="*/ 0 w 4645354"/>
                <a:gd name="connsiteY3" fmla="*/ 1251181 h 2166557"/>
                <a:gd name="connsiteX0" fmla="*/ 0 w 4645354"/>
                <a:gd name="connsiteY0" fmla="*/ 1243230 h 2166557"/>
                <a:gd name="connsiteX1" fmla="*/ 3652962 w 4645354"/>
                <a:gd name="connsiteY1" fmla="*/ 0 h 2166557"/>
                <a:gd name="connsiteX2" fmla="*/ 4645354 w 4645354"/>
                <a:gd name="connsiteY2" fmla="*/ 2166557 h 2166557"/>
                <a:gd name="connsiteX3" fmla="*/ 0 w 4645354"/>
                <a:gd name="connsiteY3" fmla="*/ 1243230 h 2166557"/>
              </a:gdLst>
              <a:ahLst/>
              <a:cxnLst>
                <a:cxn ang="0">
                  <a:pos x="connsiteX0" y="connsiteY0"/>
                </a:cxn>
                <a:cxn ang="0">
                  <a:pos x="connsiteX1" y="connsiteY1"/>
                </a:cxn>
                <a:cxn ang="0">
                  <a:pos x="connsiteX2" y="connsiteY2"/>
                </a:cxn>
                <a:cxn ang="0">
                  <a:pos x="connsiteX3" y="connsiteY3"/>
                </a:cxn>
              </a:cxnLst>
              <a:rect l="l" t="t" r="r" b="b"/>
              <a:pathLst>
                <a:path w="4645354" h="2166557">
                  <a:moveTo>
                    <a:pt x="0" y="1243230"/>
                  </a:moveTo>
                  <a:lnTo>
                    <a:pt x="3652962" y="0"/>
                  </a:lnTo>
                  <a:lnTo>
                    <a:pt x="4645354" y="2166557"/>
                  </a:lnTo>
                  <a:lnTo>
                    <a:pt x="0" y="1243230"/>
                  </a:lnTo>
                  <a:close/>
                </a:path>
              </a:pathLst>
            </a:custGeom>
            <a:gradFill>
              <a:gsLst>
                <a:gs pos="100000">
                  <a:schemeClr val="accent3"/>
                </a:gs>
                <a:gs pos="46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8" name="Freeform 37"/>
            <p:cNvSpPr/>
            <p:nvPr/>
          </p:nvSpPr>
          <p:spPr>
            <a:xfrm>
              <a:off x="3541852" y="3007895"/>
              <a:ext cx="2834884" cy="2947737"/>
            </a:xfrm>
            <a:custGeom>
              <a:avLst/>
              <a:gdLst>
                <a:gd name="connsiteX0" fmla="*/ 0 w 2791326"/>
                <a:gd name="connsiteY0" fmla="*/ 1816768 h 2947737"/>
                <a:gd name="connsiteX1" fmla="*/ 493294 w 2791326"/>
                <a:gd name="connsiteY1" fmla="*/ 2947737 h 2947737"/>
                <a:gd name="connsiteX2" fmla="*/ 2791326 w 2791326"/>
                <a:gd name="connsiteY2" fmla="*/ 0 h 2947737"/>
                <a:gd name="connsiteX3" fmla="*/ 0 w 2791326"/>
                <a:gd name="connsiteY3" fmla="*/ 1816768 h 2947737"/>
                <a:gd name="connsiteX0" fmla="*/ 0 w 2799638"/>
                <a:gd name="connsiteY0" fmla="*/ 1845863 h 2947737"/>
                <a:gd name="connsiteX1" fmla="*/ 501606 w 2799638"/>
                <a:gd name="connsiteY1" fmla="*/ 2947737 h 2947737"/>
                <a:gd name="connsiteX2" fmla="*/ 2799638 w 2799638"/>
                <a:gd name="connsiteY2" fmla="*/ 0 h 2947737"/>
                <a:gd name="connsiteX3" fmla="*/ 0 w 2799638"/>
                <a:gd name="connsiteY3" fmla="*/ 1845863 h 2947737"/>
                <a:gd name="connsiteX0" fmla="*/ 0 w 2826933"/>
                <a:gd name="connsiteY0" fmla="*/ 1886806 h 2947737"/>
                <a:gd name="connsiteX1" fmla="*/ 528901 w 2826933"/>
                <a:gd name="connsiteY1" fmla="*/ 2947737 h 2947737"/>
                <a:gd name="connsiteX2" fmla="*/ 2826933 w 2826933"/>
                <a:gd name="connsiteY2" fmla="*/ 0 h 2947737"/>
                <a:gd name="connsiteX3" fmla="*/ 0 w 2826933"/>
                <a:gd name="connsiteY3" fmla="*/ 1886806 h 2947737"/>
                <a:gd name="connsiteX0" fmla="*/ 0 w 2826933"/>
                <a:gd name="connsiteY0" fmla="*/ 1859510 h 2947737"/>
                <a:gd name="connsiteX1" fmla="*/ 528901 w 2826933"/>
                <a:gd name="connsiteY1" fmla="*/ 2947737 h 2947737"/>
                <a:gd name="connsiteX2" fmla="*/ 2826933 w 2826933"/>
                <a:gd name="connsiteY2" fmla="*/ 0 h 2947737"/>
                <a:gd name="connsiteX3" fmla="*/ 0 w 2826933"/>
                <a:gd name="connsiteY3" fmla="*/ 1859510 h 2947737"/>
                <a:gd name="connsiteX0" fmla="*/ 0 w 2826933"/>
                <a:gd name="connsiteY0" fmla="*/ 1859510 h 2947737"/>
                <a:gd name="connsiteX1" fmla="*/ 523291 w 2826933"/>
                <a:gd name="connsiteY1" fmla="*/ 2947737 h 2947737"/>
                <a:gd name="connsiteX2" fmla="*/ 2826933 w 2826933"/>
                <a:gd name="connsiteY2" fmla="*/ 0 h 2947737"/>
                <a:gd name="connsiteX3" fmla="*/ 0 w 2826933"/>
                <a:gd name="connsiteY3" fmla="*/ 1859510 h 2947737"/>
                <a:gd name="connsiteX0" fmla="*/ 0 w 2834884"/>
                <a:gd name="connsiteY0" fmla="*/ 1867462 h 2947737"/>
                <a:gd name="connsiteX1" fmla="*/ 531242 w 2834884"/>
                <a:gd name="connsiteY1" fmla="*/ 2947737 h 2947737"/>
                <a:gd name="connsiteX2" fmla="*/ 2834884 w 2834884"/>
                <a:gd name="connsiteY2" fmla="*/ 0 h 2947737"/>
                <a:gd name="connsiteX3" fmla="*/ 0 w 2834884"/>
                <a:gd name="connsiteY3" fmla="*/ 1867462 h 2947737"/>
              </a:gdLst>
              <a:ahLst/>
              <a:cxnLst>
                <a:cxn ang="0">
                  <a:pos x="connsiteX0" y="connsiteY0"/>
                </a:cxn>
                <a:cxn ang="0">
                  <a:pos x="connsiteX1" y="connsiteY1"/>
                </a:cxn>
                <a:cxn ang="0">
                  <a:pos x="connsiteX2" y="connsiteY2"/>
                </a:cxn>
                <a:cxn ang="0">
                  <a:pos x="connsiteX3" y="connsiteY3"/>
                </a:cxn>
              </a:cxnLst>
              <a:rect l="l" t="t" r="r" b="b"/>
              <a:pathLst>
                <a:path w="2834884" h="2947737">
                  <a:moveTo>
                    <a:pt x="0" y="1867462"/>
                  </a:moveTo>
                  <a:lnTo>
                    <a:pt x="531242" y="2947737"/>
                  </a:lnTo>
                  <a:lnTo>
                    <a:pt x="2834884" y="0"/>
                  </a:lnTo>
                  <a:lnTo>
                    <a:pt x="0" y="1867462"/>
                  </a:lnTo>
                  <a:close/>
                </a:path>
              </a:pathLst>
            </a:custGeom>
            <a:gradFill>
              <a:gsLst>
                <a:gs pos="100000">
                  <a:schemeClr val="accent3"/>
                </a:gs>
                <a:gs pos="4400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grpSp>
      <p:sp>
        <p:nvSpPr>
          <p:cNvPr id="2" name="Title 1"/>
          <p:cNvSpPr>
            <a:spLocks noGrp="1"/>
          </p:cNvSpPr>
          <p:nvPr userDrawn="1">
            <p:ph type="title"/>
          </p:nvPr>
        </p:nvSpPr>
        <p:spPr>
          <a:xfrm>
            <a:off x="379413" y="1333500"/>
            <a:ext cx="9521825" cy="4127499"/>
          </a:xfrm>
          <a:noFill/>
        </p:spPr>
        <p:txBody>
          <a:bodyPr rIns="0" anchor="t"/>
          <a:lstStyle>
            <a:lvl1pPr>
              <a:defRPr sz="4800">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546319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 name="Title 1"/>
          <p:cNvSpPr>
            <a:spLocks noGrp="1"/>
          </p:cNvSpPr>
          <p:nvPr>
            <p:ph type="ctrTitle"/>
          </p:nvPr>
        </p:nvSpPr>
        <p:spPr>
          <a:xfrm>
            <a:off x="379413" y="2321901"/>
            <a:ext cx="9521825" cy="1994392"/>
          </a:xfrm>
        </p:spPr>
        <p:txBody>
          <a:bodyPr vert="horz" wrap="square" lIns="0" tIns="0" rIns="0" bIns="0" anchor="t" anchorCtr="0">
            <a:noAutofit/>
          </a:bodyPr>
          <a:lstStyle>
            <a:lvl1pPr algn="l">
              <a:defRPr sz="7200">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2089823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ver_1 line/subhead">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88952" cy="6882059"/>
          </a:xfrm>
          <a:prstGeom prst="rect">
            <a:avLst/>
          </a:prstGeom>
        </p:spPr>
      </p:pic>
      <p:sp>
        <p:nvSpPr>
          <p:cNvPr id="19" name="Freeform 18"/>
          <p:cNvSpPr/>
          <p:nvPr userDrawn="1"/>
        </p:nvSpPr>
        <p:spPr>
          <a:xfrm flipH="1" flipV="1">
            <a:off x="-18560" y="0"/>
            <a:ext cx="12188952" cy="6858000"/>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Lst>
            <a:ahLst/>
            <a:cxnLst>
              <a:cxn ang="0">
                <a:pos x="connsiteX0" y="connsiteY0"/>
              </a:cxn>
              <a:cxn ang="0">
                <a:pos x="connsiteX1" y="connsiteY1"/>
              </a:cxn>
              <a:cxn ang="0">
                <a:pos x="connsiteX2" y="connsiteY2"/>
              </a:cxn>
              <a:cxn ang="0">
                <a:pos x="connsiteX3" y="connsiteY3"/>
              </a:cxn>
            </a:cxnLst>
            <a:rect l="l" t="t" r="r" b="b"/>
            <a:pathLst>
              <a:path w="9178997" h="5154183">
                <a:moveTo>
                  <a:pt x="3048116" y="5154183"/>
                </a:moveTo>
                <a:lnTo>
                  <a:pt x="0" y="0"/>
                </a:lnTo>
                <a:lnTo>
                  <a:pt x="9178997" y="1698542"/>
                </a:lnTo>
                <a:lnTo>
                  <a:pt x="3048116" y="5154183"/>
                </a:lnTo>
                <a:close/>
              </a:path>
            </a:pathLst>
          </a:custGeom>
          <a:gradFill flip="none" rotWithShape="1">
            <a:gsLst>
              <a:gs pos="61000">
                <a:schemeClr val="accent2"/>
              </a:gs>
              <a:gs pos="31000">
                <a:schemeClr val="accent3"/>
              </a:gs>
              <a:gs pos="100000">
                <a:schemeClr val="accent1"/>
              </a:gs>
            </a:gsLst>
            <a:lin ang="126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4048" y="2282634"/>
            <a:ext cx="9521825" cy="1051116"/>
          </a:xfrm>
          <a:prstGeom prst="rect">
            <a:avLst/>
          </a:prstGeom>
        </p:spPr>
        <p:txBody>
          <a:bodyPr vert="horz" wrap="square" lIns="0" tIns="0" rIns="0" bIns="0" anchor="t" anchorCtr="0">
            <a:noAutofit/>
          </a:bodyPr>
          <a:lstStyle>
            <a:lvl1pPr algn="l">
              <a:defRPr sz="7200" b="0">
                <a:solidFill>
                  <a:schemeClr val="tx1"/>
                </a:solidFill>
                <a:latin typeface="3M Circular TT Bold" panose="020B0804020101010102" pitchFamily="34" charset="0"/>
                <a:cs typeface="3M Circular TT Bold" panose="020B0804020101010102" pitchFamily="34" charset="0"/>
              </a:defRPr>
            </a:lvl1pPr>
          </a:lstStyle>
          <a:p>
            <a:r>
              <a:rPr lang="en-US" dirty="0"/>
              <a:t>One-line title</a:t>
            </a:r>
            <a:endParaRPr lang="en-GB" dirty="0"/>
          </a:p>
        </p:txBody>
      </p:sp>
      <p:sp>
        <p:nvSpPr>
          <p:cNvPr id="34" name="Text Placeholder 5"/>
          <p:cNvSpPr>
            <a:spLocks noGrp="1"/>
          </p:cNvSpPr>
          <p:nvPr>
            <p:ph type="body" sz="quarter" idx="13" hasCustomPrompt="1"/>
          </p:nvPr>
        </p:nvSpPr>
        <p:spPr>
          <a:xfrm>
            <a:off x="384048" y="3892296"/>
            <a:ext cx="9472598" cy="864848"/>
          </a:xfrm>
          <a:prstGeom prst="rect">
            <a:avLst/>
          </a:prstGeom>
        </p:spPr>
        <p:txBody>
          <a:bodyPr lIns="0" tIns="0" rIns="0" bIns="0"/>
          <a:lstStyle>
            <a:lvl1pPr>
              <a:lnSpc>
                <a:spcPct val="90000"/>
              </a:lnSpc>
              <a:defRPr sz="2800">
                <a:solidFill>
                  <a:schemeClr val="tx1"/>
                </a:solidFill>
              </a:defRPr>
            </a:lvl1pPr>
          </a:lstStyle>
          <a:p>
            <a:pPr lvl="0"/>
            <a:r>
              <a:rPr lang="en-US" dirty="0"/>
              <a:t>Title subhead/presenters names, </a:t>
            </a:r>
            <a:br>
              <a:rPr lang="en-US" dirty="0"/>
            </a:br>
            <a:r>
              <a:rPr lang="en-US" dirty="0"/>
              <a:t>one or two lines</a:t>
            </a:r>
          </a:p>
        </p:txBody>
      </p:sp>
      <p:sp>
        <p:nvSpPr>
          <p:cNvPr id="13" name="Text Placeholder 7"/>
          <p:cNvSpPr>
            <a:spLocks noGrp="1"/>
          </p:cNvSpPr>
          <p:nvPr>
            <p:ph type="body" sz="quarter" idx="10" hasCustomPrompt="1"/>
          </p:nvPr>
        </p:nvSpPr>
        <p:spPr>
          <a:xfrm>
            <a:off x="384048" y="5204499"/>
            <a:ext cx="4449209"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dirty="0"/>
              <a:t>Date</a:t>
            </a:r>
          </a:p>
        </p:txBody>
      </p:sp>
      <p:pic>
        <p:nvPicPr>
          <p:cNvPr id="45" name="Picture 4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3490101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ver_1 line">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82059"/>
          </a:xfrm>
          <a:prstGeom prst="rect">
            <a:avLst/>
          </a:prstGeom>
        </p:spPr>
      </p:pic>
      <p:sp>
        <p:nvSpPr>
          <p:cNvPr id="8" name="Freeform 7"/>
          <p:cNvSpPr/>
          <p:nvPr userDrawn="1"/>
        </p:nvSpPr>
        <p:spPr>
          <a:xfrm flipH="1" flipV="1">
            <a:off x="-18560" y="0"/>
            <a:ext cx="12188952" cy="6858000"/>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Lst>
            <a:ahLst/>
            <a:cxnLst>
              <a:cxn ang="0">
                <a:pos x="connsiteX0" y="connsiteY0"/>
              </a:cxn>
              <a:cxn ang="0">
                <a:pos x="connsiteX1" y="connsiteY1"/>
              </a:cxn>
              <a:cxn ang="0">
                <a:pos x="connsiteX2" y="connsiteY2"/>
              </a:cxn>
              <a:cxn ang="0">
                <a:pos x="connsiteX3" y="connsiteY3"/>
              </a:cxn>
            </a:cxnLst>
            <a:rect l="l" t="t" r="r" b="b"/>
            <a:pathLst>
              <a:path w="9178997" h="5154183">
                <a:moveTo>
                  <a:pt x="3048116" y="5154183"/>
                </a:moveTo>
                <a:lnTo>
                  <a:pt x="0" y="0"/>
                </a:lnTo>
                <a:lnTo>
                  <a:pt x="9178997" y="1698542"/>
                </a:lnTo>
                <a:lnTo>
                  <a:pt x="3048116" y="5154183"/>
                </a:lnTo>
                <a:close/>
              </a:path>
            </a:pathLst>
          </a:custGeom>
          <a:gradFill flip="none" rotWithShape="1">
            <a:gsLst>
              <a:gs pos="61000">
                <a:schemeClr val="accent2"/>
              </a:gs>
              <a:gs pos="31000">
                <a:schemeClr val="accent3"/>
              </a:gs>
              <a:gs pos="100000">
                <a:schemeClr val="accent1"/>
              </a:gs>
            </a:gsLst>
            <a:lin ang="126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4048" y="2286000"/>
            <a:ext cx="9521825" cy="1051116"/>
          </a:xfrm>
          <a:prstGeom prst="rect">
            <a:avLst/>
          </a:prstGeom>
        </p:spPr>
        <p:txBody>
          <a:bodyPr vert="horz" wrap="square" lIns="0" tIns="0" rIns="0" bIns="0" anchor="t" anchorCtr="0">
            <a:noAutofit/>
          </a:bodyPr>
          <a:lstStyle>
            <a:lvl1pPr algn="l">
              <a:defRPr sz="7200" b="0">
                <a:solidFill>
                  <a:schemeClr val="tx1"/>
                </a:solidFill>
                <a:latin typeface="3M Circular TT Bold" panose="020B0804020101010102" pitchFamily="34" charset="0"/>
                <a:cs typeface="3M Circular TT Bold" panose="020B0804020101010102" pitchFamily="34" charset="0"/>
              </a:defRPr>
            </a:lvl1pPr>
          </a:lstStyle>
          <a:p>
            <a:r>
              <a:rPr lang="en-US" dirty="0"/>
              <a:t>One-line title</a:t>
            </a:r>
            <a:endParaRPr lang="en-GB" dirty="0"/>
          </a:p>
        </p:txBody>
      </p:sp>
      <p:pic>
        <p:nvPicPr>
          <p:cNvPr id="33" name="Picture 3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
        <p:nvSpPr>
          <p:cNvPr id="23" name="Text Placeholder 7"/>
          <p:cNvSpPr>
            <a:spLocks noGrp="1"/>
          </p:cNvSpPr>
          <p:nvPr>
            <p:ph type="body" sz="quarter" idx="10" hasCustomPrompt="1"/>
          </p:nvPr>
        </p:nvSpPr>
        <p:spPr>
          <a:xfrm>
            <a:off x="384047" y="3895344"/>
            <a:ext cx="4114800"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dirty="0"/>
              <a:t>Date</a:t>
            </a:r>
          </a:p>
        </p:txBody>
      </p:sp>
    </p:spTree>
    <p:extLst>
      <p:ext uri="{BB962C8B-B14F-4D97-AF65-F5344CB8AC3E}">
        <p14:creationId xmlns:p14="http://schemas.microsoft.com/office/powerpoint/2010/main" val="1927485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ver_2 line/subhead">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1" cy="6858000"/>
          </a:xfrm>
          <a:prstGeom prst="rect">
            <a:avLst/>
          </a:prstGeom>
        </p:spPr>
      </p:pic>
      <p:sp>
        <p:nvSpPr>
          <p:cNvPr id="8" name="Freeform 7"/>
          <p:cNvSpPr/>
          <p:nvPr userDrawn="1"/>
        </p:nvSpPr>
        <p:spPr>
          <a:xfrm flipH="1" flipV="1">
            <a:off x="-1" y="0"/>
            <a:ext cx="12188950" cy="6858000"/>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6053933"/>
              <a:gd name="connsiteY0" fmla="*/ 5175181 h 5175181"/>
              <a:gd name="connsiteX1" fmla="*/ 2883458 w 6053933"/>
              <a:gd name="connsiteY1" fmla="*/ 0 h 5175181"/>
              <a:gd name="connsiteX2" fmla="*/ 6053933 w 6053933"/>
              <a:gd name="connsiteY2" fmla="*/ 1755636 h 5175181"/>
              <a:gd name="connsiteX3" fmla="*/ 0 w 6053933"/>
              <a:gd name="connsiteY3" fmla="*/ 5175181 h 5175181"/>
              <a:gd name="connsiteX0" fmla="*/ 0 w 6053933"/>
              <a:gd name="connsiteY0" fmla="*/ 5182329 h 5182329"/>
              <a:gd name="connsiteX1" fmla="*/ 2869075 w 6053933"/>
              <a:gd name="connsiteY1" fmla="*/ 0 h 5182329"/>
              <a:gd name="connsiteX2" fmla="*/ 6053933 w 6053933"/>
              <a:gd name="connsiteY2" fmla="*/ 1762784 h 5182329"/>
              <a:gd name="connsiteX3" fmla="*/ 0 w 6053933"/>
              <a:gd name="connsiteY3" fmla="*/ 5182329 h 5182329"/>
              <a:gd name="connsiteX0" fmla="*/ 0 w 6025167"/>
              <a:gd name="connsiteY0" fmla="*/ 5182329 h 5182329"/>
              <a:gd name="connsiteX1" fmla="*/ 2869075 w 6025167"/>
              <a:gd name="connsiteY1" fmla="*/ 0 h 5182329"/>
              <a:gd name="connsiteX2" fmla="*/ 6025167 w 6025167"/>
              <a:gd name="connsiteY2" fmla="*/ 1905745 h 5182329"/>
              <a:gd name="connsiteX3" fmla="*/ 0 w 6025167"/>
              <a:gd name="connsiteY3" fmla="*/ 5182329 h 5182329"/>
              <a:gd name="connsiteX0" fmla="*/ 0 w 6053933"/>
              <a:gd name="connsiteY0" fmla="*/ 5182329 h 5182329"/>
              <a:gd name="connsiteX1" fmla="*/ 2869075 w 6053933"/>
              <a:gd name="connsiteY1" fmla="*/ 0 h 5182329"/>
              <a:gd name="connsiteX2" fmla="*/ 6053933 w 6053933"/>
              <a:gd name="connsiteY2" fmla="*/ 1905745 h 5182329"/>
              <a:gd name="connsiteX3" fmla="*/ 0 w 6053933"/>
              <a:gd name="connsiteY3" fmla="*/ 5182329 h 5182329"/>
              <a:gd name="connsiteX0" fmla="*/ 0 w 6063522"/>
              <a:gd name="connsiteY0" fmla="*/ 5191860 h 5191860"/>
              <a:gd name="connsiteX1" fmla="*/ 2878664 w 6063522"/>
              <a:gd name="connsiteY1" fmla="*/ 0 h 5191860"/>
              <a:gd name="connsiteX2" fmla="*/ 6063522 w 6063522"/>
              <a:gd name="connsiteY2" fmla="*/ 1905745 h 5191860"/>
              <a:gd name="connsiteX3" fmla="*/ 0 w 6063522"/>
              <a:gd name="connsiteY3" fmla="*/ 5191860 h 5191860"/>
              <a:gd name="connsiteX0" fmla="*/ 0 w 6073111"/>
              <a:gd name="connsiteY0" fmla="*/ 5191860 h 5191860"/>
              <a:gd name="connsiteX1" fmla="*/ 2878664 w 6073111"/>
              <a:gd name="connsiteY1" fmla="*/ 0 h 5191860"/>
              <a:gd name="connsiteX2" fmla="*/ 6073111 w 6073111"/>
              <a:gd name="connsiteY2" fmla="*/ 1915276 h 5191860"/>
              <a:gd name="connsiteX3" fmla="*/ 0 w 6073111"/>
              <a:gd name="connsiteY3" fmla="*/ 5191860 h 5191860"/>
              <a:gd name="connsiteX0" fmla="*/ 0 w 6073111"/>
              <a:gd name="connsiteY0" fmla="*/ 5201391 h 5201391"/>
              <a:gd name="connsiteX1" fmla="*/ 2888253 w 6073111"/>
              <a:gd name="connsiteY1" fmla="*/ 0 h 5201391"/>
              <a:gd name="connsiteX2" fmla="*/ 6073111 w 6073111"/>
              <a:gd name="connsiteY2" fmla="*/ 1924807 h 5201391"/>
              <a:gd name="connsiteX3" fmla="*/ 0 w 6073111"/>
              <a:gd name="connsiteY3" fmla="*/ 5201391 h 5201391"/>
              <a:gd name="connsiteX0" fmla="*/ 0 w 6073111"/>
              <a:gd name="connsiteY0" fmla="*/ 5201391 h 5201391"/>
              <a:gd name="connsiteX1" fmla="*/ 4202163 w 6073111"/>
              <a:gd name="connsiteY1" fmla="*/ 0 h 5201391"/>
              <a:gd name="connsiteX2" fmla="*/ 6073111 w 6073111"/>
              <a:gd name="connsiteY2" fmla="*/ 1924807 h 5201391"/>
              <a:gd name="connsiteX3" fmla="*/ 0 w 6073111"/>
              <a:gd name="connsiteY3" fmla="*/ 5201391 h 5201391"/>
              <a:gd name="connsiteX0" fmla="*/ 0 w 6093450"/>
              <a:gd name="connsiteY0" fmla="*/ 5201391 h 5201391"/>
              <a:gd name="connsiteX1" fmla="*/ 4202163 w 6093450"/>
              <a:gd name="connsiteY1" fmla="*/ 0 h 5201391"/>
              <a:gd name="connsiteX2" fmla="*/ 6093450 w 6093450"/>
              <a:gd name="connsiteY2" fmla="*/ 1739044 h 5201391"/>
              <a:gd name="connsiteX3" fmla="*/ 0 w 6093450"/>
              <a:gd name="connsiteY3" fmla="*/ 5201391 h 5201391"/>
              <a:gd name="connsiteX0" fmla="*/ 0 w 6093450"/>
              <a:gd name="connsiteY0" fmla="*/ 5201391 h 5201391"/>
              <a:gd name="connsiteX1" fmla="*/ 4055721 w 6093450"/>
              <a:gd name="connsiteY1" fmla="*/ 0 h 5201391"/>
              <a:gd name="connsiteX2" fmla="*/ 6093450 w 6093450"/>
              <a:gd name="connsiteY2" fmla="*/ 1739044 h 5201391"/>
              <a:gd name="connsiteX3" fmla="*/ 0 w 6093450"/>
              <a:gd name="connsiteY3" fmla="*/ 5201391 h 5201391"/>
            </a:gdLst>
            <a:ahLst/>
            <a:cxnLst>
              <a:cxn ang="0">
                <a:pos x="connsiteX0" y="connsiteY0"/>
              </a:cxn>
              <a:cxn ang="0">
                <a:pos x="connsiteX1" y="connsiteY1"/>
              </a:cxn>
              <a:cxn ang="0">
                <a:pos x="connsiteX2" y="connsiteY2"/>
              </a:cxn>
              <a:cxn ang="0">
                <a:pos x="connsiteX3" y="connsiteY3"/>
              </a:cxn>
            </a:cxnLst>
            <a:rect l="l" t="t" r="r" b="b"/>
            <a:pathLst>
              <a:path w="6093450" h="5201391">
                <a:moveTo>
                  <a:pt x="0" y="5201391"/>
                </a:moveTo>
                <a:lnTo>
                  <a:pt x="4055721" y="0"/>
                </a:lnTo>
                <a:lnTo>
                  <a:pt x="6093450" y="1739044"/>
                </a:lnTo>
                <a:lnTo>
                  <a:pt x="0" y="5201391"/>
                </a:lnTo>
                <a:close/>
              </a:path>
            </a:pathLst>
          </a:custGeom>
          <a:gradFill flip="none" rotWithShape="1">
            <a:gsLst>
              <a:gs pos="52000">
                <a:schemeClr val="accent2"/>
              </a:gs>
              <a:gs pos="100000">
                <a:schemeClr val="accent1"/>
              </a:gs>
              <a:gs pos="20000">
                <a:schemeClr val="accent3"/>
              </a:gs>
            </a:gsLst>
            <a:lin ang="7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5593" y="1652428"/>
            <a:ext cx="11468909" cy="1994392"/>
          </a:xfrm>
          <a:prstGeom prst="rect">
            <a:avLst/>
          </a:prstGeom>
        </p:spPr>
        <p:txBody>
          <a:bodyPr vert="horz" wrap="square" lIns="0" tIns="0" rIns="0" bIns="0" anchor="t" anchorCtr="0">
            <a:noAutofit/>
          </a:bodyPr>
          <a:lstStyle>
            <a:lvl1pPr algn="l">
              <a:lnSpc>
                <a:spcPct val="80000"/>
              </a:lnSpc>
              <a:defRPr sz="7200" b="0">
                <a:solidFill>
                  <a:schemeClr val="tx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pic>
        <p:nvPicPr>
          <p:cNvPr id="38" name="Picture 3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
        <p:nvSpPr>
          <p:cNvPr id="14" name="Text Placeholder 5"/>
          <p:cNvSpPr>
            <a:spLocks noGrp="1"/>
          </p:cNvSpPr>
          <p:nvPr>
            <p:ph type="body" sz="quarter" idx="13" hasCustomPrompt="1"/>
          </p:nvPr>
        </p:nvSpPr>
        <p:spPr>
          <a:xfrm>
            <a:off x="384048" y="3892296"/>
            <a:ext cx="9472598" cy="864848"/>
          </a:xfrm>
          <a:prstGeom prst="rect">
            <a:avLst/>
          </a:prstGeom>
        </p:spPr>
        <p:txBody>
          <a:bodyPr lIns="0" tIns="0" rIns="0" bIns="0"/>
          <a:lstStyle>
            <a:lvl1pPr>
              <a:lnSpc>
                <a:spcPct val="90000"/>
              </a:lnSpc>
              <a:defRPr sz="2800">
                <a:solidFill>
                  <a:schemeClr val="tx1"/>
                </a:solidFill>
              </a:defRPr>
            </a:lvl1pPr>
          </a:lstStyle>
          <a:p>
            <a:pPr lvl="0"/>
            <a:r>
              <a:rPr lang="en-US" dirty="0"/>
              <a:t>Title subhead/presenters names, </a:t>
            </a:r>
            <a:br>
              <a:rPr lang="en-US" dirty="0"/>
            </a:br>
            <a:r>
              <a:rPr lang="en-US" dirty="0"/>
              <a:t>one or two lines</a:t>
            </a:r>
          </a:p>
        </p:txBody>
      </p:sp>
      <p:sp>
        <p:nvSpPr>
          <p:cNvPr id="15" name="Text Placeholder 7"/>
          <p:cNvSpPr>
            <a:spLocks noGrp="1"/>
          </p:cNvSpPr>
          <p:nvPr>
            <p:ph type="body" sz="quarter" idx="10" hasCustomPrompt="1"/>
          </p:nvPr>
        </p:nvSpPr>
        <p:spPr>
          <a:xfrm>
            <a:off x="384047" y="5204499"/>
            <a:ext cx="4114800"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spTree>
    <p:extLst>
      <p:ext uri="{BB962C8B-B14F-4D97-AF65-F5344CB8AC3E}">
        <p14:creationId xmlns:p14="http://schemas.microsoft.com/office/powerpoint/2010/main" val="3226225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ver_2 lin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1" cy="6858000"/>
          </a:xfrm>
          <a:prstGeom prst="rect">
            <a:avLst/>
          </a:prstGeom>
        </p:spPr>
      </p:pic>
      <p:sp>
        <p:nvSpPr>
          <p:cNvPr id="8" name="Freeform 7"/>
          <p:cNvSpPr/>
          <p:nvPr userDrawn="1"/>
        </p:nvSpPr>
        <p:spPr>
          <a:xfrm flipH="1" flipV="1">
            <a:off x="-1" y="0"/>
            <a:ext cx="12188950" cy="6858000"/>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6053933"/>
              <a:gd name="connsiteY0" fmla="*/ 5175181 h 5175181"/>
              <a:gd name="connsiteX1" fmla="*/ 2883458 w 6053933"/>
              <a:gd name="connsiteY1" fmla="*/ 0 h 5175181"/>
              <a:gd name="connsiteX2" fmla="*/ 6053933 w 6053933"/>
              <a:gd name="connsiteY2" fmla="*/ 1755636 h 5175181"/>
              <a:gd name="connsiteX3" fmla="*/ 0 w 6053933"/>
              <a:gd name="connsiteY3" fmla="*/ 5175181 h 5175181"/>
              <a:gd name="connsiteX0" fmla="*/ 0 w 6053933"/>
              <a:gd name="connsiteY0" fmla="*/ 5182329 h 5182329"/>
              <a:gd name="connsiteX1" fmla="*/ 2869075 w 6053933"/>
              <a:gd name="connsiteY1" fmla="*/ 0 h 5182329"/>
              <a:gd name="connsiteX2" fmla="*/ 6053933 w 6053933"/>
              <a:gd name="connsiteY2" fmla="*/ 1762784 h 5182329"/>
              <a:gd name="connsiteX3" fmla="*/ 0 w 6053933"/>
              <a:gd name="connsiteY3" fmla="*/ 5182329 h 5182329"/>
              <a:gd name="connsiteX0" fmla="*/ 0 w 6025167"/>
              <a:gd name="connsiteY0" fmla="*/ 5182329 h 5182329"/>
              <a:gd name="connsiteX1" fmla="*/ 2869075 w 6025167"/>
              <a:gd name="connsiteY1" fmla="*/ 0 h 5182329"/>
              <a:gd name="connsiteX2" fmla="*/ 6025167 w 6025167"/>
              <a:gd name="connsiteY2" fmla="*/ 1905745 h 5182329"/>
              <a:gd name="connsiteX3" fmla="*/ 0 w 6025167"/>
              <a:gd name="connsiteY3" fmla="*/ 5182329 h 5182329"/>
              <a:gd name="connsiteX0" fmla="*/ 0 w 6053933"/>
              <a:gd name="connsiteY0" fmla="*/ 5182329 h 5182329"/>
              <a:gd name="connsiteX1" fmla="*/ 2869075 w 6053933"/>
              <a:gd name="connsiteY1" fmla="*/ 0 h 5182329"/>
              <a:gd name="connsiteX2" fmla="*/ 6053933 w 6053933"/>
              <a:gd name="connsiteY2" fmla="*/ 1905745 h 5182329"/>
              <a:gd name="connsiteX3" fmla="*/ 0 w 6053933"/>
              <a:gd name="connsiteY3" fmla="*/ 5182329 h 5182329"/>
              <a:gd name="connsiteX0" fmla="*/ 0 w 6063522"/>
              <a:gd name="connsiteY0" fmla="*/ 5191860 h 5191860"/>
              <a:gd name="connsiteX1" fmla="*/ 2878664 w 6063522"/>
              <a:gd name="connsiteY1" fmla="*/ 0 h 5191860"/>
              <a:gd name="connsiteX2" fmla="*/ 6063522 w 6063522"/>
              <a:gd name="connsiteY2" fmla="*/ 1905745 h 5191860"/>
              <a:gd name="connsiteX3" fmla="*/ 0 w 6063522"/>
              <a:gd name="connsiteY3" fmla="*/ 5191860 h 5191860"/>
              <a:gd name="connsiteX0" fmla="*/ 0 w 6073111"/>
              <a:gd name="connsiteY0" fmla="*/ 5191860 h 5191860"/>
              <a:gd name="connsiteX1" fmla="*/ 2878664 w 6073111"/>
              <a:gd name="connsiteY1" fmla="*/ 0 h 5191860"/>
              <a:gd name="connsiteX2" fmla="*/ 6073111 w 6073111"/>
              <a:gd name="connsiteY2" fmla="*/ 1915276 h 5191860"/>
              <a:gd name="connsiteX3" fmla="*/ 0 w 6073111"/>
              <a:gd name="connsiteY3" fmla="*/ 5191860 h 5191860"/>
              <a:gd name="connsiteX0" fmla="*/ 0 w 6073111"/>
              <a:gd name="connsiteY0" fmla="*/ 5201391 h 5201391"/>
              <a:gd name="connsiteX1" fmla="*/ 2888253 w 6073111"/>
              <a:gd name="connsiteY1" fmla="*/ 0 h 5201391"/>
              <a:gd name="connsiteX2" fmla="*/ 6073111 w 6073111"/>
              <a:gd name="connsiteY2" fmla="*/ 1924807 h 5201391"/>
              <a:gd name="connsiteX3" fmla="*/ 0 w 6073111"/>
              <a:gd name="connsiteY3" fmla="*/ 5201391 h 5201391"/>
              <a:gd name="connsiteX0" fmla="*/ 0 w 6073111"/>
              <a:gd name="connsiteY0" fmla="*/ 5201391 h 5201391"/>
              <a:gd name="connsiteX1" fmla="*/ 4202163 w 6073111"/>
              <a:gd name="connsiteY1" fmla="*/ 0 h 5201391"/>
              <a:gd name="connsiteX2" fmla="*/ 6073111 w 6073111"/>
              <a:gd name="connsiteY2" fmla="*/ 1924807 h 5201391"/>
              <a:gd name="connsiteX3" fmla="*/ 0 w 6073111"/>
              <a:gd name="connsiteY3" fmla="*/ 5201391 h 5201391"/>
              <a:gd name="connsiteX0" fmla="*/ 0 w 6093450"/>
              <a:gd name="connsiteY0" fmla="*/ 5201391 h 5201391"/>
              <a:gd name="connsiteX1" fmla="*/ 4202163 w 6093450"/>
              <a:gd name="connsiteY1" fmla="*/ 0 h 5201391"/>
              <a:gd name="connsiteX2" fmla="*/ 6093450 w 6093450"/>
              <a:gd name="connsiteY2" fmla="*/ 1739044 h 5201391"/>
              <a:gd name="connsiteX3" fmla="*/ 0 w 6093450"/>
              <a:gd name="connsiteY3" fmla="*/ 5201391 h 5201391"/>
              <a:gd name="connsiteX0" fmla="*/ 0 w 6093450"/>
              <a:gd name="connsiteY0" fmla="*/ 5201391 h 5201391"/>
              <a:gd name="connsiteX1" fmla="*/ 4055721 w 6093450"/>
              <a:gd name="connsiteY1" fmla="*/ 0 h 5201391"/>
              <a:gd name="connsiteX2" fmla="*/ 6093450 w 6093450"/>
              <a:gd name="connsiteY2" fmla="*/ 1739044 h 5201391"/>
              <a:gd name="connsiteX3" fmla="*/ 0 w 6093450"/>
              <a:gd name="connsiteY3" fmla="*/ 5201391 h 5201391"/>
            </a:gdLst>
            <a:ahLst/>
            <a:cxnLst>
              <a:cxn ang="0">
                <a:pos x="connsiteX0" y="connsiteY0"/>
              </a:cxn>
              <a:cxn ang="0">
                <a:pos x="connsiteX1" y="connsiteY1"/>
              </a:cxn>
              <a:cxn ang="0">
                <a:pos x="connsiteX2" y="connsiteY2"/>
              </a:cxn>
              <a:cxn ang="0">
                <a:pos x="connsiteX3" y="connsiteY3"/>
              </a:cxn>
            </a:cxnLst>
            <a:rect l="l" t="t" r="r" b="b"/>
            <a:pathLst>
              <a:path w="6093450" h="5201391">
                <a:moveTo>
                  <a:pt x="0" y="5201391"/>
                </a:moveTo>
                <a:lnTo>
                  <a:pt x="4055721" y="0"/>
                </a:lnTo>
                <a:lnTo>
                  <a:pt x="6093450" y="1739044"/>
                </a:lnTo>
                <a:lnTo>
                  <a:pt x="0" y="5201391"/>
                </a:lnTo>
                <a:close/>
              </a:path>
            </a:pathLst>
          </a:custGeom>
          <a:gradFill flip="none" rotWithShape="1">
            <a:gsLst>
              <a:gs pos="52000">
                <a:schemeClr val="accent2"/>
              </a:gs>
              <a:gs pos="100000">
                <a:schemeClr val="accent1"/>
              </a:gs>
              <a:gs pos="20000">
                <a:schemeClr val="accent3"/>
              </a:gs>
            </a:gsLst>
            <a:lin ang="7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5593" y="1652428"/>
            <a:ext cx="11468909" cy="1994392"/>
          </a:xfrm>
          <a:prstGeom prst="rect">
            <a:avLst/>
          </a:prstGeom>
        </p:spPr>
        <p:txBody>
          <a:bodyPr vert="horz" wrap="square" lIns="0" tIns="0" rIns="0" bIns="0" anchor="t" anchorCtr="0">
            <a:noAutofit/>
          </a:bodyPr>
          <a:lstStyle>
            <a:lvl1pPr algn="l">
              <a:lnSpc>
                <a:spcPct val="80000"/>
              </a:lnSpc>
              <a:defRPr sz="7200" b="0">
                <a:solidFill>
                  <a:schemeClr val="tx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pic>
        <p:nvPicPr>
          <p:cNvPr id="38" name="Picture 3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
        <p:nvSpPr>
          <p:cNvPr id="22" name="Text Placeholder 7"/>
          <p:cNvSpPr>
            <a:spLocks noGrp="1"/>
          </p:cNvSpPr>
          <p:nvPr>
            <p:ph type="body" sz="quarter" idx="11" hasCustomPrompt="1"/>
          </p:nvPr>
        </p:nvSpPr>
        <p:spPr>
          <a:xfrm>
            <a:off x="384048" y="3895344"/>
            <a:ext cx="4114800"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dirty="0"/>
              <a:t>Date</a:t>
            </a:r>
          </a:p>
        </p:txBody>
      </p:sp>
    </p:spTree>
    <p:extLst>
      <p:ext uri="{BB962C8B-B14F-4D97-AF65-F5344CB8AC3E}">
        <p14:creationId xmlns:p14="http://schemas.microsoft.com/office/powerpoint/2010/main" val="3614237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ver_3 line/subhead">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1" cy="6858000"/>
          </a:xfrm>
          <a:prstGeom prst="rect">
            <a:avLst/>
          </a:prstGeom>
        </p:spPr>
      </p:pic>
      <p:sp>
        <p:nvSpPr>
          <p:cNvPr id="8" name="Freeform 7"/>
          <p:cNvSpPr/>
          <p:nvPr userDrawn="1"/>
        </p:nvSpPr>
        <p:spPr>
          <a:xfrm flipH="1" flipV="1">
            <a:off x="1" y="-17420"/>
            <a:ext cx="8130732" cy="6875419"/>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6053933"/>
              <a:gd name="connsiteY0" fmla="*/ 5175181 h 5175181"/>
              <a:gd name="connsiteX1" fmla="*/ 2883458 w 6053933"/>
              <a:gd name="connsiteY1" fmla="*/ 0 h 5175181"/>
              <a:gd name="connsiteX2" fmla="*/ 6053933 w 6053933"/>
              <a:gd name="connsiteY2" fmla="*/ 1755636 h 5175181"/>
              <a:gd name="connsiteX3" fmla="*/ 0 w 6053933"/>
              <a:gd name="connsiteY3" fmla="*/ 5175181 h 5175181"/>
              <a:gd name="connsiteX0" fmla="*/ 0 w 6053933"/>
              <a:gd name="connsiteY0" fmla="*/ 5182329 h 5182329"/>
              <a:gd name="connsiteX1" fmla="*/ 2869075 w 6053933"/>
              <a:gd name="connsiteY1" fmla="*/ 0 h 5182329"/>
              <a:gd name="connsiteX2" fmla="*/ 6053933 w 6053933"/>
              <a:gd name="connsiteY2" fmla="*/ 1762784 h 5182329"/>
              <a:gd name="connsiteX3" fmla="*/ 0 w 6053933"/>
              <a:gd name="connsiteY3" fmla="*/ 5182329 h 5182329"/>
              <a:gd name="connsiteX0" fmla="*/ 0 w 6025167"/>
              <a:gd name="connsiteY0" fmla="*/ 5182329 h 5182329"/>
              <a:gd name="connsiteX1" fmla="*/ 2869075 w 6025167"/>
              <a:gd name="connsiteY1" fmla="*/ 0 h 5182329"/>
              <a:gd name="connsiteX2" fmla="*/ 6025167 w 6025167"/>
              <a:gd name="connsiteY2" fmla="*/ 1905745 h 5182329"/>
              <a:gd name="connsiteX3" fmla="*/ 0 w 6025167"/>
              <a:gd name="connsiteY3" fmla="*/ 5182329 h 5182329"/>
              <a:gd name="connsiteX0" fmla="*/ 0 w 6053933"/>
              <a:gd name="connsiteY0" fmla="*/ 5182329 h 5182329"/>
              <a:gd name="connsiteX1" fmla="*/ 2869075 w 6053933"/>
              <a:gd name="connsiteY1" fmla="*/ 0 h 5182329"/>
              <a:gd name="connsiteX2" fmla="*/ 6053933 w 6053933"/>
              <a:gd name="connsiteY2" fmla="*/ 1905745 h 5182329"/>
              <a:gd name="connsiteX3" fmla="*/ 0 w 6053933"/>
              <a:gd name="connsiteY3" fmla="*/ 5182329 h 5182329"/>
              <a:gd name="connsiteX0" fmla="*/ 0 w 6063522"/>
              <a:gd name="connsiteY0" fmla="*/ 5191860 h 5191860"/>
              <a:gd name="connsiteX1" fmla="*/ 2878664 w 6063522"/>
              <a:gd name="connsiteY1" fmla="*/ 0 h 5191860"/>
              <a:gd name="connsiteX2" fmla="*/ 6063522 w 6063522"/>
              <a:gd name="connsiteY2" fmla="*/ 1905745 h 5191860"/>
              <a:gd name="connsiteX3" fmla="*/ 0 w 6063522"/>
              <a:gd name="connsiteY3" fmla="*/ 5191860 h 5191860"/>
              <a:gd name="connsiteX0" fmla="*/ 0 w 6073111"/>
              <a:gd name="connsiteY0" fmla="*/ 5191860 h 5191860"/>
              <a:gd name="connsiteX1" fmla="*/ 2878664 w 6073111"/>
              <a:gd name="connsiteY1" fmla="*/ 0 h 5191860"/>
              <a:gd name="connsiteX2" fmla="*/ 6073111 w 6073111"/>
              <a:gd name="connsiteY2" fmla="*/ 1915276 h 5191860"/>
              <a:gd name="connsiteX3" fmla="*/ 0 w 6073111"/>
              <a:gd name="connsiteY3" fmla="*/ 5191860 h 5191860"/>
              <a:gd name="connsiteX0" fmla="*/ 0 w 6073111"/>
              <a:gd name="connsiteY0" fmla="*/ 5201391 h 5201391"/>
              <a:gd name="connsiteX1" fmla="*/ 2888253 w 6073111"/>
              <a:gd name="connsiteY1" fmla="*/ 0 h 5201391"/>
              <a:gd name="connsiteX2" fmla="*/ 6073111 w 6073111"/>
              <a:gd name="connsiteY2" fmla="*/ 1924807 h 5201391"/>
              <a:gd name="connsiteX3" fmla="*/ 0 w 6073111"/>
              <a:gd name="connsiteY3" fmla="*/ 5201391 h 5201391"/>
              <a:gd name="connsiteX0" fmla="*/ 0 w 6073111"/>
              <a:gd name="connsiteY0" fmla="*/ 5201391 h 5201391"/>
              <a:gd name="connsiteX1" fmla="*/ 2888253 w 6073111"/>
              <a:gd name="connsiteY1" fmla="*/ 0 h 5201391"/>
              <a:gd name="connsiteX2" fmla="*/ 6073111 w 6073111"/>
              <a:gd name="connsiteY2" fmla="*/ 1739869 h 5201391"/>
              <a:gd name="connsiteX3" fmla="*/ 0 w 6073111"/>
              <a:gd name="connsiteY3" fmla="*/ 5201391 h 5201391"/>
              <a:gd name="connsiteX0" fmla="*/ 0 w 6073111"/>
              <a:gd name="connsiteY0" fmla="*/ 5201391 h 5201391"/>
              <a:gd name="connsiteX1" fmla="*/ 2973730 w 6073111"/>
              <a:gd name="connsiteY1" fmla="*/ 0 h 5201391"/>
              <a:gd name="connsiteX2" fmla="*/ 6073111 w 6073111"/>
              <a:gd name="connsiteY2" fmla="*/ 1739869 h 5201391"/>
              <a:gd name="connsiteX3" fmla="*/ 0 w 6073111"/>
              <a:gd name="connsiteY3" fmla="*/ 5201391 h 5201391"/>
              <a:gd name="connsiteX0" fmla="*/ 0 w 6112562"/>
              <a:gd name="connsiteY0" fmla="*/ 5201391 h 5201391"/>
              <a:gd name="connsiteX1" fmla="*/ 3013181 w 6112562"/>
              <a:gd name="connsiteY1" fmla="*/ 0 h 5201391"/>
              <a:gd name="connsiteX2" fmla="*/ 6112562 w 6112562"/>
              <a:gd name="connsiteY2" fmla="*/ 1739869 h 5201391"/>
              <a:gd name="connsiteX3" fmla="*/ 0 w 6112562"/>
              <a:gd name="connsiteY3" fmla="*/ 5201391 h 5201391"/>
              <a:gd name="connsiteX0" fmla="*/ 0 w 6138863"/>
              <a:gd name="connsiteY0" fmla="*/ 5214602 h 5214602"/>
              <a:gd name="connsiteX1" fmla="*/ 3039482 w 6138863"/>
              <a:gd name="connsiteY1" fmla="*/ 0 h 5214602"/>
              <a:gd name="connsiteX2" fmla="*/ 6138863 w 6138863"/>
              <a:gd name="connsiteY2" fmla="*/ 1739869 h 5214602"/>
              <a:gd name="connsiteX3" fmla="*/ 0 w 6138863"/>
              <a:gd name="connsiteY3" fmla="*/ 5214602 h 5214602"/>
            </a:gdLst>
            <a:ahLst/>
            <a:cxnLst>
              <a:cxn ang="0">
                <a:pos x="connsiteX0" y="connsiteY0"/>
              </a:cxn>
              <a:cxn ang="0">
                <a:pos x="connsiteX1" y="connsiteY1"/>
              </a:cxn>
              <a:cxn ang="0">
                <a:pos x="connsiteX2" y="connsiteY2"/>
              </a:cxn>
              <a:cxn ang="0">
                <a:pos x="connsiteX3" y="connsiteY3"/>
              </a:cxn>
            </a:cxnLst>
            <a:rect l="l" t="t" r="r" b="b"/>
            <a:pathLst>
              <a:path w="6138863" h="5214602">
                <a:moveTo>
                  <a:pt x="0" y="5214602"/>
                </a:moveTo>
                <a:lnTo>
                  <a:pt x="3039482" y="0"/>
                </a:lnTo>
                <a:lnTo>
                  <a:pt x="6138863" y="1739869"/>
                </a:lnTo>
                <a:lnTo>
                  <a:pt x="0" y="5214602"/>
                </a:lnTo>
                <a:close/>
              </a:path>
            </a:pathLst>
          </a:custGeom>
          <a:gradFill flip="none" rotWithShape="1">
            <a:gsLst>
              <a:gs pos="52000">
                <a:schemeClr val="accent2"/>
              </a:gs>
              <a:gs pos="100000">
                <a:schemeClr val="accent1"/>
              </a:gs>
              <a:gs pos="20000">
                <a:schemeClr val="accent3"/>
              </a:gs>
            </a:gsLst>
            <a:lin ang="7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5593" y="1652428"/>
            <a:ext cx="11468909" cy="1994392"/>
          </a:xfrm>
          <a:prstGeom prst="rect">
            <a:avLst/>
          </a:prstGeom>
        </p:spPr>
        <p:txBody>
          <a:bodyPr vert="horz" wrap="square" lIns="0" tIns="0" rIns="0" bIns="0" anchor="t" anchorCtr="0">
            <a:noAutofit/>
          </a:bodyPr>
          <a:lstStyle>
            <a:lvl1pPr algn="l">
              <a:lnSpc>
                <a:spcPct val="80000"/>
              </a:lnSpc>
              <a:defRPr sz="7200" b="0">
                <a:solidFill>
                  <a:schemeClr val="tx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pic>
        <p:nvPicPr>
          <p:cNvPr id="38" name="Picture 3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
        <p:nvSpPr>
          <p:cNvPr id="21" name="Text Placeholder 5"/>
          <p:cNvSpPr>
            <a:spLocks noGrp="1"/>
          </p:cNvSpPr>
          <p:nvPr>
            <p:ph type="body" sz="quarter" idx="13" hasCustomPrompt="1"/>
          </p:nvPr>
        </p:nvSpPr>
        <p:spPr>
          <a:xfrm>
            <a:off x="384048" y="3892296"/>
            <a:ext cx="9472598" cy="864848"/>
          </a:xfrm>
          <a:prstGeom prst="rect">
            <a:avLst/>
          </a:prstGeom>
        </p:spPr>
        <p:txBody>
          <a:bodyPr lIns="0" tIns="0" rIns="0" bIns="0"/>
          <a:lstStyle>
            <a:lvl1pPr>
              <a:lnSpc>
                <a:spcPct val="90000"/>
              </a:lnSpc>
              <a:defRPr sz="2800">
                <a:solidFill>
                  <a:schemeClr val="tx1"/>
                </a:solidFill>
              </a:defRPr>
            </a:lvl1pPr>
          </a:lstStyle>
          <a:p>
            <a:pPr lvl="0"/>
            <a:r>
              <a:rPr lang="en-US" dirty="0"/>
              <a:t>Title subhead/presenters names, </a:t>
            </a:r>
            <a:br>
              <a:rPr lang="en-US" dirty="0"/>
            </a:br>
            <a:r>
              <a:rPr lang="en-US" dirty="0"/>
              <a:t>one or two lines</a:t>
            </a:r>
          </a:p>
        </p:txBody>
      </p:sp>
      <p:sp>
        <p:nvSpPr>
          <p:cNvPr id="22" name="Text Placeholder 7"/>
          <p:cNvSpPr>
            <a:spLocks noGrp="1"/>
          </p:cNvSpPr>
          <p:nvPr>
            <p:ph type="body" sz="quarter" idx="10" hasCustomPrompt="1"/>
          </p:nvPr>
        </p:nvSpPr>
        <p:spPr>
          <a:xfrm>
            <a:off x="384047" y="5204499"/>
            <a:ext cx="4114800"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spTree>
    <p:extLst>
      <p:ext uri="{BB962C8B-B14F-4D97-AF65-F5344CB8AC3E}">
        <p14:creationId xmlns:p14="http://schemas.microsoft.com/office/powerpoint/2010/main" val="2947463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ver_3 lin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1" cy="6858000"/>
          </a:xfrm>
          <a:prstGeom prst="rect">
            <a:avLst/>
          </a:prstGeom>
        </p:spPr>
      </p:pic>
      <p:sp>
        <p:nvSpPr>
          <p:cNvPr id="8" name="Freeform 7"/>
          <p:cNvSpPr/>
          <p:nvPr userDrawn="1"/>
        </p:nvSpPr>
        <p:spPr>
          <a:xfrm flipH="1" flipV="1">
            <a:off x="1" y="-17420"/>
            <a:ext cx="8130732" cy="6875419"/>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6053933"/>
              <a:gd name="connsiteY0" fmla="*/ 5175181 h 5175181"/>
              <a:gd name="connsiteX1" fmla="*/ 2883458 w 6053933"/>
              <a:gd name="connsiteY1" fmla="*/ 0 h 5175181"/>
              <a:gd name="connsiteX2" fmla="*/ 6053933 w 6053933"/>
              <a:gd name="connsiteY2" fmla="*/ 1755636 h 5175181"/>
              <a:gd name="connsiteX3" fmla="*/ 0 w 6053933"/>
              <a:gd name="connsiteY3" fmla="*/ 5175181 h 5175181"/>
              <a:gd name="connsiteX0" fmla="*/ 0 w 6053933"/>
              <a:gd name="connsiteY0" fmla="*/ 5182329 h 5182329"/>
              <a:gd name="connsiteX1" fmla="*/ 2869075 w 6053933"/>
              <a:gd name="connsiteY1" fmla="*/ 0 h 5182329"/>
              <a:gd name="connsiteX2" fmla="*/ 6053933 w 6053933"/>
              <a:gd name="connsiteY2" fmla="*/ 1762784 h 5182329"/>
              <a:gd name="connsiteX3" fmla="*/ 0 w 6053933"/>
              <a:gd name="connsiteY3" fmla="*/ 5182329 h 5182329"/>
              <a:gd name="connsiteX0" fmla="*/ 0 w 6025167"/>
              <a:gd name="connsiteY0" fmla="*/ 5182329 h 5182329"/>
              <a:gd name="connsiteX1" fmla="*/ 2869075 w 6025167"/>
              <a:gd name="connsiteY1" fmla="*/ 0 h 5182329"/>
              <a:gd name="connsiteX2" fmla="*/ 6025167 w 6025167"/>
              <a:gd name="connsiteY2" fmla="*/ 1905745 h 5182329"/>
              <a:gd name="connsiteX3" fmla="*/ 0 w 6025167"/>
              <a:gd name="connsiteY3" fmla="*/ 5182329 h 5182329"/>
              <a:gd name="connsiteX0" fmla="*/ 0 w 6053933"/>
              <a:gd name="connsiteY0" fmla="*/ 5182329 h 5182329"/>
              <a:gd name="connsiteX1" fmla="*/ 2869075 w 6053933"/>
              <a:gd name="connsiteY1" fmla="*/ 0 h 5182329"/>
              <a:gd name="connsiteX2" fmla="*/ 6053933 w 6053933"/>
              <a:gd name="connsiteY2" fmla="*/ 1905745 h 5182329"/>
              <a:gd name="connsiteX3" fmla="*/ 0 w 6053933"/>
              <a:gd name="connsiteY3" fmla="*/ 5182329 h 5182329"/>
              <a:gd name="connsiteX0" fmla="*/ 0 w 6063522"/>
              <a:gd name="connsiteY0" fmla="*/ 5191860 h 5191860"/>
              <a:gd name="connsiteX1" fmla="*/ 2878664 w 6063522"/>
              <a:gd name="connsiteY1" fmla="*/ 0 h 5191860"/>
              <a:gd name="connsiteX2" fmla="*/ 6063522 w 6063522"/>
              <a:gd name="connsiteY2" fmla="*/ 1905745 h 5191860"/>
              <a:gd name="connsiteX3" fmla="*/ 0 w 6063522"/>
              <a:gd name="connsiteY3" fmla="*/ 5191860 h 5191860"/>
              <a:gd name="connsiteX0" fmla="*/ 0 w 6073111"/>
              <a:gd name="connsiteY0" fmla="*/ 5191860 h 5191860"/>
              <a:gd name="connsiteX1" fmla="*/ 2878664 w 6073111"/>
              <a:gd name="connsiteY1" fmla="*/ 0 h 5191860"/>
              <a:gd name="connsiteX2" fmla="*/ 6073111 w 6073111"/>
              <a:gd name="connsiteY2" fmla="*/ 1915276 h 5191860"/>
              <a:gd name="connsiteX3" fmla="*/ 0 w 6073111"/>
              <a:gd name="connsiteY3" fmla="*/ 5191860 h 5191860"/>
              <a:gd name="connsiteX0" fmla="*/ 0 w 6073111"/>
              <a:gd name="connsiteY0" fmla="*/ 5201391 h 5201391"/>
              <a:gd name="connsiteX1" fmla="*/ 2888253 w 6073111"/>
              <a:gd name="connsiteY1" fmla="*/ 0 h 5201391"/>
              <a:gd name="connsiteX2" fmla="*/ 6073111 w 6073111"/>
              <a:gd name="connsiteY2" fmla="*/ 1924807 h 5201391"/>
              <a:gd name="connsiteX3" fmla="*/ 0 w 6073111"/>
              <a:gd name="connsiteY3" fmla="*/ 5201391 h 5201391"/>
              <a:gd name="connsiteX0" fmla="*/ 0 w 6073111"/>
              <a:gd name="connsiteY0" fmla="*/ 5201391 h 5201391"/>
              <a:gd name="connsiteX1" fmla="*/ 2888253 w 6073111"/>
              <a:gd name="connsiteY1" fmla="*/ 0 h 5201391"/>
              <a:gd name="connsiteX2" fmla="*/ 6073111 w 6073111"/>
              <a:gd name="connsiteY2" fmla="*/ 1739869 h 5201391"/>
              <a:gd name="connsiteX3" fmla="*/ 0 w 6073111"/>
              <a:gd name="connsiteY3" fmla="*/ 5201391 h 5201391"/>
              <a:gd name="connsiteX0" fmla="*/ 0 w 6073111"/>
              <a:gd name="connsiteY0" fmla="*/ 5201391 h 5201391"/>
              <a:gd name="connsiteX1" fmla="*/ 2973730 w 6073111"/>
              <a:gd name="connsiteY1" fmla="*/ 0 h 5201391"/>
              <a:gd name="connsiteX2" fmla="*/ 6073111 w 6073111"/>
              <a:gd name="connsiteY2" fmla="*/ 1739869 h 5201391"/>
              <a:gd name="connsiteX3" fmla="*/ 0 w 6073111"/>
              <a:gd name="connsiteY3" fmla="*/ 5201391 h 5201391"/>
              <a:gd name="connsiteX0" fmla="*/ 0 w 6112562"/>
              <a:gd name="connsiteY0" fmla="*/ 5201391 h 5201391"/>
              <a:gd name="connsiteX1" fmla="*/ 3013181 w 6112562"/>
              <a:gd name="connsiteY1" fmla="*/ 0 h 5201391"/>
              <a:gd name="connsiteX2" fmla="*/ 6112562 w 6112562"/>
              <a:gd name="connsiteY2" fmla="*/ 1739869 h 5201391"/>
              <a:gd name="connsiteX3" fmla="*/ 0 w 6112562"/>
              <a:gd name="connsiteY3" fmla="*/ 5201391 h 5201391"/>
              <a:gd name="connsiteX0" fmla="*/ 0 w 6138863"/>
              <a:gd name="connsiteY0" fmla="*/ 5214602 h 5214602"/>
              <a:gd name="connsiteX1" fmla="*/ 3039482 w 6138863"/>
              <a:gd name="connsiteY1" fmla="*/ 0 h 5214602"/>
              <a:gd name="connsiteX2" fmla="*/ 6138863 w 6138863"/>
              <a:gd name="connsiteY2" fmla="*/ 1739869 h 5214602"/>
              <a:gd name="connsiteX3" fmla="*/ 0 w 6138863"/>
              <a:gd name="connsiteY3" fmla="*/ 5214602 h 5214602"/>
            </a:gdLst>
            <a:ahLst/>
            <a:cxnLst>
              <a:cxn ang="0">
                <a:pos x="connsiteX0" y="connsiteY0"/>
              </a:cxn>
              <a:cxn ang="0">
                <a:pos x="connsiteX1" y="connsiteY1"/>
              </a:cxn>
              <a:cxn ang="0">
                <a:pos x="connsiteX2" y="connsiteY2"/>
              </a:cxn>
              <a:cxn ang="0">
                <a:pos x="connsiteX3" y="connsiteY3"/>
              </a:cxn>
            </a:cxnLst>
            <a:rect l="l" t="t" r="r" b="b"/>
            <a:pathLst>
              <a:path w="6138863" h="5214602">
                <a:moveTo>
                  <a:pt x="0" y="5214602"/>
                </a:moveTo>
                <a:lnTo>
                  <a:pt x="3039482" y="0"/>
                </a:lnTo>
                <a:lnTo>
                  <a:pt x="6138863" y="1739869"/>
                </a:lnTo>
                <a:lnTo>
                  <a:pt x="0" y="5214602"/>
                </a:lnTo>
                <a:close/>
              </a:path>
            </a:pathLst>
          </a:custGeom>
          <a:gradFill flip="none" rotWithShape="1">
            <a:gsLst>
              <a:gs pos="52000">
                <a:schemeClr val="accent2"/>
              </a:gs>
              <a:gs pos="100000">
                <a:schemeClr val="accent1"/>
              </a:gs>
              <a:gs pos="20000">
                <a:schemeClr val="accent3"/>
              </a:gs>
            </a:gsLst>
            <a:lin ang="7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5593" y="1652428"/>
            <a:ext cx="11468909" cy="1994392"/>
          </a:xfrm>
          <a:prstGeom prst="rect">
            <a:avLst/>
          </a:prstGeom>
        </p:spPr>
        <p:txBody>
          <a:bodyPr vert="horz" wrap="square" lIns="0" tIns="0" rIns="0" bIns="0" anchor="t" anchorCtr="0">
            <a:noAutofit/>
          </a:bodyPr>
          <a:lstStyle>
            <a:lvl1pPr algn="l">
              <a:lnSpc>
                <a:spcPct val="80000"/>
              </a:lnSpc>
              <a:defRPr sz="7200" b="0">
                <a:solidFill>
                  <a:schemeClr val="tx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pic>
        <p:nvPicPr>
          <p:cNvPr id="38" name="Picture 3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
        <p:nvSpPr>
          <p:cNvPr id="22" name="Text Placeholder 7"/>
          <p:cNvSpPr>
            <a:spLocks noGrp="1"/>
          </p:cNvSpPr>
          <p:nvPr>
            <p:ph type="body" sz="quarter" idx="10" hasCustomPrompt="1"/>
          </p:nvPr>
        </p:nvSpPr>
        <p:spPr>
          <a:xfrm>
            <a:off x="384047" y="3895344"/>
            <a:ext cx="4114800"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dirty="0"/>
              <a:t>Date</a:t>
            </a:r>
          </a:p>
        </p:txBody>
      </p:sp>
    </p:spTree>
    <p:extLst>
      <p:ext uri="{BB962C8B-B14F-4D97-AF65-F5344CB8AC3E}">
        <p14:creationId xmlns:p14="http://schemas.microsoft.com/office/powerpoint/2010/main" val="4074978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ver_4 line/subhead">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1" cy="6858000"/>
          </a:xfrm>
          <a:prstGeom prst="rect">
            <a:avLst/>
          </a:prstGeom>
        </p:spPr>
      </p:pic>
      <p:sp>
        <p:nvSpPr>
          <p:cNvPr id="10" name="Freeform 9"/>
          <p:cNvSpPr/>
          <p:nvPr userDrawn="1"/>
        </p:nvSpPr>
        <p:spPr>
          <a:xfrm flipH="1" flipV="1">
            <a:off x="-8709" y="-8709"/>
            <a:ext cx="8136266" cy="6875416"/>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3202595"/>
              <a:gd name="connsiteY0" fmla="*/ 5189477 h 5189477"/>
              <a:gd name="connsiteX1" fmla="*/ 10681 w 3202595"/>
              <a:gd name="connsiteY1" fmla="*/ 0 h 5189477"/>
              <a:gd name="connsiteX2" fmla="*/ 3202595 w 3202595"/>
              <a:gd name="connsiteY2" fmla="*/ 1769932 h 5189477"/>
              <a:gd name="connsiteX3" fmla="*/ 0 w 3202595"/>
              <a:gd name="connsiteY3" fmla="*/ 5189477 h 5189477"/>
              <a:gd name="connsiteX0" fmla="*/ 2962146 w 6164741"/>
              <a:gd name="connsiteY0" fmla="*/ 5403918 h 5403918"/>
              <a:gd name="connsiteX1" fmla="*/ 3 w 6164741"/>
              <a:gd name="connsiteY1" fmla="*/ 0 h 5403918"/>
              <a:gd name="connsiteX2" fmla="*/ 6164741 w 6164741"/>
              <a:gd name="connsiteY2" fmla="*/ 1984373 h 5403918"/>
              <a:gd name="connsiteX3" fmla="*/ 2962146 w 6164741"/>
              <a:gd name="connsiteY3" fmla="*/ 5403918 h 5403918"/>
              <a:gd name="connsiteX0" fmla="*/ 2962143 w 6164738"/>
              <a:gd name="connsiteY0" fmla="*/ 5403918 h 5403918"/>
              <a:gd name="connsiteX1" fmla="*/ 0 w 6164738"/>
              <a:gd name="connsiteY1" fmla="*/ 0 h 5403918"/>
              <a:gd name="connsiteX2" fmla="*/ 6164738 w 6164738"/>
              <a:gd name="connsiteY2" fmla="*/ 1984373 h 5403918"/>
              <a:gd name="connsiteX3" fmla="*/ 2962143 w 6164738"/>
              <a:gd name="connsiteY3" fmla="*/ 5403918 h 5403918"/>
              <a:gd name="connsiteX0" fmla="*/ 2962143 w 6164738"/>
              <a:gd name="connsiteY0" fmla="*/ 5403918 h 5403918"/>
              <a:gd name="connsiteX1" fmla="*/ 0 w 6164738"/>
              <a:gd name="connsiteY1" fmla="*/ 0 h 5403918"/>
              <a:gd name="connsiteX2" fmla="*/ 6164738 w 6164738"/>
              <a:gd name="connsiteY2" fmla="*/ 1984373 h 5403918"/>
              <a:gd name="connsiteX3" fmla="*/ 2962143 w 6164738"/>
              <a:gd name="connsiteY3" fmla="*/ 5403918 h 5403918"/>
              <a:gd name="connsiteX0" fmla="*/ 2819219 w 6021814"/>
              <a:gd name="connsiteY0" fmla="*/ 5189477 h 5189477"/>
              <a:gd name="connsiteX1" fmla="*/ 0 w 6021814"/>
              <a:gd name="connsiteY1" fmla="*/ 0 h 5189477"/>
              <a:gd name="connsiteX2" fmla="*/ 6021814 w 6021814"/>
              <a:gd name="connsiteY2" fmla="*/ 1769932 h 5189477"/>
              <a:gd name="connsiteX3" fmla="*/ 2819219 w 6021814"/>
              <a:gd name="connsiteY3" fmla="*/ 5189477 h 5189477"/>
              <a:gd name="connsiteX0" fmla="*/ 2819219 w 6007522"/>
              <a:gd name="connsiteY0" fmla="*/ 5189477 h 5189477"/>
              <a:gd name="connsiteX1" fmla="*/ 0 w 6007522"/>
              <a:gd name="connsiteY1" fmla="*/ 0 h 5189477"/>
              <a:gd name="connsiteX2" fmla="*/ 6007522 w 6007522"/>
              <a:gd name="connsiteY2" fmla="*/ 3299613 h 5189477"/>
              <a:gd name="connsiteX3" fmla="*/ 2819219 w 6007522"/>
              <a:gd name="connsiteY3" fmla="*/ 5189477 h 5189477"/>
              <a:gd name="connsiteX0" fmla="*/ 2819219 w 6021814"/>
              <a:gd name="connsiteY0" fmla="*/ 5189477 h 5189477"/>
              <a:gd name="connsiteX1" fmla="*/ 0 w 6021814"/>
              <a:gd name="connsiteY1" fmla="*/ 0 h 5189477"/>
              <a:gd name="connsiteX2" fmla="*/ 6021814 w 6021814"/>
              <a:gd name="connsiteY2" fmla="*/ 3385390 h 5189477"/>
              <a:gd name="connsiteX3" fmla="*/ 2819219 w 6021814"/>
              <a:gd name="connsiteY3" fmla="*/ 5189477 h 5189477"/>
              <a:gd name="connsiteX0" fmla="*/ 2862096 w 6021814"/>
              <a:gd name="connsiteY0" fmla="*/ 5189477 h 5189477"/>
              <a:gd name="connsiteX1" fmla="*/ 0 w 6021814"/>
              <a:gd name="connsiteY1" fmla="*/ 0 h 5189477"/>
              <a:gd name="connsiteX2" fmla="*/ 6021814 w 6021814"/>
              <a:gd name="connsiteY2" fmla="*/ 3385390 h 5189477"/>
              <a:gd name="connsiteX3" fmla="*/ 2862096 w 6021814"/>
              <a:gd name="connsiteY3" fmla="*/ 5189477 h 5189477"/>
              <a:gd name="connsiteX0" fmla="*/ 2862096 w 6021814"/>
              <a:gd name="connsiteY0" fmla="*/ 5189477 h 5189477"/>
              <a:gd name="connsiteX1" fmla="*/ 0 w 6021814"/>
              <a:gd name="connsiteY1" fmla="*/ 0 h 5189477"/>
              <a:gd name="connsiteX2" fmla="*/ 6021814 w 6021814"/>
              <a:gd name="connsiteY2" fmla="*/ 3385390 h 5189477"/>
              <a:gd name="connsiteX3" fmla="*/ 2862096 w 6021814"/>
              <a:gd name="connsiteY3" fmla="*/ 5189477 h 5189477"/>
              <a:gd name="connsiteX0" fmla="*/ 2862096 w 5993229"/>
              <a:gd name="connsiteY0" fmla="*/ 5189477 h 5189477"/>
              <a:gd name="connsiteX1" fmla="*/ 0 w 5993229"/>
              <a:gd name="connsiteY1" fmla="*/ 0 h 5189477"/>
              <a:gd name="connsiteX2" fmla="*/ 5993229 w 5993229"/>
              <a:gd name="connsiteY2" fmla="*/ 3394921 h 5189477"/>
              <a:gd name="connsiteX3" fmla="*/ 2862096 w 5993229"/>
              <a:gd name="connsiteY3" fmla="*/ 5189477 h 5189477"/>
              <a:gd name="connsiteX0" fmla="*/ 2940500 w 5993229"/>
              <a:gd name="connsiteY0" fmla="*/ 5196067 h 5196067"/>
              <a:gd name="connsiteX1" fmla="*/ 0 w 5993229"/>
              <a:gd name="connsiteY1" fmla="*/ 0 h 5196067"/>
              <a:gd name="connsiteX2" fmla="*/ 5993229 w 5993229"/>
              <a:gd name="connsiteY2" fmla="*/ 3394921 h 5196067"/>
              <a:gd name="connsiteX3" fmla="*/ 2940500 w 5993229"/>
              <a:gd name="connsiteY3" fmla="*/ 5196067 h 5196067"/>
              <a:gd name="connsiteX0" fmla="*/ 2940500 w 5999763"/>
              <a:gd name="connsiteY0" fmla="*/ 5196067 h 5196067"/>
              <a:gd name="connsiteX1" fmla="*/ 0 w 5999763"/>
              <a:gd name="connsiteY1" fmla="*/ 0 h 5196067"/>
              <a:gd name="connsiteX2" fmla="*/ 5999763 w 5999763"/>
              <a:gd name="connsiteY2" fmla="*/ 3467409 h 5196067"/>
              <a:gd name="connsiteX3" fmla="*/ 2940500 w 5999763"/>
              <a:gd name="connsiteY3" fmla="*/ 5196067 h 5196067"/>
              <a:gd name="connsiteX0" fmla="*/ 3045039 w 6104302"/>
              <a:gd name="connsiteY0" fmla="*/ 5202656 h 5202656"/>
              <a:gd name="connsiteX1" fmla="*/ 0 w 6104302"/>
              <a:gd name="connsiteY1" fmla="*/ 0 h 5202656"/>
              <a:gd name="connsiteX2" fmla="*/ 6104302 w 6104302"/>
              <a:gd name="connsiteY2" fmla="*/ 3473998 h 5202656"/>
              <a:gd name="connsiteX3" fmla="*/ 3045039 w 6104302"/>
              <a:gd name="connsiteY3" fmla="*/ 5202656 h 5202656"/>
            </a:gdLst>
            <a:ahLst/>
            <a:cxnLst>
              <a:cxn ang="0">
                <a:pos x="connsiteX0" y="connsiteY0"/>
              </a:cxn>
              <a:cxn ang="0">
                <a:pos x="connsiteX1" y="connsiteY1"/>
              </a:cxn>
              <a:cxn ang="0">
                <a:pos x="connsiteX2" y="connsiteY2"/>
              </a:cxn>
              <a:cxn ang="0">
                <a:pos x="connsiteX3" y="connsiteY3"/>
              </a:cxn>
            </a:cxnLst>
            <a:rect l="l" t="t" r="r" b="b"/>
            <a:pathLst>
              <a:path w="6104302" h="5202656">
                <a:moveTo>
                  <a:pt x="3045039" y="5202656"/>
                </a:moveTo>
                <a:cubicBezTo>
                  <a:pt x="3034307" y="5174064"/>
                  <a:pt x="10732" y="42888"/>
                  <a:pt x="0" y="0"/>
                </a:cubicBezTo>
                <a:lnTo>
                  <a:pt x="6104302" y="3473998"/>
                </a:lnTo>
                <a:lnTo>
                  <a:pt x="3045039" y="5202656"/>
                </a:lnTo>
                <a:close/>
              </a:path>
            </a:pathLst>
          </a:custGeom>
          <a:gradFill flip="none" rotWithShape="1">
            <a:gsLst>
              <a:gs pos="22000">
                <a:schemeClr val="accent3"/>
              </a:gs>
              <a:gs pos="51000">
                <a:schemeClr val="accent2"/>
              </a:gs>
              <a:gs pos="98374">
                <a:schemeClr val="accent1"/>
              </a:gs>
            </a:gsLst>
            <a:lin ang="13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3035" y="1655791"/>
            <a:ext cx="11468909" cy="1994392"/>
          </a:xfrm>
          <a:prstGeom prst="rect">
            <a:avLst/>
          </a:prstGeom>
        </p:spPr>
        <p:txBody>
          <a:bodyPr vert="horz" wrap="square" lIns="0" tIns="0" rIns="0" bIns="0" anchor="t" anchorCtr="0">
            <a:noAutofit/>
          </a:bodyPr>
          <a:lstStyle>
            <a:lvl1pPr algn="l">
              <a:lnSpc>
                <a:spcPct val="80000"/>
              </a:lnSpc>
              <a:defRPr sz="7200" b="0">
                <a:solidFill>
                  <a:schemeClr val="tx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sp>
        <p:nvSpPr>
          <p:cNvPr id="43" name="Text Placeholder 7"/>
          <p:cNvSpPr>
            <a:spLocks noGrp="1"/>
          </p:cNvSpPr>
          <p:nvPr>
            <p:ph type="body" sz="quarter" idx="10" hasCustomPrompt="1"/>
          </p:nvPr>
        </p:nvSpPr>
        <p:spPr>
          <a:xfrm>
            <a:off x="384048" y="5204499"/>
            <a:ext cx="1978025"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sp>
        <p:nvSpPr>
          <p:cNvPr id="6" name="Text Placeholder 5"/>
          <p:cNvSpPr>
            <a:spLocks noGrp="1"/>
          </p:cNvSpPr>
          <p:nvPr>
            <p:ph type="body" sz="quarter" idx="12" hasCustomPrompt="1"/>
          </p:nvPr>
        </p:nvSpPr>
        <p:spPr>
          <a:xfrm>
            <a:off x="384048" y="3895344"/>
            <a:ext cx="9514682" cy="864848"/>
          </a:xfrm>
          <a:prstGeom prst="rect">
            <a:avLst/>
          </a:prstGeom>
        </p:spPr>
        <p:txBody>
          <a:bodyPr lIns="0" tIns="0" rIns="0" bIns="0"/>
          <a:lstStyle>
            <a:lvl1pPr>
              <a:lnSpc>
                <a:spcPct val="90000"/>
              </a:lnSpc>
              <a:defRPr sz="2800">
                <a:solidFill>
                  <a:schemeClr val="tx1"/>
                </a:solidFill>
              </a:defRPr>
            </a:lvl1pPr>
          </a:lstStyle>
          <a:p>
            <a:pPr lvl="0"/>
            <a:r>
              <a:rPr lang="en-US" dirty="0"/>
              <a:t>Title subhead/presenters names, </a:t>
            </a:r>
            <a:br>
              <a:rPr lang="en-US" dirty="0"/>
            </a:br>
            <a:r>
              <a:rPr lang="en-US" dirty="0"/>
              <a:t>one or two lines</a:t>
            </a:r>
          </a:p>
        </p:txBody>
      </p:sp>
      <p:pic>
        <p:nvPicPr>
          <p:cNvPr id="34" name="Picture 3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486504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ver_4 line">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1" cy="6858000"/>
          </a:xfrm>
          <a:prstGeom prst="rect">
            <a:avLst/>
          </a:prstGeom>
        </p:spPr>
      </p:pic>
      <p:sp>
        <p:nvSpPr>
          <p:cNvPr id="10" name="Freeform 9"/>
          <p:cNvSpPr/>
          <p:nvPr userDrawn="1"/>
        </p:nvSpPr>
        <p:spPr>
          <a:xfrm flipH="1" flipV="1">
            <a:off x="-8709" y="-8709"/>
            <a:ext cx="8136266" cy="6875416"/>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3202595"/>
              <a:gd name="connsiteY0" fmla="*/ 5189477 h 5189477"/>
              <a:gd name="connsiteX1" fmla="*/ 10681 w 3202595"/>
              <a:gd name="connsiteY1" fmla="*/ 0 h 5189477"/>
              <a:gd name="connsiteX2" fmla="*/ 3202595 w 3202595"/>
              <a:gd name="connsiteY2" fmla="*/ 1769932 h 5189477"/>
              <a:gd name="connsiteX3" fmla="*/ 0 w 3202595"/>
              <a:gd name="connsiteY3" fmla="*/ 5189477 h 5189477"/>
              <a:gd name="connsiteX0" fmla="*/ 2962146 w 6164741"/>
              <a:gd name="connsiteY0" fmla="*/ 5403918 h 5403918"/>
              <a:gd name="connsiteX1" fmla="*/ 3 w 6164741"/>
              <a:gd name="connsiteY1" fmla="*/ 0 h 5403918"/>
              <a:gd name="connsiteX2" fmla="*/ 6164741 w 6164741"/>
              <a:gd name="connsiteY2" fmla="*/ 1984373 h 5403918"/>
              <a:gd name="connsiteX3" fmla="*/ 2962146 w 6164741"/>
              <a:gd name="connsiteY3" fmla="*/ 5403918 h 5403918"/>
              <a:gd name="connsiteX0" fmla="*/ 2962143 w 6164738"/>
              <a:gd name="connsiteY0" fmla="*/ 5403918 h 5403918"/>
              <a:gd name="connsiteX1" fmla="*/ 0 w 6164738"/>
              <a:gd name="connsiteY1" fmla="*/ 0 h 5403918"/>
              <a:gd name="connsiteX2" fmla="*/ 6164738 w 6164738"/>
              <a:gd name="connsiteY2" fmla="*/ 1984373 h 5403918"/>
              <a:gd name="connsiteX3" fmla="*/ 2962143 w 6164738"/>
              <a:gd name="connsiteY3" fmla="*/ 5403918 h 5403918"/>
              <a:gd name="connsiteX0" fmla="*/ 2962143 w 6164738"/>
              <a:gd name="connsiteY0" fmla="*/ 5403918 h 5403918"/>
              <a:gd name="connsiteX1" fmla="*/ 0 w 6164738"/>
              <a:gd name="connsiteY1" fmla="*/ 0 h 5403918"/>
              <a:gd name="connsiteX2" fmla="*/ 6164738 w 6164738"/>
              <a:gd name="connsiteY2" fmla="*/ 1984373 h 5403918"/>
              <a:gd name="connsiteX3" fmla="*/ 2962143 w 6164738"/>
              <a:gd name="connsiteY3" fmla="*/ 5403918 h 5403918"/>
              <a:gd name="connsiteX0" fmla="*/ 2819219 w 6021814"/>
              <a:gd name="connsiteY0" fmla="*/ 5189477 h 5189477"/>
              <a:gd name="connsiteX1" fmla="*/ 0 w 6021814"/>
              <a:gd name="connsiteY1" fmla="*/ 0 h 5189477"/>
              <a:gd name="connsiteX2" fmla="*/ 6021814 w 6021814"/>
              <a:gd name="connsiteY2" fmla="*/ 1769932 h 5189477"/>
              <a:gd name="connsiteX3" fmla="*/ 2819219 w 6021814"/>
              <a:gd name="connsiteY3" fmla="*/ 5189477 h 5189477"/>
              <a:gd name="connsiteX0" fmla="*/ 2819219 w 6007522"/>
              <a:gd name="connsiteY0" fmla="*/ 5189477 h 5189477"/>
              <a:gd name="connsiteX1" fmla="*/ 0 w 6007522"/>
              <a:gd name="connsiteY1" fmla="*/ 0 h 5189477"/>
              <a:gd name="connsiteX2" fmla="*/ 6007522 w 6007522"/>
              <a:gd name="connsiteY2" fmla="*/ 3299613 h 5189477"/>
              <a:gd name="connsiteX3" fmla="*/ 2819219 w 6007522"/>
              <a:gd name="connsiteY3" fmla="*/ 5189477 h 5189477"/>
              <a:gd name="connsiteX0" fmla="*/ 2819219 w 6021814"/>
              <a:gd name="connsiteY0" fmla="*/ 5189477 h 5189477"/>
              <a:gd name="connsiteX1" fmla="*/ 0 w 6021814"/>
              <a:gd name="connsiteY1" fmla="*/ 0 h 5189477"/>
              <a:gd name="connsiteX2" fmla="*/ 6021814 w 6021814"/>
              <a:gd name="connsiteY2" fmla="*/ 3385390 h 5189477"/>
              <a:gd name="connsiteX3" fmla="*/ 2819219 w 6021814"/>
              <a:gd name="connsiteY3" fmla="*/ 5189477 h 5189477"/>
              <a:gd name="connsiteX0" fmla="*/ 2862096 w 6021814"/>
              <a:gd name="connsiteY0" fmla="*/ 5189477 h 5189477"/>
              <a:gd name="connsiteX1" fmla="*/ 0 w 6021814"/>
              <a:gd name="connsiteY1" fmla="*/ 0 h 5189477"/>
              <a:gd name="connsiteX2" fmla="*/ 6021814 w 6021814"/>
              <a:gd name="connsiteY2" fmla="*/ 3385390 h 5189477"/>
              <a:gd name="connsiteX3" fmla="*/ 2862096 w 6021814"/>
              <a:gd name="connsiteY3" fmla="*/ 5189477 h 5189477"/>
              <a:gd name="connsiteX0" fmla="*/ 2862096 w 6021814"/>
              <a:gd name="connsiteY0" fmla="*/ 5189477 h 5189477"/>
              <a:gd name="connsiteX1" fmla="*/ 0 w 6021814"/>
              <a:gd name="connsiteY1" fmla="*/ 0 h 5189477"/>
              <a:gd name="connsiteX2" fmla="*/ 6021814 w 6021814"/>
              <a:gd name="connsiteY2" fmla="*/ 3385390 h 5189477"/>
              <a:gd name="connsiteX3" fmla="*/ 2862096 w 6021814"/>
              <a:gd name="connsiteY3" fmla="*/ 5189477 h 5189477"/>
              <a:gd name="connsiteX0" fmla="*/ 2862096 w 5993229"/>
              <a:gd name="connsiteY0" fmla="*/ 5189477 h 5189477"/>
              <a:gd name="connsiteX1" fmla="*/ 0 w 5993229"/>
              <a:gd name="connsiteY1" fmla="*/ 0 h 5189477"/>
              <a:gd name="connsiteX2" fmla="*/ 5993229 w 5993229"/>
              <a:gd name="connsiteY2" fmla="*/ 3394921 h 5189477"/>
              <a:gd name="connsiteX3" fmla="*/ 2862096 w 5993229"/>
              <a:gd name="connsiteY3" fmla="*/ 5189477 h 5189477"/>
              <a:gd name="connsiteX0" fmla="*/ 2940500 w 5993229"/>
              <a:gd name="connsiteY0" fmla="*/ 5196067 h 5196067"/>
              <a:gd name="connsiteX1" fmla="*/ 0 w 5993229"/>
              <a:gd name="connsiteY1" fmla="*/ 0 h 5196067"/>
              <a:gd name="connsiteX2" fmla="*/ 5993229 w 5993229"/>
              <a:gd name="connsiteY2" fmla="*/ 3394921 h 5196067"/>
              <a:gd name="connsiteX3" fmla="*/ 2940500 w 5993229"/>
              <a:gd name="connsiteY3" fmla="*/ 5196067 h 5196067"/>
              <a:gd name="connsiteX0" fmla="*/ 2940500 w 5999763"/>
              <a:gd name="connsiteY0" fmla="*/ 5196067 h 5196067"/>
              <a:gd name="connsiteX1" fmla="*/ 0 w 5999763"/>
              <a:gd name="connsiteY1" fmla="*/ 0 h 5196067"/>
              <a:gd name="connsiteX2" fmla="*/ 5999763 w 5999763"/>
              <a:gd name="connsiteY2" fmla="*/ 3467409 h 5196067"/>
              <a:gd name="connsiteX3" fmla="*/ 2940500 w 5999763"/>
              <a:gd name="connsiteY3" fmla="*/ 5196067 h 5196067"/>
              <a:gd name="connsiteX0" fmla="*/ 3045039 w 6104302"/>
              <a:gd name="connsiteY0" fmla="*/ 5202656 h 5202656"/>
              <a:gd name="connsiteX1" fmla="*/ 0 w 6104302"/>
              <a:gd name="connsiteY1" fmla="*/ 0 h 5202656"/>
              <a:gd name="connsiteX2" fmla="*/ 6104302 w 6104302"/>
              <a:gd name="connsiteY2" fmla="*/ 3473998 h 5202656"/>
              <a:gd name="connsiteX3" fmla="*/ 3045039 w 6104302"/>
              <a:gd name="connsiteY3" fmla="*/ 5202656 h 5202656"/>
            </a:gdLst>
            <a:ahLst/>
            <a:cxnLst>
              <a:cxn ang="0">
                <a:pos x="connsiteX0" y="connsiteY0"/>
              </a:cxn>
              <a:cxn ang="0">
                <a:pos x="connsiteX1" y="connsiteY1"/>
              </a:cxn>
              <a:cxn ang="0">
                <a:pos x="connsiteX2" y="connsiteY2"/>
              </a:cxn>
              <a:cxn ang="0">
                <a:pos x="connsiteX3" y="connsiteY3"/>
              </a:cxn>
            </a:cxnLst>
            <a:rect l="l" t="t" r="r" b="b"/>
            <a:pathLst>
              <a:path w="6104302" h="5202656">
                <a:moveTo>
                  <a:pt x="3045039" y="5202656"/>
                </a:moveTo>
                <a:cubicBezTo>
                  <a:pt x="3034307" y="5174064"/>
                  <a:pt x="10732" y="42888"/>
                  <a:pt x="0" y="0"/>
                </a:cubicBezTo>
                <a:lnTo>
                  <a:pt x="6104302" y="3473998"/>
                </a:lnTo>
                <a:lnTo>
                  <a:pt x="3045039" y="5202656"/>
                </a:lnTo>
                <a:close/>
              </a:path>
            </a:pathLst>
          </a:custGeom>
          <a:gradFill flip="none" rotWithShape="1">
            <a:gsLst>
              <a:gs pos="22000">
                <a:schemeClr val="accent3"/>
              </a:gs>
              <a:gs pos="51000">
                <a:schemeClr val="accent2"/>
              </a:gs>
              <a:gs pos="98374">
                <a:schemeClr val="accent1"/>
              </a:gs>
            </a:gsLst>
            <a:lin ang="13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3035" y="1655791"/>
            <a:ext cx="11468909" cy="1994392"/>
          </a:xfrm>
          <a:prstGeom prst="rect">
            <a:avLst/>
          </a:prstGeom>
        </p:spPr>
        <p:txBody>
          <a:bodyPr vert="horz" wrap="square" lIns="0" tIns="0" rIns="0" bIns="0" anchor="t" anchorCtr="0">
            <a:noAutofit/>
          </a:bodyPr>
          <a:lstStyle>
            <a:lvl1pPr algn="l">
              <a:lnSpc>
                <a:spcPct val="80000"/>
              </a:lnSpc>
              <a:defRPr sz="7200" b="0">
                <a:solidFill>
                  <a:schemeClr val="tx1"/>
                </a:solidFill>
                <a:latin typeface="3M Circular TT Bold" panose="020B0804020101010102" pitchFamily="34" charset="0"/>
                <a:cs typeface="3M Circular TT Bold" panose="020B0804020101010102" pitchFamily="34" charset="0"/>
              </a:defRPr>
            </a:lvl1pPr>
          </a:lstStyle>
          <a:p>
            <a:r>
              <a:rPr lang="en-US" dirty="0"/>
              <a:t>Two line title</a:t>
            </a:r>
            <a:br>
              <a:rPr lang="en-US" dirty="0"/>
            </a:br>
            <a:r>
              <a:rPr lang="en-US" dirty="0"/>
              <a:t>goes here</a:t>
            </a:r>
            <a:endParaRPr lang="en-GB" dirty="0"/>
          </a:p>
        </p:txBody>
      </p:sp>
      <p:sp>
        <p:nvSpPr>
          <p:cNvPr id="43" name="Text Placeholder 7"/>
          <p:cNvSpPr>
            <a:spLocks noGrp="1"/>
          </p:cNvSpPr>
          <p:nvPr>
            <p:ph type="body" sz="quarter" idx="10" hasCustomPrompt="1"/>
          </p:nvPr>
        </p:nvSpPr>
        <p:spPr>
          <a:xfrm>
            <a:off x="384047" y="3895344"/>
            <a:ext cx="4114800"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pic>
        <p:nvPicPr>
          <p:cNvPr id="34" name="Picture 3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1937160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ver_5 line/subhead">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1" cy="6867524"/>
          </a:xfrm>
          <a:prstGeom prst="rect">
            <a:avLst/>
          </a:prstGeom>
        </p:spPr>
      </p:pic>
      <p:pic>
        <p:nvPicPr>
          <p:cNvPr id="34" name="Picture 3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grpSp>
        <p:nvGrpSpPr>
          <p:cNvPr id="31" name="Group 30"/>
          <p:cNvGrpSpPr/>
          <p:nvPr userDrawn="1"/>
        </p:nvGrpSpPr>
        <p:grpSpPr>
          <a:xfrm>
            <a:off x="6095262" y="0"/>
            <a:ext cx="6101116" cy="6858864"/>
            <a:chOff x="6095262" y="0"/>
            <a:chExt cx="6101116" cy="6858864"/>
          </a:xfrm>
        </p:grpSpPr>
        <p:sp>
          <p:nvSpPr>
            <p:cNvPr id="8" name="Freeform 7"/>
            <p:cNvSpPr/>
            <p:nvPr userDrawn="1"/>
          </p:nvSpPr>
          <p:spPr>
            <a:xfrm>
              <a:off x="6105525" y="0"/>
              <a:ext cx="6082158" cy="6858000"/>
            </a:xfrm>
            <a:custGeom>
              <a:avLst/>
              <a:gdLst>
                <a:gd name="connsiteX0" fmla="*/ 6096000 w 6096000"/>
                <a:gd name="connsiteY0" fmla="*/ 0 h 6867525"/>
                <a:gd name="connsiteX1" fmla="*/ 0 w 6096000"/>
                <a:gd name="connsiteY1" fmla="*/ 9525 h 6867525"/>
                <a:gd name="connsiteX2" fmla="*/ 3362325 w 6096000"/>
                <a:gd name="connsiteY2" fmla="*/ 6867525 h 6867525"/>
                <a:gd name="connsiteX3" fmla="*/ 6096000 w 6096000"/>
                <a:gd name="connsiteY3" fmla="*/ 6858000 h 6867525"/>
                <a:gd name="connsiteX4" fmla="*/ 6096000 w 6096000"/>
                <a:gd name="connsiteY4" fmla="*/ 0 h 686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525">
                  <a:moveTo>
                    <a:pt x="6096000" y="0"/>
                  </a:moveTo>
                  <a:lnTo>
                    <a:pt x="0" y="9525"/>
                  </a:lnTo>
                  <a:lnTo>
                    <a:pt x="3362325" y="6867525"/>
                  </a:lnTo>
                  <a:lnTo>
                    <a:pt x="6096000" y="6858000"/>
                  </a:lnTo>
                  <a:lnTo>
                    <a:pt x="609600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3" name="Freeform 32"/>
            <p:cNvSpPr/>
            <p:nvPr userDrawn="1"/>
          </p:nvSpPr>
          <p:spPr>
            <a:xfrm flipH="1">
              <a:off x="6099048" y="0"/>
              <a:ext cx="6096736" cy="4569416"/>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 name="connsiteX0" fmla="*/ 2623 w 3395129"/>
                <a:gd name="connsiteY0" fmla="*/ 652 h 3446751"/>
                <a:gd name="connsiteX1" fmla="*/ 0 w 3395129"/>
                <a:gd name="connsiteY1" fmla="*/ 3446751 h 3446751"/>
                <a:gd name="connsiteX2" fmla="*/ 3395129 w 3395129"/>
                <a:gd name="connsiteY2" fmla="*/ 0 h 3446751"/>
                <a:gd name="connsiteX3" fmla="*/ 2623 w 3395129"/>
                <a:gd name="connsiteY3" fmla="*/ 652 h 3446751"/>
              </a:gdLst>
              <a:ahLst/>
              <a:cxnLst>
                <a:cxn ang="0">
                  <a:pos x="connsiteX0" y="connsiteY0"/>
                </a:cxn>
                <a:cxn ang="0">
                  <a:pos x="connsiteX1" y="connsiteY1"/>
                </a:cxn>
                <a:cxn ang="0">
                  <a:pos x="connsiteX2" y="connsiteY2"/>
                </a:cxn>
                <a:cxn ang="0">
                  <a:pos x="connsiteX3" y="connsiteY3"/>
                </a:cxn>
              </a:cxnLst>
              <a:rect l="l" t="t" r="r" b="b"/>
              <a:pathLst>
                <a:path w="3395129" h="3446751">
                  <a:moveTo>
                    <a:pt x="2623" y="652"/>
                  </a:moveTo>
                  <a:cubicBezTo>
                    <a:pt x="1749" y="1149352"/>
                    <a:pt x="874" y="2298051"/>
                    <a:pt x="0" y="3446751"/>
                  </a:cubicBezTo>
                  <a:lnTo>
                    <a:pt x="3395129" y="0"/>
                  </a:lnTo>
                  <a:lnTo>
                    <a:pt x="2623" y="652"/>
                  </a:lnTo>
                  <a:close/>
                </a:path>
              </a:pathLst>
            </a:custGeom>
            <a:gradFill flip="none" rotWithShape="1">
              <a:gsLst>
                <a:gs pos="1000">
                  <a:schemeClr val="accent2"/>
                </a:gs>
                <a:gs pos="100000">
                  <a:schemeClr val="accent1"/>
                </a:gs>
              </a:gsLst>
              <a:lin ang="120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Freeform 34"/>
            <p:cNvSpPr/>
            <p:nvPr userDrawn="1"/>
          </p:nvSpPr>
          <p:spPr>
            <a:xfrm flipH="1">
              <a:off x="9451181" y="4569416"/>
              <a:ext cx="2745197" cy="2289448"/>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 name="connsiteX0" fmla="*/ 1529836 w 1529836"/>
                <a:gd name="connsiteY0" fmla="*/ 1726951 h 1726951"/>
                <a:gd name="connsiteX1" fmla="*/ 4894 w 1529836"/>
                <a:gd name="connsiteY1" fmla="*/ 0 h 1726951"/>
                <a:gd name="connsiteX2" fmla="*/ 0 w 1529836"/>
                <a:gd name="connsiteY2" fmla="*/ 1719114 h 1726951"/>
                <a:gd name="connsiteX3" fmla="*/ 1529836 w 1529836"/>
                <a:gd name="connsiteY3" fmla="*/ 1726951 h 1726951"/>
                <a:gd name="connsiteX0" fmla="*/ 1524956 w 1524956"/>
                <a:gd name="connsiteY0" fmla="*/ 1726951 h 1726951"/>
                <a:gd name="connsiteX1" fmla="*/ 14 w 1524956"/>
                <a:gd name="connsiteY1" fmla="*/ 0 h 1726951"/>
                <a:gd name="connsiteX2" fmla="*/ 139661 w 1524956"/>
                <a:gd name="connsiteY2" fmla="*/ 1496385 h 1726951"/>
                <a:gd name="connsiteX3" fmla="*/ 1524956 w 1524956"/>
                <a:gd name="connsiteY3" fmla="*/ 1726951 h 1726951"/>
                <a:gd name="connsiteX0" fmla="*/ 1525273 w 1525273"/>
                <a:gd name="connsiteY0" fmla="*/ 1726951 h 1726951"/>
                <a:gd name="connsiteX1" fmla="*/ 331 w 1525273"/>
                <a:gd name="connsiteY1" fmla="*/ 0 h 1726951"/>
                <a:gd name="connsiteX2" fmla="*/ 2068 w 1525273"/>
                <a:gd name="connsiteY2" fmla="*/ 1726299 h 1726951"/>
                <a:gd name="connsiteX3" fmla="*/ 1525273 w 1525273"/>
                <a:gd name="connsiteY3" fmla="*/ 1726951 h 1726951"/>
              </a:gdLst>
              <a:ahLst/>
              <a:cxnLst>
                <a:cxn ang="0">
                  <a:pos x="connsiteX0" y="connsiteY0"/>
                </a:cxn>
                <a:cxn ang="0">
                  <a:pos x="connsiteX1" y="connsiteY1"/>
                </a:cxn>
                <a:cxn ang="0">
                  <a:pos x="connsiteX2" y="connsiteY2"/>
                </a:cxn>
                <a:cxn ang="0">
                  <a:pos x="connsiteX3" y="connsiteY3"/>
                </a:cxn>
              </a:cxnLst>
              <a:rect l="l" t="t" r="r" b="b"/>
              <a:pathLst>
                <a:path w="1525273" h="1726951">
                  <a:moveTo>
                    <a:pt x="1525273" y="1726951"/>
                  </a:moveTo>
                  <a:lnTo>
                    <a:pt x="331" y="0"/>
                  </a:lnTo>
                  <a:cubicBezTo>
                    <a:pt x="-1300" y="573038"/>
                    <a:pt x="3699" y="1153261"/>
                    <a:pt x="2068" y="1726299"/>
                  </a:cubicBezTo>
                  <a:lnTo>
                    <a:pt x="1525273" y="1726951"/>
                  </a:lnTo>
                  <a:close/>
                </a:path>
              </a:pathLst>
            </a:custGeom>
            <a:gradFill flip="none" rotWithShape="1">
              <a:gsLst>
                <a:gs pos="100000">
                  <a:schemeClr val="accent2"/>
                </a:gs>
                <a:gs pos="0">
                  <a:schemeClr val="accent1"/>
                </a:gs>
              </a:gsLst>
              <a:lin ang="13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Freeform 25"/>
            <p:cNvSpPr/>
            <p:nvPr userDrawn="1"/>
          </p:nvSpPr>
          <p:spPr>
            <a:xfrm flipH="1">
              <a:off x="6095262" y="0"/>
              <a:ext cx="6100521" cy="6858864"/>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Lst>
              <a:ahLst/>
              <a:cxnLst>
                <a:cxn ang="0">
                  <a:pos x="connsiteX0" y="connsiteY0"/>
                </a:cxn>
                <a:cxn ang="0">
                  <a:pos x="connsiteX1" y="connsiteY1"/>
                </a:cxn>
                <a:cxn ang="0">
                  <a:pos x="connsiteX2" y="connsiteY2"/>
                </a:cxn>
                <a:cxn ang="0">
                  <a:pos x="connsiteX3" y="connsiteY3"/>
                </a:cxn>
              </a:cxnLst>
              <a:rect l="l" t="t" r="r" b="b"/>
              <a:pathLst>
                <a:path w="3395129" h="5173702">
                  <a:moveTo>
                    <a:pt x="1524942" y="5173702"/>
                  </a:moveTo>
                  <a:lnTo>
                    <a:pt x="0" y="3446751"/>
                  </a:lnTo>
                  <a:lnTo>
                    <a:pt x="3395129" y="0"/>
                  </a:lnTo>
                  <a:lnTo>
                    <a:pt x="1524942" y="5173702"/>
                  </a:lnTo>
                  <a:close/>
                </a:path>
              </a:pathLst>
            </a:custGeom>
            <a:gradFill flip="none" rotWithShape="1">
              <a:gsLst>
                <a:gs pos="1000">
                  <a:schemeClr val="accent2"/>
                </a:gs>
                <a:gs pos="100000">
                  <a:schemeClr val="accent1"/>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 name="Title 1"/>
          <p:cNvSpPr>
            <a:spLocks noGrp="1"/>
          </p:cNvSpPr>
          <p:nvPr>
            <p:ph type="ctrTitle" hasCustomPrompt="1"/>
          </p:nvPr>
        </p:nvSpPr>
        <p:spPr>
          <a:xfrm>
            <a:off x="383035" y="1655791"/>
            <a:ext cx="11468909" cy="1994392"/>
          </a:xfrm>
          <a:prstGeom prst="rect">
            <a:avLst/>
          </a:prstGeom>
        </p:spPr>
        <p:txBody>
          <a:bodyPr vert="horz" wrap="square" lIns="0" tIns="0" rIns="0" bIns="0" anchor="t" anchorCtr="0">
            <a:noAutofit/>
          </a:bodyPr>
          <a:lstStyle>
            <a:lvl1pPr algn="l">
              <a:lnSpc>
                <a:spcPct val="80000"/>
              </a:lnSpc>
              <a:defRPr sz="7200" b="0">
                <a:solidFill>
                  <a:schemeClr val="tx1"/>
                </a:solidFill>
                <a:latin typeface="3M Circular TT Bold" panose="020B0804020101010102" pitchFamily="34" charset="0"/>
                <a:cs typeface="3M Circular TT Bold" panose="020B0804020101010102" pitchFamily="34" charset="0"/>
              </a:defRPr>
            </a:lvl1pPr>
          </a:lstStyle>
          <a:p>
            <a:r>
              <a:rPr lang="en-US" dirty="0"/>
              <a:t>Two line title</a:t>
            </a:r>
            <a:br>
              <a:rPr lang="en-US" dirty="0"/>
            </a:br>
            <a:r>
              <a:rPr lang="en-US" dirty="0"/>
              <a:t>goes here</a:t>
            </a:r>
            <a:endParaRPr lang="en-GB" dirty="0"/>
          </a:p>
        </p:txBody>
      </p:sp>
      <p:sp>
        <p:nvSpPr>
          <p:cNvPr id="43" name="Text Placeholder 7"/>
          <p:cNvSpPr>
            <a:spLocks noGrp="1"/>
          </p:cNvSpPr>
          <p:nvPr>
            <p:ph type="body" sz="quarter" idx="10" hasCustomPrompt="1"/>
          </p:nvPr>
        </p:nvSpPr>
        <p:spPr>
          <a:xfrm>
            <a:off x="384048" y="5204499"/>
            <a:ext cx="1978025"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sp>
        <p:nvSpPr>
          <p:cNvPr id="6" name="Text Placeholder 5"/>
          <p:cNvSpPr>
            <a:spLocks noGrp="1"/>
          </p:cNvSpPr>
          <p:nvPr>
            <p:ph type="body" sz="quarter" idx="12" hasCustomPrompt="1"/>
          </p:nvPr>
        </p:nvSpPr>
        <p:spPr>
          <a:xfrm>
            <a:off x="384048" y="3895344"/>
            <a:ext cx="9514682" cy="864848"/>
          </a:xfrm>
          <a:prstGeom prst="rect">
            <a:avLst/>
          </a:prstGeom>
        </p:spPr>
        <p:txBody>
          <a:bodyPr lIns="0" tIns="0" rIns="0" bIns="0"/>
          <a:lstStyle>
            <a:lvl1pPr>
              <a:lnSpc>
                <a:spcPct val="90000"/>
              </a:lnSpc>
              <a:defRPr sz="2800">
                <a:solidFill>
                  <a:schemeClr val="tx1"/>
                </a:solidFill>
              </a:defRPr>
            </a:lvl1pPr>
          </a:lstStyle>
          <a:p>
            <a:pPr lvl="0"/>
            <a:r>
              <a:rPr lang="en-US" dirty="0"/>
              <a:t>Title subhead/presenters names, </a:t>
            </a:r>
            <a:br>
              <a:rPr lang="en-US" dirty="0"/>
            </a:br>
            <a:r>
              <a:rPr lang="en-US" dirty="0"/>
              <a:t>one or two lines</a:t>
            </a:r>
          </a:p>
        </p:txBody>
      </p:sp>
    </p:spTree>
    <p:extLst>
      <p:ext uri="{BB962C8B-B14F-4D97-AF65-F5344CB8AC3E}">
        <p14:creationId xmlns:p14="http://schemas.microsoft.com/office/powerpoint/2010/main" val="3431611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ver_5 line">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1" cy="6858000"/>
          </a:xfrm>
          <a:prstGeom prst="rect">
            <a:avLst/>
          </a:prstGeom>
        </p:spPr>
      </p:pic>
      <p:pic>
        <p:nvPicPr>
          <p:cNvPr id="34" name="Picture 3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grpSp>
        <p:nvGrpSpPr>
          <p:cNvPr id="22" name="Group 21"/>
          <p:cNvGrpSpPr/>
          <p:nvPr userDrawn="1"/>
        </p:nvGrpSpPr>
        <p:grpSpPr>
          <a:xfrm>
            <a:off x="6095262" y="0"/>
            <a:ext cx="6101116" cy="6858864"/>
            <a:chOff x="6095262" y="0"/>
            <a:chExt cx="6101116" cy="6858864"/>
          </a:xfrm>
        </p:grpSpPr>
        <p:sp>
          <p:nvSpPr>
            <p:cNvPr id="23" name="Freeform 22"/>
            <p:cNvSpPr/>
            <p:nvPr userDrawn="1"/>
          </p:nvSpPr>
          <p:spPr>
            <a:xfrm>
              <a:off x="6105525" y="0"/>
              <a:ext cx="6082158" cy="6858000"/>
            </a:xfrm>
            <a:custGeom>
              <a:avLst/>
              <a:gdLst>
                <a:gd name="connsiteX0" fmla="*/ 6096000 w 6096000"/>
                <a:gd name="connsiteY0" fmla="*/ 0 h 6867525"/>
                <a:gd name="connsiteX1" fmla="*/ 0 w 6096000"/>
                <a:gd name="connsiteY1" fmla="*/ 9525 h 6867525"/>
                <a:gd name="connsiteX2" fmla="*/ 3362325 w 6096000"/>
                <a:gd name="connsiteY2" fmla="*/ 6867525 h 6867525"/>
                <a:gd name="connsiteX3" fmla="*/ 6096000 w 6096000"/>
                <a:gd name="connsiteY3" fmla="*/ 6858000 h 6867525"/>
                <a:gd name="connsiteX4" fmla="*/ 6096000 w 6096000"/>
                <a:gd name="connsiteY4" fmla="*/ 0 h 686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525">
                  <a:moveTo>
                    <a:pt x="6096000" y="0"/>
                  </a:moveTo>
                  <a:lnTo>
                    <a:pt x="0" y="9525"/>
                  </a:lnTo>
                  <a:lnTo>
                    <a:pt x="3362325" y="6867525"/>
                  </a:lnTo>
                  <a:lnTo>
                    <a:pt x="6096000" y="6858000"/>
                  </a:lnTo>
                  <a:lnTo>
                    <a:pt x="609600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4" name="Freeform 23"/>
            <p:cNvSpPr/>
            <p:nvPr userDrawn="1"/>
          </p:nvSpPr>
          <p:spPr>
            <a:xfrm flipH="1">
              <a:off x="6099048" y="0"/>
              <a:ext cx="6096736" cy="4569416"/>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 name="connsiteX0" fmla="*/ 2623 w 3395129"/>
                <a:gd name="connsiteY0" fmla="*/ 652 h 3446751"/>
                <a:gd name="connsiteX1" fmla="*/ 0 w 3395129"/>
                <a:gd name="connsiteY1" fmla="*/ 3446751 h 3446751"/>
                <a:gd name="connsiteX2" fmla="*/ 3395129 w 3395129"/>
                <a:gd name="connsiteY2" fmla="*/ 0 h 3446751"/>
                <a:gd name="connsiteX3" fmla="*/ 2623 w 3395129"/>
                <a:gd name="connsiteY3" fmla="*/ 652 h 3446751"/>
              </a:gdLst>
              <a:ahLst/>
              <a:cxnLst>
                <a:cxn ang="0">
                  <a:pos x="connsiteX0" y="connsiteY0"/>
                </a:cxn>
                <a:cxn ang="0">
                  <a:pos x="connsiteX1" y="connsiteY1"/>
                </a:cxn>
                <a:cxn ang="0">
                  <a:pos x="connsiteX2" y="connsiteY2"/>
                </a:cxn>
                <a:cxn ang="0">
                  <a:pos x="connsiteX3" y="connsiteY3"/>
                </a:cxn>
              </a:cxnLst>
              <a:rect l="l" t="t" r="r" b="b"/>
              <a:pathLst>
                <a:path w="3395129" h="3446751">
                  <a:moveTo>
                    <a:pt x="2623" y="652"/>
                  </a:moveTo>
                  <a:cubicBezTo>
                    <a:pt x="1749" y="1149352"/>
                    <a:pt x="874" y="2298051"/>
                    <a:pt x="0" y="3446751"/>
                  </a:cubicBezTo>
                  <a:lnTo>
                    <a:pt x="3395129" y="0"/>
                  </a:lnTo>
                  <a:lnTo>
                    <a:pt x="2623" y="652"/>
                  </a:lnTo>
                  <a:close/>
                </a:path>
              </a:pathLst>
            </a:custGeom>
            <a:gradFill flip="none" rotWithShape="1">
              <a:gsLst>
                <a:gs pos="1000">
                  <a:schemeClr val="accent2"/>
                </a:gs>
                <a:gs pos="100000">
                  <a:schemeClr val="accent3"/>
                </a:gs>
              </a:gsLst>
              <a:lin ang="120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Freeform 24"/>
            <p:cNvSpPr/>
            <p:nvPr userDrawn="1"/>
          </p:nvSpPr>
          <p:spPr>
            <a:xfrm flipH="1">
              <a:off x="9451181" y="4569416"/>
              <a:ext cx="2745197" cy="2289448"/>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 name="connsiteX0" fmla="*/ 1529836 w 1529836"/>
                <a:gd name="connsiteY0" fmla="*/ 1726951 h 1726951"/>
                <a:gd name="connsiteX1" fmla="*/ 4894 w 1529836"/>
                <a:gd name="connsiteY1" fmla="*/ 0 h 1726951"/>
                <a:gd name="connsiteX2" fmla="*/ 0 w 1529836"/>
                <a:gd name="connsiteY2" fmla="*/ 1719114 h 1726951"/>
                <a:gd name="connsiteX3" fmla="*/ 1529836 w 1529836"/>
                <a:gd name="connsiteY3" fmla="*/ 1726951 h 1726951"/>
                <a:gd name="connsiteX0" fmla="*/ 1524956 w 1524956"/>
                <a:gd name="connsiteY0" fmla="*/ 1726951 h 1726951"/>
                <a:gd name="connsiteX1" fmla="*/ 14 w 1524956"/>
                <a:gd name="connsiteY1" fmla="*/ 0 h 1726951"/>
                <a:gd name="connsiteX2" fmla="*/ 139661 w 1524956"/>
                <a:gd name="connsiteY2" fmla="*/ 1496385 h 1726951"/>
                <a:gd name="connsiteX3" fmla="*/ 1524956 w 1524956"/>
                <a:gd name="connsiteY3" fmla="*/ 1726951 h 1726951"/>
                <a:gd name="connsiteX0" fmla="*/ 1525273 w 1525273"/>
                <a:gd name="connsiteY0" fmla="*/ 1726951 h 1726951"/>
                <a:gd name="connsiteX1" fmla="*/ 331 w 1525273"/>
                <a:gd name="connsiteY1" fmla="*/ 0 h 1726951"/>
                <a:gd name="connsiteX2" fmla="*/ 2068 w 1525273"/>
                <a:gd name="connsiteY2" fmla="*/ 1726299 h 1726951"/>
                <a:gd name="connsiteX3" fmla="*/ 1525273 w 1525273"/>
                <a:gd name="connsiteY3" fmla="*/ 1726951 h 1726951"/>
              </a:gdLst>
              <a:ahLst/>
              <a:cxnLst>
                <a:cxn ang="0">
                  <a:pos x="connsiteX0" y="connsiteY0"/>
                </a:cxn>
                <a:cxn ang="0">
                  <a:pos x="connsiteX1" y="connsiteY1"/>
                </a:cxn>
                <a:cxn ang="0">
                  <a:pos x="connsiteX2" y="connsiteY2"/>
                </a:cxn>
                <a:cxn ang="0">
                  <a:pos x="connsiteX3" y="connsiteY3"/>
                </a:cxn>
              </a:cxnLst>
              <a:rect l="l" t="t" r="r" b="b"/>
              <a:pathLst>
                <a:path w="1525273" h="1726951">
                  <a:moveTo>
                    <a:pt x="1525273" y="1726951"/>
                  </a:moveTo>
                  <a:lnTo>
                    <a:pt x="331" y="0"/>
                  </a:lnTo>
                  <a:cubicBezTo>
                    <a:pt x="-1300" y="573038"/>
                    <a:pt x="3699" y="1153261"/>
                    <a:pt x="2068" y="1726299"/>
                  </a:cubicBezTo>
                  <a:lnTo>
                    <a:pt x="1525273" y="1726951"/>
                  </a:lnTo>
                  <a:close/>
                </a:path>
              </a:pathLst>
            </a:custGeom>
            <a:gradFill flip="none" rotWithShape="1">
              <a:gsLst>
                <a:gs pos="100000">
                  <a:schemeClr val="accent2"/>
                </a:gs>
                <a:gs pos="0">
                  <a:schemeClr val="accent3"/>
                </a:gs>
              </a:gsLst>
              <a:lin ang="13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Freeform 25"/>
            <p:cNvSpPr/>
            <p:nvPr userDrawn="1"/>
          </p:nvSpPr>
          <p:spPr>
            <a:xfrm flipH="1">
              <a:off x="6095262" y="0"/>
              <a:ext cx="6100521" cy="6858864"/>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Lst>
              <a:ahLst/>
              <a:cxnLst>
                <a:cxn ang="0">
                  <a:pos x="connsiteX0" y="connsiteY0"/>
                </a:cxn>
                <a:cxn ang="0">
                  <a:pos x="connsiteX1" y="connsiteY1"/>
                </a:cxn>
                <a:cxn ang="0">
                  <a:pos x="connsiteX2" y="connsiteY2"/>
                </a:cxn>
                <a:cxn ang="0">
                  <a:pos x="connsiteX3" y="connsiteY3"/>
                </a:cxn>
              </a:cxnLst>
              <a:rect l="l" t="t" r="r" b="b"/>
              <a:pathLst>
                <a:path w="3395129" h="5173702">
                  <a:moveTo>
                    <a:pt x="1524942" y="5173702"/>
                  </a:moveTo>
                  <a:lnTo>
                    <a:pt x="0" y="3446751"/>
                  </a:lnTo>
                  <a:lnTo>
                    <a:pt x="3395129" y="0"/>
                  </a:lnTo>
                  <a:lnTo>
                    <a:pt x="1524942" y="5173702"/>
                  </a:lnTo>
                  <a:close/>
                </a:path>
              </a:pathLst>
            </a:custGeom>
            <a:gradFill flip="none" rotWithShape="1">
              <a:gsLst>
                <a:gs pos="1000">
                  <a:schemeClr val="accent2"/>
                </a:gs>
                <a:gs pos="100000">
                  <a:schemeClr val="accent3"/>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 name="Title 1"/>
          <p:cNvSpPr>
            <a:spLocks noGrp="1"/>
          </p:cNvSpPr>
          <p:nvPr>
            <p:ph type="ctrTitle" hasCustomPrompt="1"/>
          </p:nvPr>
        </p:nvSpPr>
        <p:spPr>
          <a:xfrm>
            <a:off x="383035" y="1655791"/>
            <a:ext cx="11468909" cy="1994392"/>
          </a:xfrm>
          <a:prstGeom prst="rect">
            <a:avLst/>
          </a:prstGeom>
        </p:spPr>
        <p:txBody>
          <a:bodyPr vert="horz" wrap="square" lIns="0" tIns="0" rIns="0" bIns="0" anchor="t" anchorCtr="0">
            <a:noAutofit/>
          </a:bodyPr>
          <a:lstStyle>
            <a:lvl1pPr algn="l">
              <a:lnSpc>
                <a:spcPct val="80000"/>
              </a:lnSpc>
              <a:defRPr sz="7200" b="0">
                <a:solidFill>
                  <a:schemeClr val="tx1"/>
                </a:solidFill>
                <a:latin typeface="3M Circular TT Bold" panose="020B0804020101010102" pitchFamily="34" charset="0"/>
                <a:cs typeface="3M Circular TT Bold" panose="020B0804020101010102" pitchFamily="34" charset="0"/>
              </a:defRPr>
            </a:lvl1pPr>
          </a:lstStyle>
          <a:p>
            <a:r>
              <a:rPr lang="en-US" dirty="0"/>
              <a:t>Two line title</a:t>
            </a:r>
            <a:br>
              <a:rPr lang="en-US" dirty="0"/>
            </a:br>
            <a:r>
              <a:rPr lang="en-US" dirty="0"/>
              <a:t>goes here</a:t>
            </a:r>
            <a:endParaRPr lang="en-GB" dirty="0"/>
          </a:p>
        </p:txBody>
      </p:sp>
      <p:sp>
        <p:nvSpPr>
          <p:cNvPr id="43" name="Text Placeholder 7"/>
          <p:cNvSpPr>
            <a:spLocks noGrp="1"/>
          </p:cNvSpPr>
          <p:nvPr>
            <p:ph type="body" sz="quarter" idx="10" hasCustomPrompt="1"/>
          </p:nvPr>
        </p:nvSpPr>
        <p:spPr>
          <a:xfrm>
            <a:off x="384047" y="3895344"/>
            <a:ext cx="4114800"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spTree>
    <p:extLst>
      <p:ext uri="{BB962C8B-B14F-4D97-AF65-F5344CB8AC3E}">
        <p14:creationId xmlns:p14="http://schemas.microsoft.com/office/powerpoint/2010/main" val="2148087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ver_1 REVERSED line/subhead">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sp>
        <p:nvSpPr>
          <p:cNvPr id="19" name="Freeform 18"/>
          <p:cNvSpPr/>
          <p:nvPr userDrawn="1"/>
        </p:nvSpPr>
        <p:spPr>
          <a:xfrm flipH="1" flipV="1">
            <a:off x="-18560" y="0"/>
            <a:ext cx="12188952" cy="6858000"/>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Lst>
            <a:ahLst/>
            <a:cxnLst>
              <a:cxn ang="0">
                <a:pos x="connsiteX0" y="connsiteY0"/>
              </a:cxn>
              <a:cxn ang="0">
                <a:pos x="connsiteX1" y="connsiteY1"/>
              </a:cxn>
              <a:cxn ang="0">
                <a:pos x="connsiteX2" y="connsiteY2"/>
              </a:cxn>
              <a:cxn ang="0">
                <a:pos x="connsiteX3" y="connsiteY3"/>
              </a:cxn>
            </a:cxnLst>
            <a:rect l="l" t="t" r="r" b="b"/>
            <a:pathLst>
              <a:path w="9178997" h="5154183">
                <a:moveTo>
                  <a:pt x="3048116" y="5154183"/>
                </a:moveTo>
                <a:lnTo>
                  <a:pt x="0" y="0"/>
                </a:lnTo>
                <a:lnTo>
                  <a:pt x="9178997" y="1698542"/>
                </a:lnTo>
                <a:lnTo>
                  <a:pt x="3048116" y="5154183"/>
                </a:lnTo>
                <a:close/>
              </a:path>
            </a:pathLst>
          </a:custGeom>
          <a:gradFill flip="none" rotWithShape="1">
            <a:gsLst>
              <a:gs pos="61000">
                <a:schemeClr val="accent2"/>
              </a:gs>
              <a:gs pos="31000">
                <a:schemeClr val="accent3"/>
              </a:gs>
              <a:gs pos="100000">
                <a:schemeClr val="accent1"/>
              </a:gs>
            </a:gsLst>
            <a:lin ang="126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4048" y="2282634"/>
            <a:ext cx="9521825" cy="1051116"/>
          </a:xfrm>
          <a:prstGeom prst="rect">
            <a:avLst/>
          </a:prstGeom>
        </p:spPr>
        <p:txBody>
          <a:bodyPr vert="horz" wrap="square" lIns="0" tIns="0" rIns="0" bIns="0" anchor="t" anchorCtr="0">
            <a:noAutofit/>
          </a:bodyPr>
          <a:lstStyle>
            <a:lvl1pPr algn="l">
              <a:defRPr sz="7200" b="0">
                <a:solidFill>
                  <a:schemeClr val="bg1"/>
                </a:solidFill>
                <a:latin typeface="3M Circular TT Bold" panose="020B0804020101010102" pitchFamily="34" charset="0"/>
                <a:cs typeface="3M Circular TT Bold" panose="020B0804020101010102" pitchFamily="34" charset="0"/>
              </a:defRPr>
            </a:lvl1pPr>
          </a:lstStyle>
          <a:p>
            <a:r>
              <a:rPr lang="en-US" dirty="0"/>
              <a:t>One-line title</a:t>
            </a:r>
            <a:endParaRPr lang="en-GB" dirty="0"/>
          </a:p>
        </p:txBody>
      </p:sp>
      <p:sp>
        <p:nvSpPr>
          <p:cNvPr id="34" name="Text Placeholder 5"/>
          <p:cNvSpPr>
            <a:spLocks noGrp="1"/>
          </p:cNvSpPr>
          <p:nvPr>
            <p:ph type="body" sz="quarter" idx="13" hasCustomPrompt="1"/>
          </p:nvPr>
        </p:nvSpPr>
        <p:spPr>
          <a:xfrm>
            <a:off x="384048" y="3892296"/>
            <a:ext cx="9472598" cy="864848"/>
          </a:xfrm>
          <a:prstGeom prst="rect">
            <a:avLst/>
          </a:prstGeom>
        </p:spPr>
        <p:txBody>
          <a:bodyPr lIns="0" tIns="0" rIns="0" bIns="0"/>
          <a:lstStyle>
            <a:lvl1pPr>
              <a:lnSpc>
                <a:spcPct val="90000"/>
              </a:lnSpc>
              <a:defRPr sz="2800">
                <a:solidFill>
                  <a:schemeClr val="bg1"/>
                </a:solidFill>
              </a:defRPr>
            </a:lvl1pPr>
          </a:lstStyle>
          <a:p>
            <a:pPr lvl="0"/>
            <a:r>
              <a:rPr lang="en-US" dirty="0"/>
              <a:t>Title subhead/presenters names, </a:t>
            </a:r>
            <a:br>
              <a:rPr lang="en-US" dirty="0"/>
            </a:br>
            <a:r>
              <a:rPr lang="en-US" dirty="0"/>
              <a:t>one or two lines</a:t>
            </a:r>
          </a:p>
        </p:txBody>
      </p:sp>
      <p:sp>
        <p:nvSpPr>
          <p:cNvPr id="13" name="Text Placeholder 7"/>
          <p:cNvSpPr>
            <a:spLocks noGrp="1"/>
          </p:cNvSpPr>
          <p:nvPr>
            <p:ph type="body" sz="quarter" idx="10" hasCustomPrompt="1"/>
          </p:nvPr>
        </p:nvSpPr>
        <p:spPr>
          <a:xfrm>
            <a:off x="384048" y="5204499"/>
            <a:ext cx="4449209"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dirty="0"/>
              <a:t>Date</a:t>
            </a:r>
          </a:p>
        </p:txBody>
      </p:sp>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2716641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ver_1 REVERSED line">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sp>
        <p:nvSpPr>
          <p:cNvPr id="8" name="Freeform 7"/>
          <p:cNvSpPr/>
          <p:nvPr userDrawn="1"/>
        </p:nvSpPr>
        <p:spPr>
          <a:xfrm flipH="1" flipV="1">
            <a:off x="-18560" y="0"/>
            <a:ext cx="12188952" cy="6858000"/>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Lst>
            <a:ahLst/>
            <a:cxnLst>
              <a:cxn ang="0">
                <a:pos x="connsiteX0" y="connsiteY0"/>
              </a:cxn>
              <a:cxn ang="0">
                <a:pos x="connsiteX1" y="connsiteY1"/>
              </a:cxn>
              <a:cxn ang="0">
                <a:pos x="connsiteX2" y="connsiteY2"/>
              </a:cxn>
              <a:cxn ang="0">
                <a:pos x="connsiteX3" y="connsiteY3"/>
              </a:cxn>
            </a:cxnLst>
            <a:rect l="l" t="t" r="r" b="b"/>
            <a:pathLst>
              <a:path w="9178997" h="5154183">
                <a:moveTo>
                  <a:pt x="3048116" y="5154183"/>
                </a:moveTo>
                <a:lnTo>
                  <a:pt x="0" y="0"/>
                </a:lnTo>
                <a:lnTo>
                  <a:pt x="9178997" y="1698542"/>
                </a:lnTo>
                <a:lnTo>
                  <a:pt x="3048116" y="5154183"/>
                </a:lnTo>
                <a:close/>
              </a:path>
            </a:pathLst>
          </a:custGeom>
          <a:gradFill flip="none" rotWithShape="1">
            <a:gsLst>
              <a:gs pos="61000">
                <a:schemeClr val="accent2"/>
              </a:gs>
              <a:gs pos="31000">
                <a:schemeClr val="accent3"/>
              </a:gs>
              <a:gs pos="100000">
                <a:schemeClr val="accent1"/>
              </a:gs>
            </a:gsLst>
            <a:lin ang="126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4048" y="2286000"/>
            <a:ext cx="9521825" cy="1051116"/>
          </a:xfrm>
          <a:prstGeom prst="rect">
            <a:avLst/>
          </a:prstGeom>
        </p:spPr>
        <p:txBody>
          <a:bodyPr vert="horz" wrap="square" lIns="0" tIns="0" rIns="0" bIns="0" anchor="t" anchorCtr="0">
            <a:noAutofit/>
          </a:bodyPr>
          <a:lstStyle>
            <a:lvl1pPr algn="l">
              <a:defRPr sz="7200" b="0">
                <a:solidFill>
                  <a:schemeClr val="bg1"/>
                </a:solidFill>
                <a:latin typeface="3M Circular TT Bold" panose="020B0804020101010102" pitchFamily="34" charset="0"/>
                <a:cs typeface="3M Circular TT Bold" panose="020B0804020101010102" pitchFamily="34" charset="0"/>
              </a:defRPr>
            </a:lvl1pPr>
          </a:lstStyle>
          <a:p>
            <a:r>
              <a:rPr lang="en-US" dirty="0"/>
              <a:t>One-line title</a:t>
            </a:r>
            <a:endParaRPr lang="en-GB" dirty="0"/>
          </a:p>
        </p:txBody>
      </p:sp>
      <p:sp>
        <p:nvSpPr>
          <p:cNvPr id="23" name="Text Placeholder 7"/>
          <p:cNvSpPr>
            <a:spLocks noGrp="1"/>
          </p:cNvSpPr>
          <p:nvPr>
            <p:ph type="body" sz="quarter" idx="10" hasCustomPrompt="1"/>
          </p:nvPr>
        </p:nvSpPr>
        <p:spPr>
          <a:xfrm>
            <a:off x="384047" y="3895344"/>
            <a:ext cx="4114800"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dirty="0"/>
              <a:t>Date</a:t>
            </a:r>
          </a:p>
        </p:txBody>
      </p: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775294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ver_2 REVERSED line/subhead">
    <p:spTree>
      <p:nvGrpSpPr>
        <p:cNvPr id="1" name=""/>
        <p:cNvGrpSpPr/>
        <p:nvPr/>
      </p:nvGrpSpPr>
      <p:grpSpPr>
        <a:xfrm>
          <a:off x="0" y="0"/>
          <a:ext cx="0" cy="0"/>
          <a:chOff x="0" y="0"/>
          <a:chExt cx="0" cy="0"/>
        </a:xfrm>
      </p:grpSpPr>
      <p:pic>
        <p:nvPicPr>
          <p:cNvPr id="17" name="Picture 16"/>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sp>
        <p:nvSpPr>
          <p:cNvPr id="8" name="Freeform 7"/>
          <p:cNvSpPr/>
          <p:nvPr userDrawn="1"/>
        </p:nvSpPr>
        <p:spPr>
          <a:xfrm flipH="1" flipV="1">
            <a:off x="-1" y="0"/>
            <a:ext cx="12188950" cy="6858000"/>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6053933"/>
              <a:gd name="connsiteY0" fmla="*/ 5175181 h 5175181"/>
              <a:gd name="connsiteX1" fmla="*/ 2883458 w 6053933"/>
              <a:gd name="connsiteY1" fmla="*/ 0 h 5175181"/>
              <a:gd name="connsiteX2" fmla="*/ 6053933 w 6053933"/>
              <a:gd name="connsiteY2" fmla="*/ 1755636 h 5175181"/>
              <a:gd name="connsiteX3" fmla="*/ 0 w 6053933"/>
              <a:gd name="connsiteY3" fmla="*/ 5175181 h 5175181"/>
              <a:gd name="connsiteX0" fmla="*/ 0 w 6053933"/>
              <a:gd name="connsiteY0" fmla="*/ 5182329 h 5182329"/>
              <a:gd name="connsiteX1" fmla="*/ 2869075 w 6053933"/>
              <a:gd name="connsiteY1" fmla="*/ 0 h 5182329"/>
              <a:gd name="connsiteX2" fmla="*/ 6053933 w 6053933"/>
              <a:gd name="connsiteY2" fmla="*/ 1762784 h 5182329"/>
              <a:gd name="connsiteX3" fmla="*/ 0 w 6053933"/>
              <a:gd name="connsiteY3" fmla="*/ 5182329 h 5182329"/>
              <a:gd name="connsiteX0" fmla="*/ 0 w 6025167"/>
              <a:gd name="connsiteY0" fmla="*/ 5182329 h 5182329"/>
              <a:gd name="connsiteX1" fmla="*/ 2869075 w 6025167"/>
              <a:gd name="connsiteY1" fmla="*/ 0 h 5182329"/>
              <a:gd name="connsiteX2" fmla="*/ 6025167 w 6025167"/>
              <a:gd name="connsiteY2" fmla="*/ 1905745 h 5182329"/>
              <a:gd name="connsiteX3" fmla="*/ 0 w 6025167"/>
              <a:gd name="connsiteY3" fmla="*/ 5182329 h 5182329"/>
              <a:gd name="connsiteX0" fmla="*/ 0 w 6053933"/>
              <a:gd name="connsiteY0" fmla="*/ 5182329 h 5182329"/>
              <a:gd name="connsiteX1" fmla="*/ 2869075 w 6053933"/>
              <a:gd name="connsiteY1" fmla="*/ 0 h 5182329"/>
              <a:gd name="connsiteX2" fmla="*/ 6053933 w 6053933"/>
              <a:gd name="connsiteY2" fmla="*/ 1905745 h 5182329"/>
              <a:gd name="connsiteX3" fmla="*/ 0 w 6053933"/>
              <a:gd name="connsiteY3" fmla="*/ 5182329 h 5182329"/>
              <a:gd name="connsiteX0" fmla="*/ 0 w 6063522"/>
              <a:gd name="connsiteY0" fmla="*/ 5191860 h 5191860"/>
              <a:gd name="connsiteX1" fmla="*/ 2878664 w 6063522"/>
              <a:gd name="connsiteY1" fmla="*/ 0 h 5191860"/>
              <a:gd name="connsiteX2" fmla="*/ 6063522 w 6063522"/>
              <a:gd name="connsiteY2" fmla="*/ 1905745 h 5191860"/>
              <a:gd name="connsiteX3" fmla="*/ 0 w 6063522"/>
              <a:gd name="connsiteY3" fmla="*/ 5191860 h 5191860"/>
              <a:gd name="connsiteX0" fmla="*/ 0 w 6073111"/>
              <a:gd name="connsiteY0" fmla="*/ 5191860 h 5191860"/>
              <a:gd name="connsiteX1" fmla="*/ 2878664 w 6073111"/>
              <a:gd name="connsiteY1" fmla="*/ 0 h 5191860"/>
              <a:gd name="connsiteX2" fmla="*/ 6073111 w 6073111"/>
              <a:gd name="connsiteY2" fmla="*/ 1915276 h 5191860"/>
              <a:gd name="connsiteX3" fmla="*/ 0 w 6073111"/>
              <a:gd name="connsiteY3" fmla="*/ 5191860 h 5191860"/>
              <a:gd name="connsiteX0" fmla="*/ 0 w 6073111"/>
              <a:gd name="connsiteY0" fmla="*/ 5201391 h 5201391"/>
              <a:gd name="connsiteX1" fmla="*/ 2888253 w 6073111"/>
              <a:gd name="connsiteY1" fmla="*/ 0 h 5201391"/>
              <a:gd name="connsiteX2" fmla="*/ 6073111 w 6073111"/>
              <a:gd name="connsiteY2" fmla="*/ 1924807 h 5201391"/>
              <a:gd name="connsiteX3" fmla="*/ 0 w 6073111"/>
              <a:gd name="connsiteY3" fmla="*/ 5201391 h 5201391"/>
              <a:gd name="connsiteX0" fmla="*/ 0 w 6073111"/>
              <a:gd name="connsiteY0" fmla="*/ 5201391 h 5201391"/>
              <a:gd name="connsiteX1" fmla="*/ 4202163 w 6073111"/>
              <a:gd name="connsiteY1" fmla="*/ 0 h 5201391"/>
              <a:gd name="connsiteX2" fmla="*/ 6073111 w 6073111"/>
              <a:gd name="connsiteY2" fmla="*/ 1924807 h 5201391"/>
              <a:gd name="connsiteX3" fmla="*/ 0 w 6073111"/>
              <a:gd name="connsiteY3" fmla="*/ 5201391 h 5201391"/>
              <a:gd name="connsiteX0" fmla="*/ 0 w 6093450"/>
              <a:gd name="connsiteY0" fmla="*/ 5201391 h 5201391"/>
              <a:gd name="connsiteX1" fmla="*/ 4202163 w 6093450"/>
              <a:gd name="connsiteY1" fmla="*/ 0 h 5201391"/>
              <a:gd name="connsiteX2" fmla="*/ 6093450 w 6093450"/>
              <a:gd name="connsiteY2" fmla="*/ 1739044 h 5201391"/>
              <a:gd name="connsiteX3" fmla="*/ 0 w 6093450"/>
              <a:gd name="connsiteY3" fmla="*/ 5201391 h 5201391"/>
              <a:gd name="connsiteX0" fmla="*/ 0 w 6093450"/>
              <a:gd name="connsiteY0" fmla="*/ 5201391 h 5201391"/>
              <a:gd name="connsiteX1" fmla="*/ 4055721 w 6093450"/>
              <a:gd name="connsiteY1" fmla="*/ 0 h 5201391"/>
              <a:gd name="connsiteX2" fmla="*/ 6093450 w 6093450"/>
              <a:gd name="connsiteY2" fmla="*/ 1739044 h 5201391"/>
              <a:gd name="connsiteX3" fmla="*/ 0 w 6093450"/>
              <a:gd name="connsiteY3" fmla="*/ 5201391 h 5201391"/>
            </a:gdLst>
            <a:ahLst/>
            <a:cxnLst>
              <a:cxn ang="0">
                <a:pos x="connsiteX0" y="connsiteY0"/>
              </a:cxn>
              <a:cxn ang="0">
                <a:pos x="connsiteX1" y="connsiteY1"/>
              </a:cxn>
              <a:cxn ang="0">
                <a:pos x="connsiteX2" y="connsiteY2"/>
              </a:cxn>
              <a:cxn ang="0">
                <a:pos x="connsiteX3" y="connsiteY3"/>
              </a:cxn>
            </a:cxnLst>
            <a:rect l="l" t="t" r="r" b="b"/>
            <a:pathLst>
              <a:path w="6093450" h="5201391">
                <a:moveTo>
                  <a:pt x="0" y="5201391"/>
                </a:moveTo>
                <a:lnTo>
                  <a:pt x="4055721" y="0"/>
                </a:lnTo>
                <a:lnTo>
                  <a:pt x="6093450" y="1739044"/>
                </a:lnTo>
                <a:lnTo>
                  <a:pt x="0" y="5201391"/>
                </a:lnTo>
                <a:close/>
              </a:path>
            </a:pathLst>
          </a:custGeom>
          <a:gradFill flip="none" rotWithShape="1">
            <a:gsLst>
              <a:gs pos="52000">
                <a:schemeClr val="accent2"/>
              </a:gs>
              <a:gs pos="100000">
                <a:schemeClr val="accent1"/>
              </a:gs>
              <a:gs pos="20000">
                <a:schemeClr val="accent3"/>
              </a:gs>
            </a:gsLst>
            <a:lin ang="7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5593" y="1652428"/>
            <a:ext cx="11468909" cy="1994392"/>
          </a:xfrm>
          <a:prstGeom prst="rect">
            <a:avLst/>
          </a:prstGeom>
        </p:spPr>
        <p:txBody>
          <a:bodyPr vert="horz" wrap="square" lIns="0" tIns="0" rIns="0" bIns="0" anchor="t" anchorCtr="0">
            <a:noAutofit/>
          </a:bodyPr>
          <a:lstStyle>
            <a:lvl1pPr algn="l">
              <a:lnSpc>
                <a:spcPct val="80000"/>
              </a:lnSpc>
              <a:defRPr sz="7200" b="0">
                <a:solidFill>
                  <a:schemeClr val="bg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sp>
        <p:nvSpPr>
          <p:cNvPr id="14" name="Text Placeholder 5"/>
          <p:cNvSpPr>
            <a:spLocks noGrp="1"/>
          </p:cNvSpPr>
          <p:nvPr>
            <p:ph type="body" sz="quarter" idx="13" hasCustomPrompt="1"/>
          </p:nvPr>
        </p:nvSpPr>
        <p:spPr>
          <a:xfrm>
            <a:off x="384048" y="3892296"/>
            <a:ext cx="9472598" cy="864848"/>
          </a:xfrm>
          <a:prstGeom prst="rect">
            <a:avLst/>
          </a:prstGeom>
        </p:spPr>
        <p:txBody>
          <a:bodyPr lIns="0" tIns="0" rIns="0" bIns="0"/>
          <a:lstStyle>
            <a:lvl1pPr>
              <a:lnSpc>
                <a:spcPct val="90000"/>
              </a:lnSpc>
              <a:defRPr sz="2800">
                <a:solidFill>
                  <a:schemeClr val="bg1"/>
                </a:solidFill>
              </a:defRPr>
            </a:lvl1pPr>
          </a:lstStyle>
          <a:p>
            <a:pPr lvl="0"/>
            <a:r>
              <a:rPr lang="en-US" dirty="0"/>
              <a:t>Title subhead/presenters names, </a:t>
            </a:r>
            <a:br>
              <a:rPr lang="en-US" dirty="0"/>
            </a:br>
            <a:r>
              <a:rPr lang="en-US" dirty="0"/>
              <a:t>one or two lines</a:t>
            </a:r>
          </a:p>
        </p:txBody>
      </p:sp>
      <p:sp>
        <p:nvSpPr>
          <p:cNvPr id="15" name="Text Placeholder 7"/>
          <p:cNvSpPr>
            <a:spLocks noGrp="1"/>
          </p:cNvSpPr>
          <p:nvPr>
            <p:ph type="body" sz="quarter" idx="10" hasCustomPrompt="1"/>
          </p:nvPr>
        </p:nvSpPr>
        <p:spPr>
          <a:xfrm>
            <a:off x="384047" y="5204499"/>
            <a:ext cx="4114800"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pic>
        <p:nvPicPr>
          <p:cNvPr id="16" name="Picture 1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3577504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ver_2 REVERSED line">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sp>
        <p:nvSpPr>
          <p:cNvPr id="8" name="Freeform 7"/>
          <p:cNvSpPr/>
          <p:nvPr userDrawn="1"/>
        </p:nvSpPr>
        <p:spPr>
          <a:xfrm flipH="1" flipV="1">
            <a:off x="-1" y="0"/>
            <a:ext cx="12188950" cy="6858000"/>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6053933"/>
              <a:gd name="connsiteY0" fmla="*/ 5175181 h 5175181"/>
              <a:gd name="connsiteX1" fmla="*/ 2883458 w 6053933"/>
              <a:gd name="connsiteY1" fmla="*/ 0 h 5175181"/>
              <a:gd name="connsiteX2" fmla="*/ 6053933 w 6053933"/>
              <a:gd name="connsiteY2" fmla="*/ 1755636 h 5175181"/>
              <a:gd name="connsiteX3" fmla="*/ 0 w 6053933"/>
              <a:gd name="connsiteY3" fmla="*/ 5175181 h 5175181"/>
              <a:gd name="connsiteX0" fmla="*/ 0 w 6053933"/>
              <a:gd name="connsiteY0" fmla="*/ 5182329 h 5182329"/>
              <a:gd name="connsiteX1" fmla="*/ 2869075 w 6053933"/>
              <a:gd name="connsiteY1" fmla="*/ 0 h 5182329"/>
              <a:gd name="connsiteX2" fmla="*/ 6053933 w 6053933"/>
              <a:gd name="connsiteY2" fmla="*/ 1762784 h 5182329"/>
              <a:gd name="connsiteX3" fmla="*/ 0 w 6053933"/>
              <a:gd name="connsiteY3" fmla="*/ 5182329 h 5182329"/>
              <a:gd name="connsiteX0" fmla="*/ 0 w 6025167"/>
              <a:gd name="connsiteY0" fmla="*/ 5182329 h 5182329"/>
              <a:gd name="connsiteX1" fmla="*/ 2869075 w 6025167"/>
              <a:gd name="connsiteY1" fmla="*/ 0 h 5182329"/>
              <a:gd name="connsiteX2" fmla="*/ 6025167 w 6025167"/>
              <a:gd name="connsiteY2" fmla="*/ 1905745 h 5182329"/>
              <a:gd name="connsiteX3" fmla="*/ 0 w 6025167"/>
              <a:gd name="connsiteY3" fmla="*/ 5182329 h 5182329"/>
              <a:gd name="connsiteX0" fmla="*/ 0 w 6053933"/>
              <a:gd name="connsiteY0" fmla="*/ 5182329 h 5182329"/>
              <a:gd name="connsiteX1" fmla="*/ 2869075 w 6053933"/>
              <a:gd name="connsiteY1" fmla="*/ 0 h 5182329"/>
              <a:gd name="connsiteX2" fmla="*/ 6053933 w 6053933"/>
              <a:gd name="connsiteY2" fmla="*/ 1905745 h 5182329"/>
              <a:gd name="connsiteX3" fmla="*/ 0 w 6053933"/>
              <a:gd name="connsiteY3" fmla="*/ 5182329 h 5182329"/>
              <a:gd name="connsiteX0" fmla="*/ 0 w 6063522"/>
              <a:gd name="connsiteY0" fmla="*/ 5191860 h 5191860"/>
              <a:gd name="connsiteX1" fmla="*/ 2878664 w 6063522"/>
              <a:gd name="connsiteY1" fmla="*/ 0 h 5191860"/>
              <a:gd name="connsiteX2" fmla="*/ 6063522 w 6063522"/>
              <a:gd name="connsiteY2" fmla="*/ 1905745 h 5191860"/>
              <a:gd name="connsiteX3" fmla="*/ 0 w 6063522"/>
              <a:gd name="connsiteY3" fmla="*/ 5191860 h 5191860"/>
              <a:gd name="connsiteX0" fmla="*/ 0 w 6073111"/>
              <a:gd name="connsiteY0" fmla="*/ 5191860 h 5191860"/>
              <a:gd name="connsiteX1" fmla="*/ 2878664 w 6073111"/>
              <a:gd name="connsiteY1" fmla="*/ 0 h 5191860"/>
              <a:gd name="connsiteX2" fmla="*/ 6073111 w 6073111"/>
              <a:gd name="connsiteY2" fmla="*/ 1915276 h 5191860"/>
              <a:gd name="connsiteX3" fmla="*/ 0 w 6073111"/>
              <a:gd name="connsiteY3" fmla="*/ 5191860 h 5191860"/>
              <a:gd name="connsiteX0" fmla="*/ 0 w 6073111"/>
              <a:gd name="connsiteY0" fmla="*/ 5201391 h 5201391"/>
              <a:gd name="connsiteX1" fmla="*/ 2888253 w 6073111"/>
              <a:gd name="connsiteY1" fmla="*/ 0 h 5201391"/>
              <a:gd name="connsiteX2" fmla="*/ 6073111 w 6073111"/>
              <a:gd name="connsiteY2" fmla="*/ 1924807 h 5201391"/>
              <a:gd name="connsiteX3" fmla="*/ 0 w 6073111"/>
              <a:gd name="connsiteY3" fmla="*/ 5201391 h 5201391"/>
              <a:gd name="connsiteX0" fmla="*/ 0 w 6073111"/>
              <a:gd name="connsiteY0" fmla="*/ 5201391 h 5201391"/>
              <a:gd name="connsiteX1" fmla="*/ 4202163 w 6073111"/>
              <a:gd name="connsiteY1" fmla="*/ 0 h 5201391"/>
              <a:gd name="connsiteX2" fmla="*/ 6073111 w 6073111"/>
              <a:gd name="connsiteY2" fmla="*/ 1924807 h 5201391"/>
              <a:gd name="connsiteX3" fmla="*/ 0 w 6073111"/>
              <a:gd name="connsiteY3" fmla="*/ 5201391 h 5201391"/>
              <a:gd name="connsiteX0" fmla="*/ 0 w 6093450"/>
              <a:gd name="connsiteY0" fmla="*/ 5201391 h 5201391"/>
              <a:gd name="connsiteX1" fmla="*/ 4202163 w 6093450"/>
              <a:gd name="connsiteY1" fmla="*/ 0 h 5201391"/>
              <a:gd name="connsiteX2" fmla="*/ 6093450 w 6093450"/>
              <a:gd name="connsiteY2" fmla="*/ 1739044 h 5201391"/>
              <a:gd name="connsiteX3" fmla="*/ 0 w 6093450"/>
              <a:gd name="connsiteY3" fmla="*/ 5201391 h 5201391"/>
              <a:gd name="connsiteX0" fmla="*/ 0 w 6093450"/>
              <a:gd name="connsiteY0" fmla="*/ 5201391 h 5201391"/>
              <a:gd name="connsiteX1" fmla="*/ 4055721 w 6093450"/>
              <a:gd name="connsiteY1" fmla="*/ 0 h 5201391"/>
              <a:gd name="connsiteX2" fmla="*/ 6093450 w 6093450"/>
              <a:gd name="connsiteY2" fmla="*/ 1739044 h 5201391"/>
              <a:gd name="connsiteX3" fmla="*/ 0 w 6093450"/>
              <a:gd name="connsiteY3" fmla="*/ 5201391 h 5201391"/>
            </a:gdLst>
            <a:ahLst/>
            <a:cxnLst>
              <a:cxn ang="0">
                <a:pos x="connsiteX0" y="connsiteY0"/>
              </a:cxn>
              <a:cxn ang="0">
                <a:pos x="connsiteX1" y="connsiteY1"/>
              </a:cxn>
              <a:cxn ang="0">
                <a:pos x="connsiteX2" y="connsiteY2"/>
              </a:cxn>
              <a:cxn ang="0">
                <a:pos x="connsiteX3" y="connsiteY3"/>
              </a:cxn>
            </a:cxnLst>
            <a:rect l="l" t="t" r="r" b="b"/>
            <a:pathLst>
              <a:path w="6093450" h="5201391">
                <a:moveTo>
                  <a:pt x="0" y="5201391"/>
                </a:moveTo>
                <a:lnTo>
                  <a:pt x="4055721" y="0"/>
                </a:lnTo>
                <a:lnTo>
                  <a:pt x="6093450" y="1739044"/>
                </a:lnTo>
                <a:lnTo>
                  <a:pt x="0" y="5201391"/>
                </a:lnTo>
                <a:close/>
              </a:path>
            </a:pathLst>
          </a:custGeom>
          <a:gradFill flip="none" rotWithShape="1">
            <a:gsLst>
              <a:gs pos="52000">
                <a:schemeClr val="accent2"/>
              </a:gs>
              <a:gs pos="100000">
                <a:schemeClr val="accent1"/>
              </a:gs>
              <a:gs pos="20000">
                <a:schemeClr val="accent3"/>
              </a:gs>
            </a:gsLst>
            <a:lin ang="7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5593" y="1652428"/>
            <a:ext cx="11468909" cy="1994392"/>
          </a:xfrm>
          <a:prstGeom prst="rect">
            <a:avLst/>
          </a:prstGeom>
        </p:spPr>
        <p:txBody>
          <a:bodyPr vert="horz" wrap="square" lIns="0" tIns="0" rIns="0" bIns="0" anchor="t" anchorCtr="0">
            <a:noAutofit/>
          </a:bodyPr>
          <a:lstStyle>
            <a:lvl1pPr algn="l">
              <a:lnSpc>
                <a:spcPct val="80000"/>
              </a:lnSpc>
              <a:defRPr sz="7200" b="0">
                <a:solidFill>
                  <a:schemeClr val="bg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sp>
        <p:nvSpPr>
          <p:cNvPr id="22" name="Text Placeholder 7"/>
          <p:cNvSpPr>
            <a:spLocks noGrp="1"/>
          </p:cNvSpPr>
          <p:nvPr>
            <p:ph type="body" sz="quarter" idx="11" hasCustomPrompt="1"/>
          </p:nvPr>
        </p:nvSpPr>
        <p:spPr>
          <a:xfrm>
            <a:off x="384048" y="3895344"/>
            <a:ext cx="4114800"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dirty="0"/>
              <a:t>Date</a:t>
            </a:r>
          </a:p>
        </p:txBody>
      </p:sp>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3219178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ver_3 REVERSED line/subhead">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sp>
        <p:nvSpPr>
          <p:cNvPr id="8" name="Freeform 7"/>
          <p:cNvSpPr/>
          <p:nvPr userDrawn="1"/>
        </p:nvSpPr>
        <p:spPr>
          <a:xfrm flipH="1" flipV="1">
            <a:off x="1" y="-17420"/>
            <a:ext cx="8130732" cy="6875419"/>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6053933"/>
              <a:gd name="connsiteY0" fmla="*/ 5175181 h 5175181"/>
              <a:gd name="connsiteX1" fmla="*/ 2883458 w 6053933"/>
              <a:gd name="connsiteY1" fmla="*/ 0 h 5175181"/>
              <a:gd name="connsiteX2" fmla="*/ 6053933 w 6053933"/>
              <a:gd name="connsiteY2" fmla="*/ 1755636 h 5175181"/>
              <a:gd name="connsiteX3" fmla="*/ 0 w 6053933"/>
              <a:gd name="connsiteY3" fmla="*/ 5175181 h 5175181"/>
              <a:gd name="connsiteX0" fmla="*/ 0 w 6053933"/>
              <a:gd name="connsiteY0" fmla="*/ 5182329 h 5182329"/>
              <a:gd name="connsiteX1" fmla="*/ 2869075 w 6053933"/>
              <a:gd name="connsiteY1" fmla="*/ 0 h 5182329"/>
              <a:gd name="connsiteX2" fmla="*/ 6053933 w 6053933"/>
              <a:gd name="connsiteY2" fmla="*/ 1762784 h 5182329"/>
              <a:gd name="connsiteX3" fmla="*/ 0 w 6053933"/>
              <a:gd name="connsiteY3" fmla="*/ 5182329 h 5182329"/>
              <a:gd name="connsiteX0" fmla="*/ 0 w 6025167"/>
              <a:gd name="connsiteY0" fmla="*/ 5182329 h 5182329"/>
              <a:gd name="connsiteX1" fmla="*/ 2869075 w 6025167"/>
              <a:gd name="connsiteY1" fmla="*/ 0 h 5182329"/>
              <a:gd name="connsiteX2" fmla="*/ 6025167 w 6025167"/>
              <a:gd name="connsiteY2" fmla="*/ 1905745 h 5182329"/>
              <a:gd name="connsiteX3" fmla="*/ 0 w 6025167"/>
              <a:gd name="connsiteY3" fmla="*/ 5182329 h 5182329"/>
              <a:gd name="connsiteX0" fmla="*/ 0 w 6053933"/>
              <a:gd name="connsiteY0" fmla="*/ 5182329 h 5182329"/>
              <a:gd name="connsiteX1" fmla="*/ 2869075 w 6053933"/>
              <a:gd name="connsiteY1" fmla="*/ 0 h 5182329"/>
              <a:gd name="connsiteX2" fmla="*/ 6053933 w 6053933"/>
              <a:gd name="connsiteY2" fmla="*/ 1905745 h 5182329"/>
              <a:gd name="connsiteX3" fmla="*/ 0 w 6053933"/>
              <a:gd name="connsiteY3" fmla="*/ 5182329 h 5182329"/>
              <a:gd name="connsiteX0" fmla="*/ 0 w 6063522"/>
              <a:gd name="connsiteY0" fmla="*/ 5191860 h 5191860"/>
              <a:gd name="connsiteX1" fmla="*/ 2878664 w 6063522"/>
              <a:gd name="connsiteY1" fmla="*/ 0 h 5191860"/>
              <a:gd name="connsiteX2" fmla="*/ 6063522 w 6063522"/>
              <a:gd name="connsiteY2" fmla="*/ 1905745 h 5191860"/>
              <a:gd name="connsiteX3" fmla="*/ 0 w 6063522"/>
              <a:gd name="connsiteY3" fmla="*/ 5191860 h 5191860"/>
              <a:gd name="connsiteX0" fmla="*/ 0 w 6073111"/>
              <a:gd name="connsiteY0" fmla="*/ 5191860 h 5191860"/>
              <a:gd name="connsiteX1" fmla="*/ 2878664 w 6073111"/>
              <a:gd name="connsiteY1" fmla="*/ 0 h 5191860"/>
              <a:gd name="connsiteX2" fmla="*/ 6073111 w 6073111"/>
              <a:gd name="connsiteY2" fmla="*/ 1915276 h 5191860"/>
              <a:gd name="connsiteX3" fmla="*/ 0 w 6073111"/>
              <a:gd name="connsiteY3" fmla="*/ 5191860 h 5191860"/>
              <a:gd name="connsiteX0" fmla="*/ 0 w 6073111"/>
              <a:gd name="connsiteY0" fmla="*/ 5201391 h 5201391"/>
              <a:gd name="connsiteX1" fmla="*/ 2888253 w 6073111"/>
              <a:gd name="connsiteY1" fmla="*/ 0 h 5201391"/>
              <a:gd name="connsiteX2" fmla="*/ 6073111 w 6073111"/>
              <a:gd name="connsiteY2" fmla="*/ 1924807 h 5201391"/>
              <a:gd name="connsiteX3" fmla="*/ 0 w 6073111"/>
              <a:gd name="connsiteY3" fmla="*/ 5201391 h 5201391"/>
              <a:gd name="connsiteX0" fmla="*/ 0 w 6073111"/>
              <a:gd name="connsiteY0" fmla="*/ 5201391 h 5201391"/>
              <a:gd name="connsiteX1" fmla="*/ 2888253 w 6073111"/>
              <a:gd name="connsiteY1" fmla="*/ 0 h 5201391"/>
              <a:gd name="connsiteX2" fmla="*/ 6073111 w 6073111"/>
              <a:gd name="connsiteY2" fmla="*/ 1739869 h 5201391"/>
              <a:gd name="connsiteX3" fmla="*/ 0 w 6073111"/>
              <a:gd name="connsiteY3" fmla="*/ 5201391 h 5201391"/>
              <a:gd name="connsiteX0" fmla="*/ 0 w 6073111"/>
              <a:gd name="connsiteY0" fmla="*/ 5201391 h 5201391"/>
              <a:gd name="connsiteX1" fmla="*/ 2973730 w 6073111"/>
              <a:gd name="connsiteY1" fmla="*/ 0 h 5201391"/>
              <a:gd name="connsiteX2" fmla="*/ 6073111 w 6073111"/>
              <a:gd name="connsiteY2" fmla="*/ 1739869 h 5201391"/>
              <a:gd name="connsiteX3" fmla="*/ 0 w 6073111"/>
              <a:gd name="connsiteY3" fmla="*/ 5201391 h 5201391"/>
              <a:gd name="connsiteX0" fmla="*/ 0 w 6112562"/>
              <a:gd name="connsiteY0" fmla="*/ 5201391 h 5201391"/>
              <a:gd name="connsiteX1" fmla="*/ 3013181 w 6112562"/>
              <a:gd name="connsiteY1" fmla="*/ 0 h 5201391"/>
              <a:gd name="connsiteX2" fmla="*/ 6112562 w 6112562"/>
              <a:gd name="connsiteY2" fmla="*/ 1739869 h 5201391"/>
              <a:gd name="connsiteX3" fmla="*/ 0 w 6112562"/>
              <a:gd name="connsiteY3" fmla="*/ 5201391 h 5201391"/>
              <a:gd name="connsiteX0" fmla="*/ 0 w 6138863"/>
              <a:gd name="connsiteY0" fmla="*/ 5214602 h 5214602"/>
              <a:gd name="connsiteX1" fmla="*/ 3039482 w 6138863"/>
              <a:gd name="connsiteY1" fmla="*/ 0 h 5214602"/>
              <a:gd name="connsiteX2" fmla="*/ 6138863 w 6138863"/>
              <a:gd name="connsiteY2" fmla="*/ 1739869 h 5214602"/>
              <a:gd name="connsiteX3" fmla="*/ 0 w 6138863"/>
              <a:gd name="connsiteY3" fmla="*/ 5214602 h 5214602"/>
            </a:gdLst>
            <a:ahLst/>
            <a:cxnLst>
              <a:cxn ang="0">
                <a:pos x="connsiteX0" y="connsiteY0"/>
              </a:cxn>
              <a:cxn ang="0">
                <a:pos x="connsiteX1" y="connsiteY1"/>
              </a:cxn>
              <a:cxn ang="0">
                <a:pos x="connsiteX2" y="connsiteY2"/>
              </a:cxn>
              <a:cxn ang="0">
                <a:pos x="connsiteX3" y="connsiteY3"/>
              </a:cxn>
            </a:cxnLst>
            <a:rect l="l" t="t" r="r" b="b"/>
            <a:pathLst>
              <a:path w="6138863" h="5214602">
                <a:moveTo>
                  <a:pt x="0" y="5214602"/>
                </a:moveTo>
                <a:lnTo>
                  <a:pt x="3039482" y="0"/>
                </a:lnTo>
                <a:lnTo>
                  <a:pt x="6138863" y="1739869"/>
                </a:lnTo>
                <a:lnTo>
                  <a:pt x="0" y="5214602"/>
                </a:lnTo>
                <a:close/>
              </a:path>
            </a:pathLst>
          </a:custGeom>
          <a:gradFill flip="none" rotWithShape="1">
            <a:gsLst>
              <a:gs pos="52000">
                <a:schemeClr val="accent2"/>
              </a:gs>
              <a:gs pos="100000">
                <a:schemeClr val="accent1"/>
              </a:gs>
              <a:gs pos="20000">
                <a:schemeClr val="accent3"/>
              </a:gs>
            </a:gsLst>
            <a:lin ang="7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5593" y="1652428"/>
            <a:ext cx="11468909" cy="1994392"/>
          </a:xfrm>
          <a:prstGeom prst="rect">
            <a:avLst/>
          </a:prstGeom>
        </p:spPr>
        <p:txBody>
          <a:bodyPr vert="horz" wrap="square" lIns="0" tIns="0" rIns="0" bIns="0" anchor="t" anchorCtr="0">
            <a:noAutofit/>
          </a:bodyPr>
          <a:lstStyle>
            <a:lvl1pPr algn="l">
              <a:lnSpc>
                <a:spcPct val="80000"/>
              </a:lnSpc>
              <a:defRPr sz="7200" b="0">
                <a:solidFill>
                  <a:schemeClr val="bg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sp>
        <p:nvSpPr>
          <p:cNvPr id="21" name="Text Placeholder 5"/>
          <p:cNvSpPr>
            <a:spLocks noGrp="1"/>
          </p:cNvSpPr>
          <p:nvPr>
            <p:ph type="body" sz="quarter" idx="13" hasCustomPrompt="1"/>
          </p:nvPr>
        </p:nvSpPr>
        <p:spPr>
          <a:xfrm>
            <a:off x="384048" y="3892296"/>
            <a:ext cx="9472598" cy="864848"/>
          </a:xfrm>
          <a:prstGeom prst="rect">
            <a:avLst/>
          </a:prstGeom>
        </p:spPr>
        <p:txBody>
          <a:bodyPr lIns="0" tIns="0" rIns="0" bIns="0"/>
          <a:lstStyle>
            <a:lvl1pPr>
              <a:lnSpc>
                <a:spcPct val="90000"/>
              </a:lnSpc>
              <a:defRPr sz="2800">
                <a:solidFill>
                  <a:schemeClr val="bg1"/>
                </a:solidFill>
              </a:defRPr>
            </a:lvl1pPr>
          </a:lstStyle>
          <a:p>
            <a:pPr lvl="0"/>
            <a:r>
              <a:rPr lang="en-US" dirty="0"/>
              <a:t>Title subhead/presenters names, </a:t>
            </a:r>
            <a:br>
              <a:rPr lang="en-US" dirty="0"/>
            </a:br>
            <a:r>
              <a:rPr lang="en-US" dirty="0"/>
              <a:t>one or two lines</a:t>
            </a:r>
          </a:p>
        </p:txBody>
      </p:sp>
      <p:sp>
        <p:nvSpPr>
          <p:cNvPr id="22" name="Text Placeholder 7"/>
          <p:cNvSpPr>
            <a:spLocks noGrp="1"/>
          </p:cNvSpPr>
          <p:nvPr>
            <p:ph type="body" sz="quarter" idx="10" hasCustomPrompt="1"/>
          </p:nvPr>
        </p:nvSpPr>
        <p:spPr>
          <a:xfrm>
            <a:off x="384047" y="5204499"/>
            <a:ext cx="4114800"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pic>
        <p:nvPicPr>
          <p:cNvPr id="13" name="Picture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1965523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ver_3 REVERSED line">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sp>
        <p:nvSpPr>
          <p:cNvPr id="8" name="Freeform 7"/>
          <p:cNvSpPr/>
          <p:nvPr userDrawn="1"/>
        </p:nvSpPr>
        <p:spPr>
          <a:xfrm flipH="1" flipV="1">
            <a:off x="1" y="-17420"/>
            <a:ext cx="8130732" cy="6875419"/>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6053933"/>
              <a:gd name="connsiteY0" fmla="*/ 5175181 h 5175181"/>
              <a:gd name="connsiteX1" fmla="*/ 2883458 w 6053933"/>
              <a:gd name="connsiteY1" fmla="*/ 0 h 5175181"/>
              <a:gd name="connsiteX2" fmla="*/ 6053933 w 6053933"/>
              <a:gd name="connsiteY2" fmla="*/ 1755636 h 5175181"/>
              <a:gd name="connsiteX3" fmla="*/ 0 w 6053933"/>
              <a:gd name="connsiteY3" fmla="*/ 5175181 h 5175181"/>
              <a:gd name="connsiteX0" fmla="*/ 0 w 6053933"/>
              <a:gd name="connsiteY0" fmla="*/ 5182329 h 5182329"/>
              <a:gd name="connsiteX1" fmla="*/ 2869075 w 6053933"/>
              <a:gd name="connsiteY1" fmla="*/ 0 h 5182329"/>
              <a:gd name="connsiteX2" fmla="*/ 6053933 w 6053933"/>
              <a:gd name="connsiteY2" fmla="*/ 1762784 h 5182329"/>
              <a:gd name="connsiteX3" fmla="*/ 0 w 6053933"/>
              <a:gd name="connsiteY3" fmla="*/ 5182329 h 5182329"/>
              <a:gd name="connsiteX0" fmla="*/ 0 w 6025167"/>
              <a:gd name="connsiteY0" fmla="*/ 5182329 h 5182329"/>
              <a:gd name="connsiteX1" fmla="*/ 2869075 w 6025167"/>
              <a:gd name="connsiteY1" fmla="*/ 0 h 5182329"/>
              <a:gd name="connsiteX2" fmla="*/ 6025167 w 6025167"/>
              <a:gd name="connsiteY2" fmla="*/ 1905745 h 5182329"/>
              <a:gd name="connsiteX3" fmla="*/ 0 w 6025167"/>
              <a:gd name="connsiteY3" fmla="*/ 5182329 h 5182329"/>
              <a:gd name="connsiteX0" fmla="*/ 0 w 6053933"/>
              <a:gd name="connsiteY0" fmla="*/ 5182329 h 5182329"/>
              <a:gd name="connsiteX1" fmla="*/ 2869075 w 6053933"/>
              <a:gd name="connsiteY1" fmla="*/ 0 h 5182329"/>
              <a:gd name="connsiteX2" fmla="*/ 6053933 w 6053933"/>
              <a:gd name="connsiteY2" fmla="*/ 1905745 h 5182329"/>
              <a:gd name="connsiteX3" fmla="*/ 0 w 6053933"/>
              <a:gd name="connsiteY3" fmla="*/ 5182329 h 5182329"/>
              <a:gd name="connsiteX0" fmla="*/ 0 w 6063522"/>
              <a:gd name="connsiteY0" fmla="*/ 5191860 h 5191860"/>
              <a:gd name="connsiteX1" fmla="*/ 2878664 w 6063522"/>
              <a:gd name="connsiteY1" fmla="*/ 0 h 5191860"/>
              <a:gd name="connsiteX2" fmla="*/ 6063522 w 6063522"/>
              <a:gd name="connsiteY2" fmla="*/ 1905745 h 5191860"/>
              <a:gd name="connsiteX3" fmla="*/ 0 w 6063522"/>
              <a:gd name="connsiteY3" fmla="*/ 5191860 h 5191860"/>
              <a:gd name="connsiteX0" fmla="*/ 0 w 6073111"/>
              <a:gd name="connsiteY0" fmla="*/ 5191860 h 5191860"/>
              <a:gd name="connsiteX1" fmla="*/ 2878664 w 6073111"/>
              <a:gd name="connsiteY1" fmla="*/ 0 h 5191860"/>
              <a:gd name="connsiteX2" fmla="*/ 6073111 w 6073111"/>
              <a:gd name="connsiteY2" fmla="*/ 1915276 h 5191860"/>
              <a:gd name="connsiteX3" fmla="*/ 0 w 6073111"/>
              <a:gd name="connsiteY3" fmla="*/ 5191860 h 5191860"/>
              <a:gd name="connsiteX0" fmla="*/ 0 w 6073111"/>
              <a:gd name="connsiteY0" fmla="*/ 5201391 h 5201391"/>
              <a:gd name="connsiteX1" fmla="*/ 2888253 w 6073111"/>
              <a:gd name="connsiteY1" fmla="*/ 0 h 5201391"/>
              <a:gd name="connsiteX2" fmla="*/ 6073111 w 6073111"/>
              <a:gd name="connsiteY2" fmla="*/ 1924807 h 5201391"/>
              <a:gd name="connsiteX3" fmla="*/ 0 w 6073111"/>
              <a:gd name="connsiteY3" fmla="*/ 5201391 h 5201391"/>
              <a:gd name="connsiteX0" fmla="*/ 0 w 6073111"/>
              <a:gd name="connsiteY0" fmla="*/ 5201391 h 5201391"/>
              <a:gd name="connsiteX1" fmla="*/ 2888253 w 6073111"/>
              <a:gd name="connsiteY1" fmla="*/ 0 h 5201391"/>
              <a:gd name="connsiteX2" fmla="*/ 6073111 w 6073111"/>
              <a:gd name="connsiteY2" fmla="*/ 1739869 h 5201391"/>
              <a:gd name="connsiteX3" fmla="*/ 0 w 6073111"/>
              <a:gd name="connsiteY3" fmla="*/ 5201391 h 5201391"/>
              <a:gd name="connsiteX0" fmla="*/ 0 w 6073111"/>
              <a:gd name="connsiteY0" fmla="*/ 5201391 h 5201391"/>
              <a:gd name="connsiteX1" fmla="*/ 2973730 w 6073111"/>
              <a:gd name="connsiteY1" fmla="*/ 0 h 5201391"/>
              <a:gd name="connsiteX2" fmla="*/ 6073111 w 6073111"/>
              <a:gd name="connsiteY2" fmla="*/ 1739869 h 5201391"/>
              <a:gd name="connsiteX3" fmla="*/ 0 w 6073111"/>
              <a:gd name="connsiteY3" fmla="*/ 5201391 h 5201391"/>
              <a:gd name="connsiteX0" fmla="*/ 0 w 6112562"/>
              <a:gd name="connsiteY0" fmla="*/ 5201391 h 5201391"/>
              <a:gd name="connsiteX1" fmla="*/ 3013181 w 6112562"/>
              <a:gd name="connsiteY1" fmla="*/ 0 h 5201391"/>
              <a:gd name="connsiteX2" fmla="*/ 6112562 w 6112562"/>
              <a:gd name="connsiteY2" fmla="*/ 1739869 h 5201391"/>
              <a:gd name="connsiteX3" fmla="*/ 0 w 6112562"/>
              <a:gd name="connsiteY3" fmla="*/ 5201391 h 5201391"/>
              <a:gd name="connsiteX0" fmla="*/ 0 w 6138863"/>
              <a:gd name="connsiteY0" fmla="*/ 5214602 h 5214602"/>
              <a:gd name="connsiteX1" fmla="*/ 3039482 w 6138863"/>
              <a:gd name="connsiteY1" fmla="*/ 0 h 5214602"/>
              <a:gd name="connsiteX2" fmla="*/ 6138863 w 6138863"/>
              <a:gd name="connsiteY2" fmla="*/ 1739869 h 5214602"/>
              <a:gd name="connsiteX3" fmla="*/ 0 w 6138863"/>
              <a:gd name="connsiteY3" fmla="*/ 5214602 h 5214602"/>
            </a:gdLst>
            <a:ahLst/>
            <a:cxnLst>
              <a:cxn ang="0">
                <a:pos x="connsiteX0" y="connsiteY0"/>
              </a:cxn>
              <a:cxn ang="0">
                <a:pos x="connsiteX1" y="connsiteY1"/>
              </a:cxn>
              <a:cxn ang="0">
                <a:pos x="connsiteX2" y="connsiteY2"/>
              </a:cxn>
              <a:cxn ang="0">
                <a:pos x="connsiteX3" y="connsiteY3"/>
              </a:cxn>
            </a:cxnLst>
            <a:rect l="l" t="t" r="r" b="b"/>
            <a:pathLst>
              <a:path w="6138863" h="5214602">
                <a:moveTo>
                  <a:pt x="0" y="5214602"/>
                </a:moveTo>
                <a:lnTo>
                  <a:pt x="3039482" y="0"/>
                </a:lnTo>
                <a:lnTo>
                  <a:pt x="6138863" y="1739869"/>
                </a:lnTo>
                <a:lnTo>
                  <a:pt x="0" y="5214602"/>
                </a:lnTo>
                <a:close/>
              </a:path>
            </a:pathLst>
          </a:custGeom>
          <a:gradFill flip="none" rotWithShape="1">
            <a:gsLst>
              <a:gs pos="52000">
                <a:schemeClr val="accent2"/>
              </a:gs>
              <a:gs pos="100000">
                <a:schemeClr val="accent1"/>
              </a:gs>
              <a:gs pos="20000">
                <a:schemeClr val="accent3"/>
              </a:gs>
            </a:gsLst>
            <a:lin ang="7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5593" y="1652428"/>
            <a:ext cx="11468909" cy="1994392"/>
          </a:xfrm>
          <a:prstGeom prst="rect">
            <a:avLst/>
          </a:prstGeom>
        </p:spPr>
        <p:txBody>
          <a:bodyPr vert="horz" wrap="square" lIns="0" tIns="0" rIns="0" bIns="0" anchor="t" anchorCtr="0">
            <a:noAutofit/>
          </a:bodyPr>
          <a:lstStyle>
            <a:lvl1pPr algn="l">
              <a:lnSpc>
                <a:spcPct val="80000"/>
              </a:lnSpc>
              <a:defRPr sz="7200" b="0">
                <a:solidFill>
                  <a:schemeClr val="bg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sp>
        <p:nvSpPr>
          <p:cNvPr id="22" name="Text Placeholder 7"/>
          <p:cNvSpPr>
            <a:spLocks noGrp="1"/>
          </p:cNvSpPr>
          <p:nvPr>
            <p:ph type="body" sz="quarter" idx="10" hasCustomPrompt="1"/>
          </p:nvPr>
        </p:nvSpPr>
        <p:spPr>
          <a:xfrm>
            <a:off x="384047" y="3895344"/>
            <a:ext cx="4114800"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dirty="0"/>
              <a:t>Date</a:t>
            </a:r>
          </a:p>
        </p:txBody>
      </p:sp>
      <p:pic>
        <p:nvPicPr>
          <p:cNvPr id="13" name="Picture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1443904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ver_4 REVERSED line/subhead">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sp>
        <p:nvSpPr>
          <p:cNvPr id="10" name="Freeform 9"/>
          <p:cNvSpPr/>
          <p:nvPr userDrawn="1"/>
        </p:nvSpPr>
        <p:spPr>
          <a:xfrm flipH="1" flipV="1">
            <a:off x="-8709" y="-8709"/>
            <a:ext cx="8136266" cy="6875416"/>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3202595"/>
              <a:gd name="connsiteY0" fmla="*/ 5189477 h 5189477"/>
              <a:gd name="connsiteX1" fmla="*/ 10681 w 3202595"/>
              <a:gd name="connsiteY1" fmla="*/ 0 h 5189477"/>
              <a:gd name="connsiteX2" fmla="*/ 3202595 w 3202595"/>
              <a:gd name="connsiteY2" fmla="*/ 1769932 h 5189477"/>
              <a:gd name="connsiteX3" fmla="*/ 0 w 3202595"/>
              <a:gd name="connsiteY3" fmla="*/ 5189477 h 5189477"/>
              <a:gd name="connsiteX0" fmla="*/ 2962146 w 6164741"/>
              <a:gd name="connsiteY0" fmla="*/ 5403918 h 5403918"/>
              <a:gd name="connsiteX1" fmla="*/ 3 w 6164741"/>
              <a:gd name="connsiteY1" fmla="*/ 0 h 5403918"/>
              <a:gd name="connsiteX2" fmla="*/ 6164741 w 6164741"/>
              <a:gd name="connsiteY2" fmla="*/ 1984373 h 5403918"/>
              <a:gd name="connsiteX3" fmla="*/ 2962146 w 6164741"/>
              <a:gd name="connsiteY3" fmla="*/ 5403918 h 5403918"/>
              <a:gd name="connsiteX0" fmla="*/ 2962143 w 6164738"/>
              <a:gd name="connsiteY0" fmla="*/ 5403918 h 5403918"/>
              <a:gd name="connsiteX1" fmla="*/ 0 w 6164738"/>
              <a:gd name="connsiteY1" fmla="*/ 0 h 5403918"/>
              <a:gd name="connsiteX2" fmla="*/ 6164738 w 6164738"/>
              <a:gd name="connsiteY2" fmla="*/ 1984373 h 5403918"/>
              <a:gd name="connsiteX3" fmla="*/ 2962143 w 6164738"/>
              <a:gd name="connsiteY3" fmla="*/ 5403918 h 5403918"/>
              <a:gd name="connsiteX0" fmla="*/ 2962143 w 6164738"/>
              <a:gd name="connsiteY0" fmla="*/ 5403918 h 5403918"/>
              <a:gd name="connsiteX1" fmla="*/ 0 w 6164738"/>
              <a:gd name="connsiteY1" fmla="*/ 0 h 5403918"/>
              <a:gd name="connsiteX2" fmla="*/ 6164738 w 6164738"/>
              <a:gd name="connsiteY2" fmla="*/ 1984373 h 5403918"/>
              <a:gd name="connsiteX3" fmla="*/ 2962143 w 6164738"/>
              <a:gd name="connsiteY3" fmla="*/ 5403918 h 5403918"/>
              <a:gd name="connsiteX0" fmla="*/ 2819219 w 6021814"/>
              <a:gd name="connsiteY0" fmla="*/ 5189477 h 5189477"/>
              <a:gd name="connsiteX1" fmla="*/ 0 w 6021814"/>
              <a:gd name="connsiteY1" fmla="*/ 0 h 5189477"/>
              <a:gd name="connsiteX2" fmla="*/ 6021814 w 6021814"/>
              <a:gd name="connsiteY2" fmla="*/ 1769932 h 5189477"/>
              <a:gd name="connsiteX3" fmla="*/ 2819219 w 6021814"/>
              <a:gd name="connsiteY3" fmla="*/ 5189477 h 5189477"/>
              <a:gd name="connsiteX0" fmla="*/ 2819219 w 6007522"/>
              <a:gd name="connsiteY0" fmla="*/ 5189477 h 5189477"/>
              <a:gd name="connsiteX1" fmla="*/ 0 w 6007522"/>
              <a:gd name="connsiteY1" fmla="*/ 0 h 5189477"/>
              <a:gd name="connsiteX2" fmla="*/ 6007522 w 6007522"/>
              <a:gd name="connsiteY2" fmla="*/ 3299613 h 5189477"/>
              <a:gd name="connsiteX3" fmla="*/ 2819219 w 6007522"/>
              <a:gd name="connsiteY3" fmla="*/ 5189477 h 5189477"/>
              <a:gd name="connsiteX0" fmla="*/ 2819219 w 6021814"/>
              <a:gd name="connsiteY0" fmla="*/ 5189477 h 5189477"/>
              <a:gd name="connsiteX1" fmla="*/ 0 w 6021814"/>
              <a:gd name="connsiteY1" fmla="*/ 0 h 5189477"/>
              <a:gd name="connsiteX2" fmla="*/ 6021814 w 6021814"/>
              <a:gd name="connsiteY2" fmla="*/ 3385390 h 5189477"/>
              <a:gd name="connsiteX3" fmla="*/ 2819219 w 6021814"/>
              <a:gd name="connsiteY3" fmla="*/ 5189477 h 5189477"/>
              <a:gd name="connsiteX0" fmla="*/ 2862096 w 6021814"/>
              <a:gd name="connsiteY0" fmla="*/ 5189477 h 5189477"/>
              <a:gd name="connsiteX1" fmla="*/ 0 w 6021814"/>
              <a:gd name="connsiteY1" fmla="*/ 0 h 5189477"/>
              <a:gd name="connsiteX2" fmla="*/ 6021814 w 6021814"/>
              <a:gd name="connsiteY2" fmla="*/ 3385390 h 5189477"/>
              <a:gd name="connsiteX3" fmla="*/ 2862096 w 6021814"/>
              <a:gd name="connsiteY3" fmla="*/ 5189477 h 5189477"/>
              <a:gd name="connsiteX0" fmla="*/ 2862096 w 6021814"/>
              <a:gd name="connsiteY0" fmla="*/ 5189477 h 5189477"/>
              <a:gd name="connsiteX1" fmla="*/ 0 w 6021814"/>
              <a:gd name="connsiteY1" fmla="*/ 0 h 5189477"/>
              <a:gd name="connsiteX2" fmla="*/ 6021814 w 6021814"/>
              <a:gd name="connsiteY2" fmla="*/ 3385390 h 5189477"/>
              <a:gd name="connsiteX3" fmla="*/ 2862096 w 6021814"/>
              <a:gd name="connsiteY3" fmla="*/ 5189477 h 5189477"/>
              <a:gd name="connsiteX0" fmla="*/ 2862096 w 5993229"/>
              <a:gd name="connsiteY0" fmla="*/ 5189477 h 5189477"/>
              <a:gd name="connsiteX1" fmla="*/ 0 w 5993229"/>
              <a:gd name="connsiteY1" fmla="*/ 0 h 5189477"/>
              <a:gd name="connsiteX2" fmla="*/ 5993229 w 5993229"/>
              <a:gd name="connsiteY2" fmla="*/ 3394921 h 5189477"/>
              <a:gd name="connsiteX3" fmla="*/ 2862096 w 5993229"/>
              <a:gd name="connsiteY3" fmla="*/ 5189477 h 5189477"/>
              <a:gd name="connsiteX0" fmla="*/ 2940500 w 5993229"/>
              <a:gd name="connsiteY0" fmla="*/ 5196067 h 5196067"/>
              <a:gd name="connsiteX1" fmla="*/ 0 w 5993229"/>
              <a:gd name="connsiteY1" fmla="*/ 0 h 5196067"/>
              <a:gd name="connsiteX2" fmla="*/ 5993229 w 5993229"/>
              <a:gd name="connsiteY2" fmla="*/ 3394921 h 5196067"/>
              <a:gd name="connsiteX3" fmla="*/ 2940500 w 5993229"/>
              <a:gd name="connsiteY3" fmla="*/ 5196067 h 5196067"/>
              <a:gd name="connsiteX0" fmla="*/ 2940500 w 5999763"/>
              <a:gd name="connsiteY0" fmla="*/ 5196067 h 5196067"/>
              <a:gd name="connsiteX1" fmla="*/ 0 w 5999763"/>
              <a:gd name="connsiteY1" fmla="*/ 0 h 5196067"/>
              <a:gd name="connsiteX2" fmla="*/ 5999763 w 5999763"/>
              <a:gd name="connsiteY2" fmla="*/ 3467409 h 5196067"/>
              <a:gd name="connsiteX3" fmla="*/ 2940500 w 5999763"/>
              <a:gd name="connsiteY3" fmla="*/ 5196067 h 5196067"/>
              <a:gd name="connsiteX0" fmla="*/ 3045039 w 6104302"/>
              <a:gd name="connsiteY0" fmla="*/ 5202656 h 5202656"/>
              <a:gd name="connsiteX1" fmla="*/ 0 w 6104302"/>
              <a:gd name="connsiteY1" fmla="*/ 0 h 5202656"/>
              <a:gd name="connsiteX2" fmla="*/ 6104302 w 6104302"/>
              <a:gd name="connsiteY2" fmla="*/ 3473998 h 5202656"/>
              <a:gd name="connsiteX3" fmla="*/ 3045039 w 6104302"/>
              <a:gd name="connsiteY3" fmla="*/ 5202656 h 5202656"/>
            </a:gdLst>
            <a:ahLst/>
            <a:cxnLst>
              <a:cxn ang="0">
                <a:pos x="connsiteX0" y="connsiteY0"/>
              </a:cxn>
              <a:cxn ang="0">
                <a:pos x="connsiteX1" y="connsiteY1"/>
              </a:cxn>
              <a:cxn ang="0">
                <a:pos x="connsiteX2" y="connsiteY2"/>
              </a:cxn>
              <a:cxn ang="0">
                <a:pos x="connsiteX3" y="connsiteY3"/>
              </a:cxn>
            </a:cxnLst>
            <a:rect l="l" t="t" r="r" b="b"/>
            <a:pathLst>
              <a:path w="6104302" h="5202656">
                <a:moveTo>
                  <a:pt x="3045039" y="5202656"/>
                </a:moveTo>
                <a:cubicBezTo>
                  <a:pt x="3034307" y="5174064"/>
                  <a:pt x="10732" y="42888"/>
                  <a:pt x="0" y="0"/>
                </a:cubicBezTo>
                <a:lnTo>
                  <a:pt x="6104302" y="3473998"/>
                </a:lnTo>
                <a:lnTo>
                  <a:pt x="3045039" y="5202656"/>
                </a:lnTo>
                <a:close/>
              </a:path>
            </a:pathLst>
          </a:custGeom>
          <a:gradFill flip="none" rotWithShape="1">
            <a:gsLst>
              <a:gs pos="22000">
                <a:schemeClr val="accent3"/>
              </a:gs>
              <a:gs pos="51000">
                <a:schemeClr val="accent2"/>
              </a:gs>
              <a:gs pos="98374">
                <a:schemeClr val="accent1"/>
              </a:gs>
            </a:gsLst>
            <a:lin ang="13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3035" y="1655791"/>
            <a:ext cx="11468909" cy="1994392"/>
          </a:xfrm>
          <a:prstGeom prst="rect">
            <a:avLst/>
          </a:prstGeom>
        </p:spPr>
        <p:txBody>
          <a:bodyPr vert="horz" wrap="square" lIns="0" tIns="0" rIns="0" bIns="0" anchor="t" anchorCtr="0">
            <a:noAutofit/>
          </a:bodyPr>
          <a:lstStyle>
            <a:lvl1pPr algn="l">
              <a:lnSpc>
                <a:spcPct val="80000"/>
              </a:lnSpc>
              <a:defRPr sz="7200" b="0">
                <a:solidFill>
                  <a:schemeClr val="bg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sp>
        <p:nvSpPr>
          <p:cNvPr id="43" name="Text Placeholder 7"/>
          <p:cNvSpPr>
            <a:spLocks noGrp="1"/>
          </p:cNvSpPr>
          <p:nvPr>
            <p:ph type="body" sz="quarter" idx="10" hasCustomPrompt="1"/>
          </p:nvPr>
        </p:nvSpPr>
        <p:spPr>
          <a:xfrm>
            <a:off x="384048" y="5204499"/>
            <a:ext cx="1978025"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sp>
        <p:nvSpPr>
          <p:cNvPr id="6" name="Text Placeholder 5"/>
          <p:cNvSpPr>
            <a:spLocks noGrp="1"/>
          </p:cNvSpPr>
          <p:nvPr>
            <p:ph type="body" sz="quarter" idx="12" hasCustomPrompt="1"/>
          </p:nvPr>
        </p:nvSpPr>
        <p:spPr>
          <a:xfrm>
            <a:off x="384048" y="3895344"/>
            <a:ext cx="9514682" cy="864848"/>
          </a:xfrm>
          <a:prstGeom prst="rect">
            <a:avLst/>
          </a:prstGeom>
        </p:spPr>
        <p:txBody>
          <a:bodyPr lIns="0" tIns="0" rIns="0" bIns="0"/>
          <a:lstStyle>
            <a:lvl1pPr>
              <a:lnSpc>
                <a:spcPct val="90000"/>
              </a:lnSpc>
              <a:defRPr sz="2800">
                <a:solidFill>
                  <a:schemeClr val="bg1"/>
                </a:solidFill>
              </a:defRPr>
            </a:lvl1pPr>
          </a:lstStyle>
          <a:p>
            <a:pPr lvl="0"/>
            <a:r>
              <a:rPr lang="en-US" dirty="0"/>
              <a:t>Title subhead/presenters names, </a:t>
            </a:r>
            <a:br>
              <a:rPr lang="en-US" dirty="0"/>
            </a:br>
            <a:r>
              <a:rPr lang="en-US" dirty="0"/>
              <a:t>one or two lines</a:t>
            </a:r>
          </a:p>
        </p:txBody>
      </p:sp>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2625945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ver_4 REVERSED line">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sp>
        <p:nvSpPr>
          <p:cNvPr id="10" name="Freeform 9"/>
          <p:cNvSpPr/>
          <p:nvPr userDrawn="1"/>
        </p:nvSpPr>
        <p:spPr>
          <a:xfrm flipH="1" flipV="1">
            <a:off x="-8709" y="-8709"/>
            <a:ext cx="8136266" cy="6875416"/>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3202595"/>
              <a:gd name="connsiteY0" fmla="*/ 5189477 h 5189477"/>
              <a:gd name="connsiteX1" fmla="*/ 10681 w 3202595"/>
              <a:gd name="connsiteY1" fmla="*/ 0 h 5189477"/>
              <a:gd name="connsiteX2" fmla="*/ 3202595 w 3202595"/>
              <a:gd name="connsiteY2" fmla="*/ 1769932 h 5189477"/>
              <a:gd name="connsiteX3" fmla="*/ 0 w 3202595"/>
              <a:gd name="connsiteY3" fmla="*/ 5189477 h 5189477"/>
              <a:gd name="connsiteX0" fmla="*/ 2962146 w 6164741"/>
              <a:gd name="connsiteY0" fmla="*/ 5403918 h 5403918"/>
              <a:gd name="connsiteX1" fmla="*/ 3 w 6164741"/>
              <a:gd name="connsiteY1" fmla="*/ 0 h 5403918"/>
              <a:gd name="connsiteX2" fmla="*/ 6164741 w 6164741"/>
              <a:gd name="connsiteY2" fmla="*/ 1984373 h 5403918"/>
              <a:gd name="connsiteX3" fmla="*/ 2962146 w 6164741"/>
              <a:gd name="connsiteY3" fmla="*/ 5403918 h 5403918"/>
              <a:gd name="connsiteX0" fmla="*/ 2962143 w 6164738"/>
              <a:gd name="connsiteY0" fmla="*/ 5403918 h 5403918"/>
              <a:gd name="connsiteX1" fmla="*/ 0 w 6164738"/>
              <a:gd name="connsiteY1" fmla="*/ 0 h 5403918"/>
              <a:gd name="connsiteX2" fmla="*/ 6164738 w 6164738"/>
              <a:gd name="connsiteY2" fmla="*/ 1984373 h 5403918"/>
              <a:gd name="connsiteX3" fmla="*/ 2962143 w 6164738"/>
              <a:gd name="connsiteY3" fmla="*/ 5403918 h 5403918"/>
              <a:gd name="connsiteX0" fmla="*/ 2962143 w 6164738"/>
              <a:gd name="connsiteY0" fmla="*/ 5403918 h 5403918"/>
              <a:gd name="connsiteX1" fmla="*/ 0 w 6164738"/>
              <a:gd name="connsiteY1" fmla="*/ 0 h 5403918"/>
              <a:gd name="connsiteX2" fmla="*/ 6164738 w 6164738"/>
              <a:gd name="connsiteY2" fmla="*/ 1984373 h 5403918"/>
              <a:gd name="connsiteX3" fmla="*/ 2962143 w 6164738"/>
              <a:gd name="connsiteY3" fmla="*/ 5403918 h 5403918"/>
              <a:gd name="connsiteX0" fmla="*/ 2819219 w 6021814"/>
              <a:gd name="connsiteY0" fmla="*/ 5189477 h 5189477"/>
              <a:gd name="connsiteX1" fmla="*/ 0 w 6021814"/>
              <a:gd name="connsiteY1" fmla="*/ 0 h 5189477"/>
              <a:gd name="connsiteX2" fmla="*/ 6021814 w 6021814"/>
              <a:gd name="connsiteY2" fmla="*/ 1769932 h 5189477"/>
              <a:gd name="connsiteX3" fmla="*/ 2819219 w 6021814"/>
              <a:gd name="connsiteY3" fmla="*/ 5189477 h 5189477"/>
              <a:gd name="connsiteX0" fmla="*/ 2819219 w 6007522"/>
              <a:gd name="connsiteY0" fmla="*/ 5189477 h 5189477"/>
              <a:gd name="connsiteX1" fmla="*/ 0 w 6007522"/>
              <a:gd name="connsiteY1" fmla="*/ 0 h 5189477"/>
              <a:gd name="connsiteX2" fmla="*/ 6007522 w 6007522"/>
              <a:gd name="connsiteY2" fmla="*/ 3299613 h 5189477"/>
              <a:gd name="connsiteX3" fmla="*/ 2819219 w 6007522"/>
              <a:gd name="connsiteY3" fmla="*/ 5189477 h 5189477"/>
              <a:gd name="connsiteX0" fmla="*/ 2819219 w 6021814"/>
              <a:gd name="connsiteY0" fmla="*/ 5189477 h 5189477"/>
              <a:gd name="connsiteX1" fmla="*/ 0 w 6021814"/>
              <a:gd name="connsiteY1" fmla="*/ 0 h 5189477"/>
              <a:gd name="connsiteX2" fmla="*/ 6021814 w 6021814"/>
              <a:gd name="connsiteY2" fmla="*/ 3385390 h 5189477"/>
              <a:gd name="connsiteX3" fmla="*/ 2819219 w 6021814"/>
              <a:gd name="connsiteY3" fmla="*/ 5189477 h 5189477"/>
              <a:gd name="connsiteX0" fmla="*/ 2862096 w 6021814"/>
              <a:gd name="connsiteY0" fmla="*/ 5189477 h 5189477"/>
              <a:gd name="connsiteX1" fmla="*/ 0 w 6021814"/>
              <a:gd name="connsiteY1" fmla="*/ 0 h 5189477"/>
              <a:gd name="connsiteX2" fmla="*/ 6021814 w 6021814"/>
              <a:gd name="connsiteY2" fmla="*/ 3385390 h 5189477"/>
              <a:gd name="connsiteX3" fmla="*/ 2862096 w 6021814"/>
              <a:gd name="connsiteY3" fmla="*/ 5189477 h 5189477"/>
              <a:gd name="connsiteX0" fmla="*/ 2862096 w 6021814"/>
              <a:gd name="connsiteY0" fmla="*/ 5189477 h 5189477"/>
              <a:gd name="connsiteX1" fmla="*/ 0 w 6021814"/>
              <a:gd name="connsiteY1" fmla="*/ 0 h 5189477"/>
              <a:gd name="connsiteX2" fmla="*/ 6021814 w 6021814"/>
              <a:gd name="connsiteY2" fmla="*/ 3385390 h 5189477"/>
              <a:gd name="connsiteX3" fmla="*/ 2862096 w 6021814"/>
              <a:gd name="connsiteY3" fmla="*/ 5189477 h 5189477"/>
              <a:gd name="connsiteX0" fmla="*/ 2862096 w 5993229"/>
              <a:gd name="connsiteY0" fmla="*/ 5189477 h 5189477"/>
              <a:gd name="connsiteX1" fmla="*/ 0 w 5993229"/>
              <a:gd name="connsiteY1" fmla="*/ 0 h 5189477"/>
              <a:gd name="connsiteX2" fmla="*/ 5993229 w 5993229"/>
              <a:gd name="connsiteY2" fmla="*/ 3394921 h 5189477"/>
              <a:gd name="connsiteX3" fmla="*/ 2862096 w 5993229"/>
              <a:gd name="connsiteY3" fmla="*/ 5189477 h 5189477"/>
              <a:gd name="connsiteX0" fmla="*/ 2940500 w 5993229"/>
              <a:gd name="connsiteY0" fmla="*/ 5196067 h 5196067"/>
              <a:gd name="connsiteX1" fmla="*/ 0 w 5993229"/>
              <a:gd name="connsiteY1" fmla="*/ 0 h 5196067"/>
              <a:gd name="connsiteX2" fmla="*/ 5993229 w 5993229"/>
              <a:gd name="connsiteY2" fmla="*/ 3394921 h 5196067"/>
              <a:gd name="connsiteX3" fmla="*/ 2940500 w 5993229"/>
              <a:gd name="connsiteY3" fmla="*/ 5196067 h 5196067"/>
              <a:gd name="connsiteX0" fmla="*/ 2940500 w 5999763"/>
              <a:gd name="connsiteY0" fmla="*/ 5196067 h 5196067"/>
              <a:gd name="connsiteX1" fmla="*/ 0 w 5999763"/>
              <a:gd name="connsiteY1" fmla="*/ 0 h 5196067"/>
              <a:gd name="connsiteX2" fmla="*/ 5999763 w 5999763"/>
              <a:gd name="connsiteY2" fmla="*/ 3467409 h 5196067"/>
              <a:gd name="connsiteX3" fmla="*/ 2940500 w 5999763"/>
              <a:gd name="connsiteY3" fmla="*/ 5196067 h 5196067"/>
              <a:gd name="connsiteX0" fmla="*/ 3045039 w 6104302"/>
              <a:gd name="connsiteY0" fmla="*/ 5202656 h 5202656"/>
              <a:gd name="connsiteX1" fmla="*/ 0 w 6104302"/>
              <a:gd name="connsiteY1" fmla="*/ 0 h 5202656"/>
              <a:gd name="connsiteX2" fmla="*/ 6104302 w 6104302"/>
              <a:gd name="connsiteY2" fmla="*/ 3473998 h 5202656"/>
              <a:gd name="connsiteX3" fmla="*/ 3045039 w 6104302"/>
              <a:gd name="connsiteY3" fmla="*/ 5202656 h 5202656"/>
            </a:gdLst>
            <a:ahLst/>
            <a:cxnLst>
              <a:cxn ang="0">
                <a:pos x="connsiteX0" y="connsiteY0"/>
              </a:cxn>
              <a:cxn ang="0">
                <a:pos x="connsiteX1" y="connsiteY1"/>
              </a:cxn>
              <a:cxn ang="0">
                <a:pos x="connsiteX2" y="connsiteY2"/>
              </a:cxn>
              <a:cxn ang="0">
                <a:pos x="connsiteX3" y="connsiteY3"/>
              </a:cxn>
            </a:cxnLst>
            <a:rect l="l" t="t" r="r" b="b"/>
            <a:pathLst>
              <a:path w="6104302" h="5202656">
                <a:moveTo>
                  <a:pt x="3045039" y="5202656"/>
                </a:moveTo>
                <a:cubicBezTo>
                  <a:pt x="3034307" y="5174064"/>
                  <a:pt x="10732" y="42888"/>
                  <a:pt x="0" y="0"/>
                </a:cubicBezTo>
                <a:lnTo>
                  <a:pt x="6104302" y="3473998"/>
                </a:lnTo>
                <a:lnTo>
                  <a:pt x="3045039" y="5202656"/>
                </a:lnTo>
                <a:close/>
              </a:path>
            </a:pathLst>
          </a:custGeom>
          <a:gradFill flip="none" rotWithShape="1">
            <a:gsLst>
              <a:gs pos="22000">
                <a:schemeClr val="accent3"/>
              </a:gs>
              <a:gs pos="51000">
                <a:schemeClr val="accent2"/>
              </a:gs>
              <a:gs pos="98374">
                <a:schemeClr val="accent1"/>
              </a:gs>
            </a:gsLst>
            <a:lin ang="13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3035" y="1655791"/>
            <a:ext cx="11468909" cy="1994392"/>
          </a:xfrm>
          <a:prstGeom prst="rect">
            <a:avLst/>
          </a:prstGeom>
        </p:spPr>
        <p:txBody>
          <a:bodyPr vert="horz" wrap="square" lIns="0" tIns="0" rIns="0" bIns="0" anchor="t" anchorCtr="0">
            <a:noAutofit/>
          </a:bodyPr>
          <a:lstStyle>
            <a:lvl1pPr algn="l">
              <a:lnSpc>
                <a:spcPct val="80000"/>
              </a:lnSpc>
              <a:defRPr sz="7200" b="0">
                <a:solidFill>
                  <a:schemeClr val="bg1"/>
                </a:solidFill>
                <a:latin typeface="3M Circular TT Bold" panose="020B0804020101010102" pitchFamily="34" charset="0"/>
                <a:cs typeface="3M Circular TT Bold" panose="020B0804020101010102" pitchFamily="34" charset="0"/>
              </a:defRPr>
            </a:lvl1pPr>
          </a:lstStyle>
          <a:p>
            <a:r>
              <a:rPr lang="en-US" dirty="0"/>
              <a:t>Two line title</a:t>
            </a:r>
            <a:br>
              <a:rPr lang="en-US" dirty="0"/>
            </a:br>
            <a:r>
              <a:rPr lang="en-US" dirty="0"/>
              <a:t>goes here</a:t>
            </a:r>
            <a:endParaRPr lang="en-GB" dirty="0"/>
          </a:p>
        </p:txBody>
      </p:sp>
      <p:sp>
        <p:nvSpPr>
          <p:cNvPr id="43" name="Text Placeholder 7"/>
          <p:cNvSpPr>
            <a:spLocks noGrp="1"/>
          </p:cNvSpPr>
          <p:nvPr>
            <p:ph type="body" sz="quarter" idx="10" hasCustomPrompt="1"/>
          </p:nvPr>
        </p:nvSpPr>
        <p:spPr>
          <a:xfrm>
            <a:off x="384047" y="3895344"/>
            <a:ext cx="4114800"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2366244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ver_5 REVERSED line/subhead">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grpSp>
        <p:nvGrpSpPr>
          <p:cNvPr id="31" name="Group 30"/>
          <p:cNvGrpSpPr/>
          <p:nvPr userDrawn="1"/>
        </p:nvGrpSpPr>
        <p:grpSpPr>
          <a:xfrm>
            <a:off x="6095262" y="0"/>
            <a:ext cx="6101116" cy="6858864"/>
            <a:chOff x="6095262" y="0"/>
            <a:chExt cx="6101116" cy="6858864"/>
          </a:xfrm>
        </p:grpSpPr>
        <p:sp>
          <p:nvSpPr>
            <p:cNvPr id="8" name="Freeform 7"/>
            <p:cNvSpPr/>
            <p:nvPr userDrawn="1"/>
          </p:nvSpPr>
          <p:spPr>
            <a:xfrm>
              <a:off x="6105525" y="0"/>
              <a:ext cx="6082158" cy="6858000"/>
            </a:xfrm>
            <a:custGeom>
              <a:avLst/>
              <a:gdLst>
                <a:gd name="connsiteX0" fmla="*/ 6096000 w 6096000"/>
                <a:gd name="connsiteY0" fmla="*/ 0 h 6867525"/>
                <a:gd name="connsiteX1" fmla="*/ 0 w 6096000"/>
                <a:gd name="connsiteY1" fmla="*/ 9525 h 6867525"/>
                <a:gd name="connsiteX2" fmla="*/ 3362325 w 6096000"/>
                <a:gd name="connsiteY2" fmla="*/ 6867525 h 6867525"/>
                <a:gd name="connsiteX3" fmla="*/ 6096000 w 6096000"/>
                <a:gd name="connsiteY3" fmla="*/ 6858000 h 6867525"/>
                <a:gd name="connsiteX4" fmla="*/ 6096000 w 6096000"/>
                <a:gd name="connsiteY4" fmla="*/ 0 h 686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525">
                  <a:moveTo>
                    <a:pt x="6096000" y="0"/>
                  </a:moveTo>
                  <a:lnTo>
                    <a:pt x="0" y="9525"/>
                  </a:lnTo>
                  <a:lnTo>
                    <a:pt x="3362325" y="6867525"/>
                  </a:lnTo>
                  <a:lnTo>
                    <a:pt x="6096000" y="6858000"/>
                  </a:lnTo>
                  <a:lnTo>
                    <a:pt x="609600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3" name="Freeform 32"/>
            <p:cNvSpPr/>
            <p:nvPr userDrawn="1"/>
          </p:nvSpPr>
          <p:spPr>
            <a:xfrm flipH="1">
              <a:off x="6099048" y="0"/>
              <a:ext cx="6096736" cy="4569416"/>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 name="connsiteX0" fmla="*/ 2623 w 3395129"/>
                <a:gd name="connsiteY0" fmla="*/ 652 h 3446751"/>
                <a:gd name="connsiteX1" fmla="*/ 0 w 3395129"/>
                <a:gd name="connsiteY1" fmla="*/ 3446751 h 3446751"/>
                <a:gd name="connsiteX2" fmla="*/ 3395129 w 3395129"/>
                <a:gd name="connsiteY2" fmla="*/ 0 h 3446751"/>
                <a:gd name="connsiteX3" fmla="*/ 2623 w 3395129"/>
                <a:gd name="connsiteY3" fmla="*/ 652 h 3446751"/>
              </a:gdLst>
              <a:ahLst/>
              <a:cxnLst>
                <a:cxn ang="0">
                  <a:pos x="connsiteX0" y="connsiteY0"/>
                </a:cxn>
                <a:cxn ang="0">
                  <a:pos x="connsiteX1" y="connsiteY1"/>
                </a:cxn>
                <a:cxn ang="0">
                  <a:pos x="connsiteX2" y="connsiteY2"/>
                </a:cxn>
                <a:cxn ang="0">
                  <a:pos x="connsiteX3" y="connsiteY3"/>
                </a:cxn>
              </a:cxnLst>
              <a:rect l="l" t="t" r="r" b="b"/>
              <a:pathLst>
                <a:path w="3395129" h="3446751">
                  <a:moveTo>
                    <a:pt x="2623" y="652"/>
                  </a:moveTo>
                  <a:cubicBezTo>
                    <a:pt x="1749" y="1149352"/>
                    <a:pt x="874" y="2298051"/>
                    <a:pt x="0" y="3446751"/>
                  </a:cubicBezTo>
                  <a:lnTo>
                    <a:pt x="3395129" y="0"/>
                  </a:lnTo>
                  <a:lnTo>
                    <a:pt x="2623" y="652"/>
                  </a:lnTo>
                  <a:close/>
                </a:path>
              </a:pathLst>
            </a:custGeom>
            <a:gradFill flip="none" rotWithShape="1">
              <a:gsLst>
                <a:gs pos="1000">
                  <a:schemeClr val="accent2"/>
                </a:gs>
                <a:gs pos="100000">
                  <a:schemeClr val="accent1"/>
                </a:gs>
              </a:gsLst>
              <a:lin ang="120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Freeform 34"/>
            <p:cNvSpPr/>
            <p:nvPr userDrawn="1"/>
          </p:nvSpPr>
          <p:spPr>
            <a:xfrm flipH="1">
              <a:off x="9451181" y="4569416"/>
              <a:ext cx="2745197" cy="2289448"/>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 name="connsiteX0" fmla="*/ 1529836 w 1529836"/>
                <a:gd name="connsiteY0" fmla="*/ 1726951 h 1726951"/>
                <a:gd name="connsiteX1" fmla="*/ 4894 w 1529836"/>
                <a:gd name="connsiteY1" fmla="*/ 0 h 1726951"/>
                <a:gd name="connsiteX2" fmla="*/ 0 w 1529836"/>
                <a:gd name="connsiteY2" fmla="*/ 1719114 h 1726951"/>
                <a:gd name="connsiteX3" fmla="*/ 1529836 w 1529836"/>
                <a:gd name="connsiteY3" fmla="*/ 1726951 h 1726951"/>
                <a:gd name="connsiteX0" fmla="*/ 1524956 w 1524956"/>
                <a:gd name="connsiteY0" fmla="*/ 1726951 h 1726951"/>
                <a:gd name="connsiteX1" fmla="*/ 14 w 1524956"/>
                <a:gd name="connsiteY1" fmla="*/ 0 h 1726951"/>
                <a:gd name="connsiteX2" fmla="*/ 139661 w 1524956"/>
                <a:gd name="connsiteY2" fmla="*/ 1496385 h 1726951"/>
                <a:gd name="connsiteX3" fmla="*/ 1524956 w 1524956"/>
                <a:gd name="connsiteY3" fmla="*/ 1726951 h 1726951"/>
                <a:gd name="connsiteX0" fmla="*/ 1525273 w 1525273"/>
                <a:gd name="connsiteY0" fmla="*/ 1726951 h 1726951"/>
                <a:gd name="connsiteX1" fmla="*/ 331 w 1525273"/>
                <a:gd name="connsiteY1" fmla="*/ 0 h 1726951"/>
                <a:gd name="connsiteX2" fmla="*/ 2068 w 1525273"/>
                <a:gd name="connsiteY2" fmla="*/ 1726299 h 1726951"/>
                <a:gd name="connsiteX3" fmla="*/ 1525273 w 1525273"/>
                <a:gd name="connsiteY3" fmla="*/ 1726951 h 1726951"/>
              </a:gdLst>
              <a:ahLst/>
              <a:cxnLst>
                <a:cxn ang="0">
                  <a:pos x="connsiteX0" y="connsiteY0"/>
                </a:cxn>
                <a:cxn ang="0">
                  <a:pos x="connsiteX1" y="connsiteY1"/>
                </a:cxn>
                <a:cxn ang="0">
                  <a:pos x="connsiteX2" y="connsiteY2"/>
                </a:cxn>
                <a:cxn ang="0">
                  <a:pos x="connsiteX3" y="connsiteY3"/>
                </a:cxn>
              </a:cxnLst>
              <a:rect l="l" t="t" r="r" b="b"/>
              <a:pathLst>
                <a:path w="1525273" h="1726951">
                  <a:moveTo>
                    <a:pt x="1525273" y="1726951"/>
                  </a:moveTo>
                  <a:lnTo>
                    <a:pt x="331" y="0"/>
                  </a:lnTo>
                  <a:cubicBezTo>
                    <a:pt x="-1300" y="573038"/>
                    <a:pt x="3699" y="1153261"/>
                    <a:pt x="2068" y="1726299"/>
                  </a:cubicBezTo>
                  <a:lnTo>
                    <a:pt x="1525273" y="1726951"/>
                  </a:lnTo>
                  <a:close/>
                </a:path>
              </a:pathLst>
            </a:custGeom>
            <a:gradFill flip="none" rotWithShape="1">
              <a:gsLst>
                <a:gs pos="100000">
                  <a:schemeClr val="accent2"/>
                </a:gs>
                <a:gs pos="0">
                  <a:schemeClr val="accent1"/>
                </a:gs>
              </a:gsLst>
              <a:lin ang="13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Freeform 25"/>
            <p:cNvSpPr/>
            <p:nvPr userDrawn="1"/>
          </p:nvSpPr>
          <p:spPr>
            <a:xfrm flipH="1">
              <a:off x="6095262" y="0"/>
              <a:ext cx="6100521" cy="6858864"/>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Lst>
              <a:ahLst/>
              <a:cxnLst>
                <a:cxn ang="0">
                  <a:pos x="connsiteX0" y="connsiteY0"/>
                </a:cxn>
                <a:cxn ang="0">
                  <a:pos x="connsiteX1" y="connsiteY1"/>
                </a:cxn>
                <a:cxn ang="0">
                  <a:pos x="connsiteX2" y="connsiteY2"/>
                </a:cxn>
                <a:cxn ang="0">
                  <a:pos x="connsiteX3" y="connsiteY3"/>
                </a:cxn>
              </a:cxnLst>
              <a:rect l="l" t="t" r="r" b="b"/>
              <a:pathLst>
                <a:path w="3395129" h="5173702">
                  <a:moveTo>
                    <a:pt x="1524942" y="5173702"/>
                  </a:moveTo>
                  <a:lnTo>
                    <a:pt x="0" y="3446751"/>
                  </a:lnTo>
                  <a:lnTo>
                    <a:pt x="3395129" y="0"/>
                  </a:lnTo>
                  <a:lnTo>
                    <a:pt x="1524942" y="5173702"/>
                  </a:lnTo>
                  <a:close/>
                </a:path>
              </a:pathLst>
            </a:custGeom>
            <a:gradFill flip="none" rotWithShape="1">
              <a:gsLst>
                <a:gs pos="1000">
                  <a:schemeClr val="accent2"/>
                </a:gs>
                <a:gs pos="100000">
                  <a:schemeClr val="accent1"/>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
        <p:nvSpPr>
          <p:cNvPr id="2" name="Title 1"/>
          <p:cNvSpPr>
            <a:spLocks noGrp="1"/>
          </p:cNvSpPr>
          <p:nvPr>
            <p:ph type="ctrTitle" hasCustomPrompt="1"/>
          </p:nvPr>
        </p:nvSpPr>
        <p:spPr>
          <a:xfrm>
            <a:off x="383035" y="1655791"/>
            <a:ext cx="11468909" cy="1994392"/>
          </a:xfrm>
          <a:prstGeom prst="rect">
            <a:avLst/>
          </a:prstGeom>
        </p:spPr>
        <p:txBody>
          <a:bodyPr vert="horz" wrap="square" lIns="0" tIns="0" rIns="0" bIns="0" anchor="t" anchorCtr="0">
            <a:noAutofit/>
          </a:bodyPr>
          <a:lstStyle>
            <a:lvl1pPr algn="l">
              <a:lnSpc>
                <a:spcPct val="80000"/>
              </a:lnSpc>
              <a:defRPr sz="7200" b="0">
                <a:solidFill>
                  <a:schemeClr val="bg1"/>
                </a:solidFill>
                <a:latin typeface="3M Circular TT Bold" panose="020B0804020101010102" pitchFamily="34" charset="0"/>
                <a:cs typeface="3M Circular TT Bold" panose="020B0804020101010102" pitchFamily="34" charset="0"/>
              </a:defRPr>
            </a:lvl1pPr>
          </a:lstStyle>
          <a:p>
            <a:r>
              <a:rPr lang="en-US" dirty="0"/>
              <a:t>Two line title</a:t>
            </a:r>
            <a:br>
              <a:rPr lang="en-US" dirty="0"/>
            </a:br>
            <a:r>
              <a:rPr lang="en-US" dirty="0"/>
              <a:t>goes here</a:t>
            </a:r>
            <a:endParaRPr lang="en-GB" dirty="0"/>
          </a:p>
        </p:txBody>
      </p:sp>
      <p:sp>
        <p:nvSpPr>
          <p:cNvPr id="43" name="Text Placeholder 7"/>
          <p:cNvSpPr>
            <a:spLocks noGrp="1"/>
          </p:cNvSpPr>
          <p:nvPr>
            <p:ph type="body" sz="quarter" idx="10" hasCustomPrompt="1"/>
          </p:nvPr>
        </p:nvSpPr>
        <p:spPr>
          <a:xfrm>
            <a:off x="384048" y="5204499"/>
            <a:ext cx="1978025"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sp>
        <p:nvSpPr>
          <p:cNvPr id="6" name="Text Placeholder 5"/>
          <p:cNvSpPr>
            <a:spLocks noGrp="1"/>
          </p:cNvSpPr>
          <p:nvPr>
            <p:ph type="body" sz="quarter" idx="12" hasCustomPrompt="1"/>
          </p:nvPr>
        </p:nvSpPr>
        <p:spPr>
          <a:xfrm>
            <a:off x="384048" y="3895344"/>
            <a:ext cx="9514682" cy="864848"/>
          </a:xfrm>
          <a:prstGeom prst="rect">
            <a:avLst/>
          </a:prstGeom>
        </p:spPr>
        <p:txBody>
          <a:bodyPr lIns="0" tIns="0" rIns="0" bIns="0"/>
          <a:lstStyle>
            <a:lvl1pPr>
              <a:lnSpc>
                <a:spcPct val="90000"/>
              </a:lnSpc>
              <a:defRPr sz="2800">
                <a:solidFill>
                  <a:schemeClr val="bg1"/>
                </a:solidFill>
              </a:defRPr>
            </a:lvl1pPr>
          </a:lstStyle>
          <a:p>
            <a:pPr lvl="0"/>
            <a:r>
              <a:rPr lang="en-US" dirty="0"/>
              <a:t>Title subhead/presenters names, </a:t>
            </a:r>
            <a:br>
              <a:rPr lang="en-US" dirty="0"/>
            </a:br>
            <a:r>
              <a:rPr lang="en-US" dirty="0"/>
              <a:t>one or two lines</a:t>
            </a:r>
          </a:p>
        </p:txBody>
      </p:sp>
    </p:spTree>
    <p:extLst>
      <p:ext uri="{BB962C8B-B14F-4D97-AF65-F5344CB8AC3E}">
        <p14:creationId xmlns:p14="http://schemas.microsoft.com/office/powerpoint/2010/main" val="2690746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ver_5 REVERSED line">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grpSp>
        <p:nvGrpSpPr>
          <p:cNvPr id="22" name="Group 21"/>
          <p:cNvGrpSpPr/>
          <p:nvPr userDrawn="1"/>
        </p:nvGrpSpPr>
        <p:grpSpPr>
          <a:xfrm>
            <a:off x="6095262" y="0"/>
            <a:ext cx="6101116" cy="6858864"/>
            <a:chOff x="6095262" y="0"/>
            <a:chExt cx="6101116" cy="6858864"/>
          </a:xfrm>
        </p:grpSpPr>
        <p:sp>
          <p:nvSpPr>
            <p:cNvPr id="23" name="Freeform 22"/>
            <p:cNvSpPr/>
            <p:nvPr userDrawn="1"/>
          </p:nvSpPr>
          <p:spPr>
            <a:xfrm>
              <a:off x="6105525" y="0"/>
              <a:ext cx="6082158" cy="6858000"/>
            </a:xfrm>
            <a:custGeom>
              <a:avLst/>
              <a:gdLst>
                <a:gd name="connsiteX0" fmla="*/ 6096000 w 6096000"/>
                <a:gd name="connsiteY0" fmla="*/ 0 h 6867525"/>
                <a:gd name="connsiteX1" fmla="*/ 0 w 6096000"/>
                <a:gd name="connsiteY1" fmla="*/ 9525 h 6867525"/>
                <a:gd name="connsiteX2" fmla="*/ 3362325 w 6096000"/>
                <a:gd name="connsiteY2" fmla="*/ 6867525 h 6867525"/>
                <a:gd name="connsiteX3" fmla="*/ 6096000 w 6096000"/>
                <a:gd name="connsiteY3" fmla="*/ 6858000 h 6867525"/>
                <a:gd name="connsiteX4" fmla="*/ 6096000 w 6096000"/>
                <a:gd name="connsiteY4" fmla="*/ 0 h 686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525">
                  <a:moveTo>
                    <a:pt x="6096000" y="0"/>
                  </a:moveTo>
                  <a:lnTo>
                    <a:pt x="0" y="9525"/>
                  </a:lnTo>
                  <a:lnTo>
                    <a:pt x="3362325" y="6867525"/>
                  </a:lnTo>
                  <a:lnTo>
                    <a:pt x="6096000" y="6858000"/>
                  </a:lnTo>
                  <a:lnTo>
                    <a:pt x="609600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4" name="Freeform 23"/>
            <p:cNvSpPr/>
            <p:nvPr userDrawn="1"/>
          </p:nvSpPr>
          <p:spPr>
            <a:xfrm flipH="1">
              <a:off x="6099048" y="0"/>
              <a:ext cx="6096736" cy="4569416"/>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 name="connsiteX0" fmla="*/ 2623 w 3395129"/>
                <a:gd name="connsiteY0" fmla="*/ 652 h 3446751"/>
                <a:gd name="connsiteX1" fmla="*/ 0 w 3395129"/>
                <a:gd name="connsiteY1" fmla="*/ 3446751 h 3446751"/>
                <a:gd name="connsiteX2" fmla="*/ 3395129 w 3395129"/>
                <a:gd name="connsiteY2" fmla="*/ 0 h 3446751"/>
                <a:gd name="connsiteX3" fmla="*/ 2623 w 3395129"/>
                <a:gd name="connsiteY3" fmla="*/ 652 h 3446751"/>
              </a:gdLst>
              <a:ahLst/>
              <a:cxnLst>
                <a:cxn ang="0">
                  <a:pos x="connsiteX0" y="connsiteY0"/>
                </a:cxn>
                <a:cxn ang="0">
                  <a:pos x="connsiteX1" y="connsiteY1"/>
                </a:cxn>
                <a:cxn ang="0">
                  <a:pos x="connsiteX2" y="connsiteY2"/>
                </a:cxn>
                <a:cxn ang="0">
                  <a:pos x="connsiteX3" y="connsiteY3"/>
                </a:cxn>
              </a:cxnLst>
              <a:rect l="l" t="t" r="r" b="b"/>
              <a:pathLst>
                <a:path w="3395129" h="3446751">
                  <a:moveTo>
                    <a:pt x="2623" y="652"/>
                  </a:moveTo>
                  <a:cubicBezTo>
                    <a:pt x="1749" y="1149352"/>
                    <a:pt x="874" y="2298051"/>
                    <a:pt x="0" y="3446751"/>
                  </a:cubicBezTo>
                  <a:lnTo>
                    <a:pt x="3395129" y="0"/>
                  </a:lnTo>
                  <a:lnTo>
                    <a:pt x="2623" y="652"/>
                  </a:lnTo>
                  <a:close/>
                </a:path>
              </a:pathLst>
            </a:custGeom>
            <a:gradFill flip="none" rotWithShape="1">
              <a:gsLst>
                <a:gs pos="1000">
                  <a:schemeClr val="accent2"/>
                </a:gs>
                <a:gs pos="100000">
                  <a:schemeClr val="accent3"/>
                </a:gs>
              </a:gsLst>
              <a:lin ang="120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Freeform 24"/>
            <p:cNvSpPr/>
            <p:nvPr userDrawn="1"/>
          </p:nvSpPr>
          <p:spPr>
            <a:xfrm flipH="1">
              <a:off x="9451181" y="4569416"/>
              <a:ext cx="2745197" cy="2289448"/>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 name="connsiteX0" fmla="*/ 1529836 w 1529836"/>
                <a:gd name="connsiteY0" fmla="*/ 1726951 h 1726951"/>
                <a:gd name="connsiteX1" fmla="*/ 4894 w 1529836"/>
                <a:gd name="connsiteY1" fmla="*/ 0 h 1726951"/>
                <a:gd name="connsiteX2" fmla="*/ 0 w 1529836"/>
                <a:gd name="connsiteY2" fmla="*/ 1719114 h 1726951"/>
                <a:gd name="connsiteX3" fmla="*/ 1529836 w 1529836"/>
                <a:gd name="connsiteY3" fmla="*/ 1726951 h 1726951"/>
                <a:gd name="connsiteX0" fmla="*/ 1524956 w 1524956"/>
                <a:gd name="connsiteY0" fmla="*/ 1726951 h 1726951"/>
                <a:gd name="connsiteX1" fmla="*/ 14 w 1524956"/>
                <a:gd name="connsiteY1" fmla="*/ 0 h 1726951"/>
                <a:gd name="connsiteX2" fmla="*/ 139661 w 1524956"/>
                <a:gd name="connsiteY2" fmla="*/ 1496385 h 1726951"/>
                <a:gd name="connsiteX3" fmla="*/ 1524956 w 1524956"/>
                <a:gd name="connsiteY3" fmla="*/ 1726951 h 1726951"/>
                <a:gd name="connsiteX0" fmla="*/ 1525273 w 1525273"/>
                <a:gd name="connsiteY0" fmla="*/ 1726951 h 1726951"/>
                <a:gd name="connsiteX1" fmla="*/ 331 w 1525273"/>
                <a:gd name="connsiteY1" fmla="*/ 0 h 1726951"/>
                <a:gd name="connsiteX2" fmla="*/ 2068 w 1525273"/>
                <a:gd name="connsiteY2" fmla="*/ 1726299 h 1726951"/>
                <a:gd name="connsiteX3" fmla="*/ 1525273 w 1525273"/>
                <a:gd name="connsiteY3" fmla="*/ 1726951 h 1726951"/>
              </a:gdLst>
              <a:ahLst/>
              <a:cxnLst>
                <a:cxn ang="0">
                  <a:pos x="connsiteX0" y="connsiteY0"/>
                </a:cxn>
                <a:cxn ang="0">
                  <a:pos x="connsiteX1" y="connsiteY1"/>
                </a:cxn>
                <a:cxn ang="0">
                  <a:pos x="connsiteX2" y="connsiteY2"/>
                </a:cxn>
                <a:cxn ang="0">
                  <a:pos x="connsiteX3" y="connsiteY3"/>
                </a:cxn>
              </a:cxnLst>
              <a:rect l="l" t="t" r="r" b="b"/>
              <a:pathLst>
                <a:path w="1525273" h="1726951">
                  <a:moveTo>
                    <a:pt x="1525273" y="1726951"/>
                  </a:moveTo>
                  <a:lnTo>
                    <a:pt x="331" y="0"/>
                  </a:lnTo>
                  <a:cubicBezTo>
                    <a:pt x="-1300" y="573038"/>
                    <a:pt x="3699" y="1153261"/>
                    <a:pt x="2068" y="1726299"/>
                  </a:cubicBezTo>
                  <a:lnTo>
                    <a:pt x="1525273" y="1726951"/>
                  </a:lnTo>
                  <a:close/>
                </a:path>
              </a:pathLst>
            </a:custGeom>
            <a:gradFill flip="none" rotWithShape="1">
              <a:gsLst>
                <a:gs pos="100000">
                  <a:schemeClr val="accent2"/>
                </a:gs>
                <a:gs pos="0">
                  <a:schemeClr val="accent3"/>
                </a:gs>
              </a:gsLst>
              <a:lin ang="13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Freeform 25"/>
            <p:cNvSpPr/>
            <p:nvPr userDrawn="1"/>
          </p:nvSpPr>
          <p:spPr>
            <a:xfrm flipH="1">
              <a:off x="6095262" y="0"/>
              <a:ext cx="6100521" cy="6858864"/>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Lst>
              <a:ahLst/>
              <a:cxnLst>
                <a:cxn ang="0">
                  <a:pos x="connsiteX0" y="connsiteY0"/>
                </a:cxn>
                <a:cxn ang="0">
                  <a:pos x="connsiteX1" y="connsiteY1"/>
                </a:cxn>
                <a:cxn ang="0">
                  <a:pos x="connsiteX2" y="connsiteY2"/>
                </a:cxn>
                <a:cxn ang="0">
                  <a:pos x="connsiteX3" y="connsiteY3"/>
                </a:cxn>
              </a:cxnLst>
              <a:rect l="l" t="t" r="r" b="b"/>
              <a:pathLst>
                <a:path w="3395129" h="5173702">
                  <a:moveTo>
                    <a:pt x="1524942" y="5173702"/>
                  </a:moveTo>
                  <a:lnTo>
                    <a:pt x="0" y="3446751"/>
                  </a:lnTo>
                  <a:lnTo>
                    <a:pt x="3395129" y="0"/>
                  </a:lnTo>
                  <a:lnTo>
                    <a:pt x="1524942" y="5173702"/>
                  </a:lnTo>
                  <a:close/>
                </a:path>
              </a:pathLst>
            </a:custGeom>
            <a:gradFill flip="none" rotWithShape="1">
              <a:gsLst>
                <a:gs pos="1000">
                  <a:schemeClr val="accent2"/>
                </a:gs>
                <a:gs pos="100000">
                  <a:schemeClr val="accent3"/>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 name="Title 1"/>
          <p:cNvSpPr>
            <a:spLocks noGrp="1"/>
          </p:cNvSpPr>
          <p:nvPr>
            <p:ph type="ctrTitle" hasCustomPrompt="1"/>
          </p:nvPr>
        </p:nvSpPr>
        <p:spPr>
          <a:xfrm>
            <a:off x="383035" y="1655791"/>
            <a:ext cx="11468909" cy="1994392"/>
          </a:xfrm>
          <a:prstGeom prst="rect">
            <a:avLst/>
          </a:prstGeom>
        </p:spPr>
        <p:txBody>
          <a:bodyPr vert="horz" wrap="square" lIns="0" tIns="0" rIns="0" bIns="0" anchor="t" anchorCtr="0">
            <a:noAutofit/>
          </a:bodyPr>
          <a:lstStyle>
            <a:lvl1pPr algn="l">
              <a:lnSpc>
                <a:spcPct val="80000"/>
              </a:lnSpc>
              <a:defRPr sz="7200" b="0">
                <a:solidFill>
                  <a:schemeClr val="bg1"/>
                </a:solidFill>
                <a:latin typeface="3M Circular TT Bold" panose="020B0804020101010102" pitchFamily="34" charset="0"/>
                <a:cs typeface="3M Circular TT Bold" panose="020B0804020101010102" pitchFamily="34" charset="0"/>
              </a:defRPr>
            </a:lvl1pPr>
          </a:lstStyle>
          <a:p>
            <a:r>
              <a:rPr lang="en-US" dirty="0"/>
              <a:t>Two line title</a:t>
            </a:r>
            <a:br>
              <a:rPr lang="en-US" dirty="0"/>
            </a:br>
            <a:r>
              <a:rPr lang="en-US" dirty="0"/>
              <a:t>goes here</a:t>
            </a:r>
            <a:endParaRPr lang="en-GB" dirty="0"/>
          </a:p>
        </p:txBody>
      </p:sp>
      <p:sp>
        <p:nvSpPr>
          <p:cNvPr id="43" name="Text Placeholder 7"/>
          <p:cNvSpPr>
            <a:spLocks noGrp="1"/>
          </p:cNvSpPr>
          <p:nvPr>
            <p:ph type="body" sz="quarter" idx="10" hasCustomPrompt="1"/>
          </p:nvPr>
        </p:nvSpPr>
        <p:spPr>
          <a:xfrm>
            <a:off x="384047" y="3895344"/>
            <a:ext cx="4114800"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3123299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ver_1 line_Blank">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84048" y="2286000"/>
            <a:ext cx="9521825" cy="1051116"/>
          </a:xfrm>
          <a:prstGeom prst="rect">
            <a:avLst/>
          </a:prstGeom>
        </p:spPr>
        <p:txBody>
          <a:bodyPr vert="horz" wrap="square" lIns="0" tIns="0" rIns="0" bIns="0" anchor="t" anchorCtr="0">
            <a:noAutofit/>
          </a:bodyPr>
          <a:lstStyle>
            <a:lvl1pPr algn="l">
              <a:defRPr sz="7200" b="0">
                <a:solidFill>
                  <a:schemeClr val="tx1"/>
                </a:solidFill>
                <a:latin typeface="3M Circular TT Bold" panose="020B0804020101010102" pitchFamily="34" charset="0"/>
                <a:cs typeface="3M Circular TT Bold" panose="020B0804020101010102" pitchFamily="34" charset="0"/>
              </a:defRPr>
            </a:lvl1pPr>
          </a:lstStyle>
          <a:p>
            <a:r>
              <a:rPr lang="en-US"/>
              <a:t>One-line title</a:t>
            </a:r>
            <a:endParaRPr lang="en-GB" dirty="0"/>
          </a:p>
        </p:txBody>
      </p:sp>
      <p:sp>
        <p:nvSpPr>
          <p:cNvPr id="10" name="Text Placeholder 7"/>
          <p:cNvSpPr>
            <a:spLocks noGrp="1"/>
          </p:cNvSpPr>
          <p:nvPr>
            <p:ph type="body" sz="quarter" idx="12" hasCustomPrompt="1"/>
          </p:nvPr>
        </p:nvSpPr>
        <p:spPr>
          <a:xfrm>
            <a:off x="384048" y="4257741"/>
            <a:ext cx="1978025"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51786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Conten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0356789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 name="Title 3"/>
          <p:cNvSpPr>
            <a:spLocks noGrp="1"/>
          </p:cNvSpPr>
          <p:nvPr>
            <p:ph type="title"/>
          </p:nvPr>
        </p:nvSpPr>
        <p:spPr>
          <a:xfrm>
            <a:off x="379412" y="379413"/>
            <a:ext cx="11425237" cy="822960"/>
          </a:xfrm>
        </p:spPr>
        <p:txBody>
          <a:bodyPr/>
          <a:lstStyle/>
          <a:p>
            <a:r>
              <a:rPr lang="en-US"/>
              <a:t>Click to edit Master title style</a:t>
            </a:r>
            <a:endParaRPr lang="en-GB" dirty="0"/>
          </a:p>
        </p:txBody>
      </p:sp>
      <p:sp>
        <p:nvSpPr>
          <p:cNvPr id="5" name="Content Placeholder 4"/>
          <p:cNvSpPr>
            <a:spLocks noGrp="1"/>
          </p:cNvSpPr>
          <p:nvPr>
            <p:ph sz="quarter" idx="15"/>
          </p:nvPr>
        </p:nvSpPr>
        <p:spPr>
          <a:xfrm>
            <a:off x="379410" y="1295401"/>
            <a:ext cx="1143000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6"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7" name="TextBox 6"/>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3" name="TextBox 2"/>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2654057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Subtitle, Content">
    <p:spTree>
      <p:nvGrpSpPr>
        <p:cNvPr id="1" name=""/>
        <p:cNvGrpSpPr/>
        <p:nvPr/>
      </p:nvGrpSpPr>
      <p:grpSpPr>
        <a:xfrm>
          <a:off x="0" y="0"/>
          <a:ext cx="0" cy="0"/>
          <a:chOff x="0" y="0"/>
          <a:chExt cx="0" cy="0"/>
        </a:xfrm>
      </p:grpSpPr>
      <p:sp>
        <p:nvSpPr>
          <p:cNvPr id="4" name="Title 3"/>
          <p:cNvSpPr>
            <a:spLocks noGrp="1"/>
          </p:cNvSpPr>
          <p:nvPr>
            <p:ph type="title"/>
          </p:nvPr>
        </p:nvSpPr>
        <p:spPr>
          <a:xfrm>
            <a:off x="379412" y="379414"/>
            <a:ext cx="11425237" cy="457200"/>
          </a:xfrm>
        </p:spPr>
        <p:txBody>
          <a:bodyPr/>
          <a:lstStyle/>
          <a:p>
            <a:r>
              <a:rPr lang="en-US"/>
              <a:t>Click to edit Master title style</a:t>
            </a:r>
            <a:endParaRPr lang="en-GB" dirty="0"/>
          </a:p>
        </p:txBody>
      </p:sp>
      <p:sp>
        <p:nvSpPr>
          <p:cNvPr id="5" name="Content Placeholder 4"/>
          <p:cNvSpPr>
            <a:spLocks noGrp="1"/>
          </p:cNvSpPr>
          <p:nvPr>
            <p:ph sz="quarter" idx="15"/>
          </p:nvPr>
        </p:nvSpPr>
        <p:spPr>
          <a:xfrm>
            <a:off x="379410" y="1295401"/>
            <a:ext cx="1143000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6" name="Text Placeholder 4"/>
          <p:cNvSpPr>
            <a:spLocks noGrp="1"/>
          </p:cNvSpPr>
          <p:nvPr>
            <p:ph type="body" sz="quarter" idx="10"/>
          </p:nvPr>
        </p:nvSpPr>
        <p:spPr>
          <a:xfrm>
            <a:off x="381000" y="841248"/>
            <a:ext cx="11430000" cy="365760"/>
          </a:xfrm>
        </p:spPr>
        <p:txBody>
          <a:bodyPr/>
          <a:lstStyle>
            <a:lvl1pPr>
              <a:defRPr sz="2400"/>
            </a:lvl1pPr>
          </a:lstStyle>
          <a:p>
            <a:pPr lvl="0"/>
            <a:r>
              <a:rPr lang="en-US"/>
              <a:t>Click to edit Master text styles</a:t>
            </a:r>
          </a:p>
        </p:txBody>
      </p:sp>
      <p:sp>
        <p:nvSpPr>
          <p:cNvPr id="7"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8" name="TextBox 7"/>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6" name="TextBox 15"/>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2231532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rIns="0"/>
          <a:lstStyle/>
          <a:p>
            <a:r>
              <a:rPr lang="en-US"/>
              <a:t>Click to edit Master title style</a:t>
            </a:r>
            <a:endParaRPr lang="en-GB" dirty="0"/>
          </a:p>
        </p:txBody>
      </p:sp>
      <p:sp>
        <p:nvSpPr>
          <p:cNvPr id="3"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4" name="TextBox 3"/>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2" name="TextBox 11"/>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1568037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Title 1"/>
          <p:cNvSpPr>
            <a:spLocks noGrp="1"/>
          </p:cNvSpPr>
          <p:nvPr>
            <p:ph type="title"/>
          </p:nvPr>
        </p:nvSpPr>
        <p:spPr>
          <a:xfrm>
            <a:off x="379412" y="381000"/>
            <a:ext cx="11425237" cy="457200"/>
          </a:xfrm>
        </p:spPr>
        <p:txBody>
          <a:bodyPr rIns="0"/>
          <a:lstStyle/>
          <a:p>
            <a:r>
              <a:rPr lang="en-US"/>
              <a:t>Click to edit Master title style</a:t>
            </a:r>
            <a:endParaRPr lang="en-GB" dirty="0"/>
          </a:p>
        </p:txBody>
      </p:sp>
      <p:sp>
        <p:nvSpPr>
          <p:cNvPr id="5" name="Text Placeholder 4"/>
          <p:cNvSpPr>
            <a:spLocks noGrp="1"/>
          </p:cNvSpPr>
          <p:nvPr>
            <p:ph type="body" sz="quarter" idx="10"/>
          </p:nvPr>
        </p:nvSpPr>
        <p:spPr>
          <a:xfrm>
            <a:off x="381000" y="841248"/>
            <a:ext cx="11430000" cy="365760"/>
          </a:xfrm>
        </p:spPr>
        <p:txBody>
          <a:bodyPr/>
          <a:lstStyle>
            <a:lvl1pPr>
              <a:defRPr sz="2400"/>
            </a:lvl1pPr>
          </a:lstStyle>
          <a:p>
            <a:pPr lvl="0"/>
            <a:r>
              <a:rPr lang="en-US"/>
              <a:t>Click to edit Master text styles</a:t>
            </a:r>
          </a:p>
        </p:txBody>
      </p:sp>
      <p:sp>
        <p:nvSpPr>
          <p:cNvPr id="4"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6" name="TextBox 5"/>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4" name="TextBox 13"/>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1335760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2 Content">
    <p:spTree>
      <p:nvGrpSpPr>
        <p:cNvPr id="1" name=""/>
        <p:cNvGrpSpPr/>
        <p:nvPr/>
      </p:nvGrpSpPr>
      <p:grpSpPr>
        <a:xfrm>
          <a:off x="0" y="0"/>
          <a:ext cx="0" cy="0"/>
          <a:chOff x="0" y="0"/>
          <a:chExt cx="0" cy="0"/>
        </a:xfrm>
      </p:grpSpPr>
      <p:sp>
        <p:nvSpPr>
          <p:cNvPr id="4" name="Title 3"/>
          <p:cNvSpPr>
            <a:spLocks noGrp="1"/>
          </p:cNvSpPr>
          <p:nvPr>
            <p:ph type="title"/>
          </p:nvPr>
        </p:nvSpPr>
        <p:spPr>
          <a:xfrm>
            <a:off x="379412" y="379414"/>
            <a:ext cx="11425237" cy="822960"/>
          </a:xfrm>
        </p:spPr>
        <p:txBody>
          <a:bodyPr/>
          <a:lstStyle/>
          <a:p>
            <a:r>
              <a:rPr lang="en-US"/>
              <a:t>Click to edit Master title style</a:t>
            </a:r>
            <a:endParaRPr lang="en-GB" dirty="0"/>
          </a:p>
        </p:txBody>
      </p:sp>
      <p:sp>
        <p:nvSpPr>
          <p:cNvPr id="5" name="Content Placeholder 4"/>
          <p:cNvSpPr>
            <a:spLocks noGrp="1"/>
          </p:cNvSpPr>
          <p:nvPr>
            <p:ph sz="quarter" idx="15"/>
          </p:nvPr>
        </p:nvSpPr>
        <p:spPr>
          <a:xfrm>
            <a:off x="379410" y="1295401"/>
            <a:ext cx="571500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10" name="Content Placeholder 9"/>
          <p:cNvSpPr>
            <a:spLocks noGrp="1"/>
          </p:cNvSpPr>
          <p:nvPr>
            <p:ph sz="quarter" idx="16"/>
          </p:nvPr>
        </p:nvSpPr>
        <p:spPr>
          <a:xfrm>
            <a:off x="6096000" y="1295401"/>
            <a:ext cx="571500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6"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7" name="TextBox 6"/>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6" name="TextBox 15"/>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3763039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Subtitle, 2 Content">
    <p:spTree>
      <p:nvGrpSpPr>
        <p:cNvPr id="1" name=""/>
        <p:cNvGrpSpPr/>
        <p:nvPr/>
      </p:nvGrpSpPr>
      <p:grpSpPr>
        <a:xfrm>
          <a:off x="0" y="0"/>
          <a:ext cx="0" cy="0"/>
          <a:chOff x="0" y="0"/>
          <a:chExt cx="0" cy="0"/>
        </a:xfrm>
      </p:grpSpPr>
      <p:sp>
        <p:nvSpPr>
          <p:cNvPr id="4" name="Title 3"/>
          <p:cNvSpPr>
            <a:spLocks noGrp="1"/>
          </p:cNvSpPr>
          <p:nvPr>
            <p:ph type="title"/>
          </p:nvPr>
        </p:nvSpPr>
        <p:spPr>
          <a:xfrm>
            <a:off x="379412" y="379414"/>
            <a:ext cx="11425237" cy="457200"/>
          </a:xfrm>
        </p:spPr>
        <p:txBody>
          <a:bodyPr/>
          <a:lstStyle/>
          <a:p>
            <a:r>
              <a:rPr lang="en-US"/>
              <a:t>Click to edit Master title style</a:t>
            </a:r>
            <a:endParaRPr lang="en-GB" dirty="0"/>
          </a:p>
        </p:txBody>
      </p:sp>
      <p:sp>
        <p:nvSpPr>
          <p:cNvPr id="5" name="Content Placeholder 4"/>
          <p:cNvSpPr>
            <a:spLocks noGrp="1"/>
          </p:cNvSpPr>
          <p:nvPr>
            <p:ph sz="quarter" idx="15"/>
          </p:nvPr>
        </p:nvSpPr>
        <p:spPr>
          <a:xfrm>
            <a:off x="379410" y="1295401"/>
            <a:ext cx="571500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10" name="Content Placeholder 9"/>
          <p:cNvSpPr>
            <a:spLocks noGrp="1"/>
          </p:cNvSpPr>
          <p:nvPr>
            <p:ph sz="quarter" idx="16"/>
          </p:nvPr>
        </p:nvSpPr>
        <p:spPr>
          <a:xfrm>
            <a:off x="6096000" y="1295401"/>
            <a:ext cx="571500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6" name="Text Placeholder 4"/>
          <p:cNvSpPr>
            <a:spLocks noGrp="1"/>
          </p:cNvSpPr>
          <p:nvPr>
            <p:ph type="body" sz="quarter" idx="10"/>
          </p:nvPr>
        </p:nvSpPr>
        <p:spPr>
          <a:xfrm>
            <a:off x="381000" y="841248"/>
            <a:ext cx="11430000" cy="365760"/>
          </a:xfrm>
        </p:spPr>
        <p:txBody>
          <a:bodyPr/>
          <a:lstStyle>
            <a:lvl1pPr>
              <a:defRPr sz="2400"/>
            </a:lvl1pPr>
          </a:lstStyle>
          <a:p>
            <a:pPr lvl="0"/>
            <a:r>
              <a:rPr lang="en-US"/>
              <a:t>Click to edit Master text styles</a:t>
            </a:r>
          </a:p>
        </p:txBody>
      </p:sp>
      <p:sp>
        <p:nvSpPr>
          <p:cNvPr id="7"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8" name="TextBox 7"/>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7" name="TextBox 16"/>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118995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3 Content">
    <p:spTree>
      <p:nvGrpSpPr>
        <p:cNvPr id="1" name=""/>
        <p:cNvGrpSpPr/>
        <p:nvPr/>
      </p:nvGrpSpPr>
      <p:grpSpPr>
        <a:xfrm>
          <a:off x="0" y="0"/>
          <a:ext cx="0" cy="0"/>
          <a:chOff x="0" y="0"/>
          <a:chExt cx="0" cy="0"/>
        </a:xfrm>
      </p:grpSpPr>
      <p:sp>
        <p:nvSpPr>
          <p:cNvPr id="4" name="Title 3"/>
          <p:cNvSpPr>
            <a:spLocks noGrp="1"/>
          </p:cNvSpPr>
          <p:nvPr>
            <p:ph type="title"/>
          </p:nvPr>
        </p:nvSpPr>
        <p:spPr>
          <a:xfrm>
            <a:off x="379412" y="380999"/>
            <a:ext cx="11425237" cy="821373"/>
          </a:xfrm>
        </p:spPr>
        <p:txBody>
          <a:bodyPr/>
          <a:lstStyle/>
          <a:p>
            <a:r>
              <a:rPr lang="en-US"/>
              <a:t>Click to edit Master title style</a:t>
            </a:r>
            <a:endParaRPr lang="en-GB" dirty="0"/>
          </a:p>
        </p:txBody>
      </p:sp>
      <p:sp>
        <p:nvSpPr>
          <p:cNvPr id="5" name="Content Placeholder 4"/>
          <p:cNvSpPr>
            <a:spLocks noGrp="1"/>
          </p:cNvSpPr>
          <p:nvPr>
            <p:ph sz="quarter" idx="13"/>
          </p:nvPr>
        </p:nvSpPr>
        <p:spPr>
          <a:xfrm>
            <a:off x="379412" y="1295401"/>
            <a:ext cx="379476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10" name="Content Placeholder 4"/>
          <p:cNvSpPr>
            <a:spLocks noGrp="1"/>
          </p:cNvSpPr>
          <p:nvPr>
            <p:ph sz="quarter" idx="14"/>
          </p:nvPr>
        </p:nvSpPr>
        <p:spPr>
          <a:xfrm>
            <a:off x="4187952" y="1295401"/>
            <a:ext cx="3803904"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Content Placeholder 4"/>
          <p:cNvSpPr>
            <a:spLocks noGrp="1"/>
          </p:cNvSpPr>
          <p:nvPr>
            <p:ph sz="quarter" idx="15"/>
          </p:nvPr>
        </p:nvSpPr>
        <p:spPr>
          <a:xfrm>
            <a:off x="8010144" y="1295401"/>
            <a:ext cx="379476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7" name="TextBox 6"/>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7" name="TextBox 16"/>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3149958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Subtitle, 3 Content">
    <p:spTree>
      <p:nvGrpSpPr>
        <p:cNvPr id="1" name=""/>
        <p:cNvGrpSpPr/>
        <p:nvPr/>
      </p:nvGrpSpPr>
      <p:grpSpPr>
        <a:xfrm>
          <a:off x="0" y="0"/>
          <a:ext cx="0" cy="0"/>
          <a:chOff x="0" y="0"/>
          <a:chExt cx="0" cy="0"/>
        </a:xfrm>
      </p:grpSpPr>
      <p:sp>
        <p:nvSpPr>
          <p:cNvPr id="4" name="Title 3"/>
          <p:cNvSpPr>
            <a:spLocks noGrp="1"/>
          </p:cNvSpPr>
          <p:nvPr>
            <p:ph type="title"/>
          </p:nvPr>
        </p:nvSpPr>
        <p:spPr>
          <a:xfrm>
            <a:off x="379412" y="380999"/>
            <a:ext cx="11425237" cy="457200"/>
          </a:xfrm>
        </p:spPr>
        <p:txBody>
          <a:bodyPr/>
          <a:lstStyle/>
          <a:p>
            <a:r>
              <a:rPr lang="en-US"/>
              <a:t>Click to edit Master title style</a:t>
            </a:r>
            <a:endParaRPr lang="en-GB" dirty="0"/>
          </a:p>
        </p:txBody>
      </p:sp>
      <p:sp>
        <p:nvSpPr>
          <p:cNvPr id="6" name="Text Placeholder 4"/>
          <p:cNvSpPr>
            <a:spLocks noGrp="1"/>
          </p:cNvSpPr>
          <p:nvPr>
            <p:ph type="body" sz="quarter" idx="10"/>
          </p:nvPr>
        </p:nvSpPr>
        <p:spPr>
          <a:xfrm>
            <a:off x="384048" y="841248"/>
            <a:ext cx="11430000" cy="365760"/>
          </a:xfrm>
        </p:spPr>
        <p:txBody>
          <a:bodyPr/>
          <a:lstStyle>
            <a:lvl1pPr>
              <a:defRPr sz="2400"/>
            </a:lvl1pPr>
          </a:lstStyle>
          <a:p>
            <a:pPr lvl="0"/>
            <a:r>
              <a:rPr lang="en-US"/>
              <a:t>Click to edit Master text styles</a:t>
            </a:r>
          </a:p>
        </p:txBody>
      </p:sp>
      <p:sp>
        <p:nvSpPr>
          <p:cNvPr id="7" name="Content Placeholder 4"/>
          <p:cNvSpPr>
            <a:spLocks noGrp="1"/>
          </p:cNvSpPr>
          <p:nvPr>
            <p:ph sz="quarter" idx="13"/>
          </p:nvPr>
        </p:nvSpPr>
        <p:spPr>
          <a:xfrm>
            <a:off x="379412" y="1295401"/>
            <a:ext cx="379476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8" name="Content Placeholder 4"/>
          <p:cNvSpPr>
            <a:spLocks noGrp="1"/>
          </p:cNvSpPr>
          <p:nvPr>
            <p:ph sz="quarter" idx="14"/>
          </p:nvPr>
        </p:nvSpPr>
        <p:spPr>
          <a:xfrm>
            <a:off x="4187952" y="1295401"/>
            <a:ext cx="3803904"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Content Placeholder 4"/>
          <p:cNvSpPr>
            <a:spLocks noGrp="1"/>
          </p:cNvSpPr>
          <p:nvPr>
            <p:ph sz="quarter" idx="15"/>
          </p:nvPr>
        </p:nvSpPr>
        <p:spPr>
          <a:xfrm>
            <a:off x="8010144" y="1295401"/>
            <a:ext cx="379476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11" name="TextBox 10"/>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9" name="TextBox 18"/>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130647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Large Message">
    <p:spTree>
      <p:nvGrpSpPr>
        <p:cNvPr id="1" name=""/>
        <p:cNvGrpSpPr/>
        <p:nvPr/>
      </p:nvGrpSpPr>
      <p:grpSpPr>
        <a:xfrm>
          <a:off x="0" y="0"/>
          <a:ext cx="0" cy="0"/>
          <a:chOff x="0" y="0"/>
          <a:chExt cx="0" cy="0"/>
        </a:xfrm>
      </p:grpSpPr>
      <p:sp>
        <p:nvSpPr>
          <p:cNvPr id="5" name="Content Placeholder 4"/>
          <p:cNvSpPr>
            <a:spLocks noGrp="1"/>
          </p:cNvSpPr>
          <p:nvPr>
            <p:ph sz="quarter" idx="15"/>
          </p:nvPr>
        </p:nvSpPr>
        <p:spPr>
          <a:xfrm>
            <a:off x="379410" y="1298448"/>
            <a:ext cx="11431590" cy="4956048"/>
          </a:xfrm>
        </p:spPr>
        <p:txBody>
          <a:bodyPr/>
          <a:lstStyle>
            <a:lvl1pPr>
              <a:lnSpc>
                <a:spcPct val="90000"/>
              </a:lnSpc>
              <a:defRPr sz="4800">
                <a:latin typeface="+mj-lt"/>
              </a:defRPr>
            </a:lvl1pPr>
            <a:lvl2pPr>
              <a:defRPr sz="4400">
                <a:latin typeface="+mj-lt"/>
              </a:defRPr>
            </a:lvl2pPr>
            <a:lvl3pPr>
              <a:defRPr sz="4000">
                <a:latin typeface="+mj-lt"/>
              </a:defRPr>
            </a:lvl3pPr>
            <a:lvl4pPr>
              <a:defRPr sz="3600">
                <a:latin typeface="+mj-lt"/>
              </a:defRPr>
            </a:lvl4pPr>
            <a:lvl5pPr>
              <a:defRPr sz="3200">
                <a:latin typeface="+mj-lt"/>
              </a:defRPr>
            </a:lvl5pPr>
          </a:lstStyle>
          <a:p>
            <a:pPr lvl="0"/>
            <a:r>
              <a:rPr lang="en-US"/>
              <a:t>Click to edit Master text styles</a:t>
            </a:r>
          </a:p>
        </p:txBody>
      </p:sp>
      <p:sp>
        <p:nvSpPr>
          <p:cNvPr id="3"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4" name="TextBox 3"/>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3" name="TextBox 12"/>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978577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 name="Content Placeholder 2"/>
          <p:cNvSpPr>
            <a:spLocks noGrp="1"/>
          </p:cNvSpPr>
          <p:nvPr>
            <p:ph idx="1"/>
          </p:nvPr>
        </p:nvSpPr>
        <p:spPr>
          <a:xfrm>
            <a:off x="379412" y="384048"/>
            <a:ext cx="11430000" cy="5864352"/>
          </a:xfrm>
        </p:spPr>
        <p:txBody>
          <a:bodyPr rIns="0"/>
          <a:lstStyle>
            <a:lvl1pPr>
              <a:lnSpc>
                <a:spcPct val="90000"/>
              </a:lnSpc>
              <a:defRPr sz="3200">
                <a:latin typeface="+mj-lt"/>
              </a:defRPr>
            </a:lvl1pPr>
            <a:lvl2pPr marL="0" indent="0">
              <a:spcAft>
                <a:spcPts val="1200"/>
              </a:spcAft>
              <a:buNone/>
              <a:defRPr sz="2200">
                <a:latin typeface="+mj-lt"/>
              </a:defRPr>
            </a:lvl2pPr>
          </a:lstStyle>
          <a:p>
            <a:pPr lvl="0"/>
            <a:r>
              <a:rPr lang="en-US"/>
              <a:t>Click to edit Master text styles</a:t>
            </a:r>
          </a:p>
        </p:txBody>
      </p:sp>
      <p:sp>
        <p:nvSpPr>
          <p:cNvPr id="4"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5" name="TextBox 4"/>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3" name="TextBox 12"/>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548629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3" name="Content Placeholder 2"/>
          <p:cNvSpPr>
            <a:spLocks noGrp="1"/>
          </p:cNvSpPr>
          <p:nvPr>
            <p:ph idx="1"/>
          </p:nvPr>
        </p:nvSpPr>
        <p:spPr>
          <a:xfrm>
            <a:off x="384048" y="384048"/>
            <a:ext cx="11426952" cy="5861304"/>
          </a:xfrm>
        </p:spPr>
        <p:txBody>
          <a:bodyPr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5" name="TextBox 4"/>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3" name="TextBox 12"/>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3942234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2 Content Only_ 1/3  2/3">
    <p:spTree>
      <p:nvGrpSpPr>
        <p:cNvPr id="1" name=""/>
        <p:cNvGrpSpPr/>
        <p:nvPr/>
      </p:nvGrpSpPr>
      <p:grpSpPr>
        <a:xfrm>
          <a:off x="0" y="0"/>
          <a:ext cx="0" cy="0"/>
          <a:chOff x="0" y="0"/>
          <a:chExt cx="0" cy="0"/>
        </a:xfrm>
      </p:grpSpPr>
      <p:sp>
        <p:nvSpPr>
          <p:cNvPr id="4" name="Content Placeholder 4"/>
          <p:cNvSpPr>
            <a:spLocks noGrp="1"/>
          </p:cNvSpPr>
          <p:nvPr>
            <p:ph sz="quarter" idx="13"/>
          </p:nvPr>
        </p:nvSpPr>
        <p:spPr>
          <a:xfrm>
            <a:off x="379412" y="384048"/>
            <a:ext cx="3794760" cy="5861304"/>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5" name="Content Placeholder 4"/>
          <p:cNvSpPr>
            <a:spLocks noGrp="1"/>
          </p:cNvSpPr>
          <p:nvPr>
            <p:ph sz="quarter" idx="14"/>
          </p:nvPr>
        </p:nvSpPr>
        <p:spPr>
          <a:xfrm>
            <a:off x="4187952" y="384048"/>
            <a:ext cx="7623048" cy="58613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7" name="TextBox 6"/>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5" name="TextBox 14"/>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3452399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3 Content Only">
    <p:spTree>
      <p:nvGrpSpPr>
        <p:cNvPr id="1" name=""/>
        <p:cNvGrpSpPr/>
        <p:nvPr/>
      </p:nvGrpSpPr>
      <p:grpSpPr>
        <a:xfrm>
          <a:off x="0" y="0"/>
          <a:ext cx="0" cy="0"/>
          <a:chOff x="0" y="0"/>
          <a:chExt cx="0" cy="0"/>
        </a:xfrm>
      </p:grpSpPr>
      <p:sp>
        <p:nvSpPr>
          <p:cNvPr id="5" name="Content Placeholder 4"/>
          <p:cNvSpPr>
            <a:spLocks noGrp="1"/>
          </p:cNvSpPr>
          <p:nvPr>
            <p:ph sz="quarter" idx="13"/>
          </p:nvPr>
        </p:nvSpPr>
        <p:spPr>
          <a:xfrm>
            <a:off x="379412" y="384048"/>
            <a:ext cx="3794760" cy="5861304"/>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6" name="Content Placeholder 4"/>
          <p:cNvSpPr>
            <a:spLocks noGrp="1"/>
          </p:cNvSpPr>
          <p:nvPr>
            <p:ph sz="quarter" idx="14"/>
          </p:nvPr>
        </p:nvSpPr>
        <p:spPr>
          <a:xfrm>
            <a:off x="4187952" y="384048"/>
            <a:ext cx="3803904" cy="58613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Content Placeholder 4"/>
          <p:cNvSpPr>
            <a:spLocks noGrp="1"/>
          </p:cNvSpPr>
          <p:nvPr>
            <p:ph sz="quarter" idx="15"/>
          </p:nvPr>
        </p:nvSpPr>
        <p:spPr>
          <a:xfrm>
            <a:off x="8010144" y="384048"/>
            <a:ext cx="3794760" cy="58613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9" name="TextBox 8"/>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7" name="TextBox 16"/>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2124247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ontent, Image">
    <p:spTree>
      <p:nvGrpSpPr>
        <p:cNvPr id="1" name=""/>
        <p:cNvGrpSpPr/>
        <p:nvPr/>
      </p:nvGrpSpPr>
      <p:grpSpPr>
        <a:xfrm>
          <a:off x="0" y="0"/>
          <a:ext cx="0" cy="0"/>
          <a:chOff x="0" y="0"/>
          <a:chExt cx="0" cy="0"/>
        </a:xfrm>
      </p:grpSpPr>
      <p:sp>
        <p:nvSpPr>
          <p:cNvPr id="8" name="Content Placeholder 4"/>
          <p:cNvSpPr>
            <a:spLocks noGrp="1"/>
          </p:cNvSpPr>
          <p:nvPr>
            <p:ph sz="quarter" idx="13"/>
          </p:nvPr>
        </p:nvSpPr>
        <p:spPr>
          <a:xfrm>
            <a:off x="384048" y="383675"/>
            <a:ext cx="7616952" cy="58613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Picture Placeholder 2"/>
          <p:cNvSpPr>
            <a:spLocks noGrp="1"/>
          </p:cNvSpPr>
          <p:nvPr>
            <p:ph type="pic" sz="quarter" idx="14"/>
          </p:nvPr>
        </p:nvSpPr>
        <p:spPr>
          <a:xfrm>
            <a:off x="8019288" y="381000"/>
            <a:ext cx="3794760" cy="5864225"/>
          </a:xfrm>
          <a:solidFill>
            <a:schemeClr val="bg1">
              <a:lumMod val="85000"/>
            </a:schemeClr>
          </a:solidFill>
        </p:spPr>
        <p:txBody>
          <a:bodyPr/>
          <a:lstStyle/>
          <a:p>
            <a:r>
              <a:rPr lang="en-US"/>
              <a:t>Click icon to add picture</a:t>
            </a:r>
          </a:p>
        </p:txBody>
      </p:sp>
      <p:sp>
        <p:nvSpPr>
          <p:cNvPr id="4"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5" name="TextBox 4"/>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4" name="TextBox 13"/>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199466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6 Image">
    <p:spTree>
      <p:nvGrpSpPr>
        <p:cNvPr id="1" name=""/>
        <p:cNvGrpSpPr/>
        <p:nvPr/>
      </p:nvGrpSpPr>
      <p:grpSpPr>
        <a:xfrm>
          <a:off x="0" y="0"/>
          <a:ext cx="0" cy="0"/>
          <a:chOff x="0" y="0"/>
          <a:chExt cx="0" cy="0"/>
        </a:xfrm>
      </p:grpSpPr>
      <p:sp>
        <p:nvSpPr>
          <p:cNvPr id="10" name="Picture Placeholder 9"/>
          <p:cNvSpPr>
            <a:spLocks noGrp="1"/>
          </p:cNvSpPr>
          <p:nvPr>
            <p:ph type="pic" sz="quarter" idx="13"/>
          </p:nvPr>
        </p:nvSpPr>
        <p:spPr>
          <a:xfrm>
            <a:off x="384048" y="384048"/>
            <a:ext cx="3816000" cy="2930652"/>
          </a:xfrm>
          <a:solidFill>
            <a:schemeClr val="bg1">
              <a:lumMod val="85000"/>
            </a:schemeClr>
          </a:solidFill>
        </p:spPr>
        <p:txBody>
          <a:bodyPr lIns="0" rIns="0"/>
          <a:lstStyle/>
          <a:p>
            <a:r>
              <a:rPr lang="en-US"/>
              <a:t>Click icon to add picture</a:t>
            </a:r>
            <a:endParaRPr lang="en-GB"/>
          </a:p>
        </p:txBody>
      </p:sp>
      <p:sp>
        <p:nvSpPr>
          <p:cNvPr id="13" name="Picture Placeholder 9"/>
          <p:cNvSpPr>
            <a:spLocks noGrp="1"/>
          </p:cNvSpPr>
          <p:nvPr>
            <p:ph type="pic" sz="quarter" idx="16"/>
          </p:nvPr>
        </p:nvSpPr>
        <p:spPr>
          <a:xfrm>
            <a:off x="384048" y="3314646"/>
            <a:ext cx="3816000" cy="2935224"/>
          </a:xfrm>
          <a:solidFill>
            <a:schemeClr val="bg1">
              <a:lumMod val="85000"/>
            </a:schemeClr>
          </a:solidFill>
        </p:spPr>
        <p:txBody>
          <a:bodyPr lIns="0" rIns="0"/>
          <a:lstStyle/>
          <a:p>
            <a:r>
              <a:rPr lang="en-US"/>
              <a:t>Click icon to add picture</a:t>
            </a:r>
            <a:endParaRPr lang="en-GB"/>
          </a:p>
        </p:txBody>
      </p:sp>
      <p:sp>
        <p:nvSpPr>
          <p:cNvPr id="11" name="Picture Placeholder 9"/>
          <p:cNvSpPr>
            <a:spLocks noGrp="1"/>
          </p:cNvSpPr>
          <p:nvPr>
            <p:ph type="pic" sz="quarter" idx="14"/>
          </p:nvPr>
        </p:nvSpPr>
        <p:spPr>
          <a:xfrm>
            <a:off x="4187310" y="384048"/>
            <a:ext cx="3816000" cy="2930652"/>
          </a:xfrm>
          <a:solidFill>
            <a:schemeClr val="bg1">
              <a:lumMod val="85000"/>
            </a:schemeClr>
          </a:solidFill>
        </p:spPr>
        <p:txBody>
          <a:bodyPr lIns="0" rIns="0"/>
          <a:lstStyle/>
          <a:p>
            <a:r>
              <a:rPr lang="en-US"/>
              <a:t>Click icon to add picture</a:t>
            </a:r>
            <a:endParaRPr lang="en-GB"/>
          </a:p>
        </p:txBody>
      </p:sp>
      <p:sp>
        <p:nvSpPr>
          <p:cNvPr id="14" name="Picture Placeholder 9"/>
          <p:cNvSpPr>
            <a:spLocks noGrp="1"/>
          </p:cNvSpPr>
          <p:nvPr>
            <p:ph type="pic" sz="quarter" idx="17"/>
          </p:nvPr>
        </p:nvSpPr>
        <p:spPr>
          <a:xfrm>
            <a:off x="4187310" y="3314646"/>
            <a:ext cx="3816000" cy="2938462"/>
          </a:xfrm>
          <a:solidFill>
            <a:schemeClr val="bg1">
              <a:lumMod val="85000"/>
            </a:schemeClr>
          </a:solidFill>
        </p:spPr>
        <p:txBody>
          <a:bodyPr lIns="0" rIns="0"/>
          <a:lstStyle/>
          <a:p>
            <a:r>
              <a:rPr lang="en-US"/>
              <a:t>Click icon to add picture</a:t>
            </a:r>
            <a:endParaRPr lang="en-GB"/>
          </a:p>
        </p:txBody>
      </p:sp>
      <p:sp>
        <p:nvSpPr>
          <p:cNvPr id="12" name="Picture Placeholder 9"/>
          <p:cNvSpPr>
            <a:spLocks noGrp="1"/>
          </p:cNvSpPr>
          <p:nvPr>
            <p:ph type="pic" sz="quarter" idx="15"/>
          </p:nvPr>
        </p:nvSpPr>
        <p:spPr>
          <a:xfrm>
            <a:off x="8001000" y="384048"/>
            <a:ext cx="3816000" cy="2930652"/>
          </a:xfrm>
          <a:solidFill>
            <a:schemeClr val="bg1">
              <a:lumMod val="85000"/>
            </a:schemeClr>
          </a:solidFill>
        </p:spPr>
        <p:txBody>
          <a:bodyPr lIns="0" rIns="0"/>
          <a:lstStyle/>
          <a:p>
            <a:r>
              <a:rPr lang="en-US"/>
              <a:t>Click icon to add picture</a:t>
            </a:r>
            <a:endParaRPr lang="en-GB"/>
          </a:p>
        </p:txBody>
      </p:sp>
      <p:sp>
        <p:nvSpPr>
          <p:cNvPr id="15" name="Picture Placeholder 9"/>
          <p:cNvSpPr>
            <a:spLocks noGrp="1"/>
          </p:cNvSpPr>
          <p:nvPr>
            <p:ph type="pic" sz="quarter" idx="18"/>
          </p:nvPr>
        </p:nvSpPr>
        <p:spPr>
          <a:xfrm>
            <a:off x="8001000" y="3314646"/>
            <a:ext cx="3816000" cy="2938462"/>
          </a:xfrm>
          <a:solidFill>
            <a:schemeClr val="bg1">
              <a:lumMod val="85000"/>
            </a:schemeClr>
          </a:solidFill>
        </p:spPr>
        <p:txBody>
          <a:bodyPr lIns="0" rIns="0"/>
          <a:lstStyle/>
          <a:p>
            <a:r>
              <a:rPr lang="en-US"/>
              <a:t>Click icon to add picture</a:t>
            </a:r>
            <a:endParaRPr lang="en-GB"/>
          </a:p>
        </p:txBody>
      </p:sp>
      <p:sp>
        <p:nvSpPr>
          <p:cNvPr id="8"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9" name="TextBox 8"/>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23" name="TextBox 22"/>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1001265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82238684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Object 3"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3" name="TextBox 2"/>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sp>
        <p:nvSpPr>
          <p:cNvPr id="11" name="TextBox 10"/>
          <p:cNvSpPr txBox="1"/>
          <p:nvPr userDrawn="1"/>
        </p:nvSpPr>
        <p:spPr>
          <a:xfrm>
            <a:off x="379410" y="6596400"/>
            <a:ext cx="2446867" cy="123111"/>
          </a:xfrm>
          <a:prstGeom prst="rect">
            <a:avLst/>
          </a:prstGeom>
          <a:noFill/>
        </p:spPr>
        <p:txBody>
          <a:bodyPr wrap="square" lIns="0" tIns="0" rIns="0" bIns="0" rtlCol="0">
            <a:spAutoFit/>
          </a:bodyPr>
          <a:lstStyle/>
          <a:p>
            <a:r>
              <a:rPr lang="en-US" sz="800" dirty="0"/>
              <a:t>© 3M 2017.</a:t>
            </a:r>
            <a:r>
              <a:rPr lang="en-US" sz="800" baseline="0" dirty="0"/>
              <a:t> All Rights Reserved. 3M Confidential</a:t>
            </a:r>
            <a:endParaRPr lang="en-US" sz="800" dirty="0"/>
          </a:p>
        </p:txBody>
      </p:sp>
    </p:spTree>
    <p:extLst>
      <p:ext uri="{BB962C8B-B14F-4D97-AF65-F5344CB8AC3E}">
        <p14:creationId xmlns:p14="http://schemas.microsoft.com/office/powerpoint/2010/main" val="1550022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Section Header Option 1">
    <p:spTree>
      <p:nvGrpSpPr>
        <p:cNvPr id="1" name=""/>
        <p:cNvGrpSpPr/>
        <p:nvPr/>
      </p:nvGrpSpPr>
      <p:grpSpPr>
        <a:xfrm>
          <a:off x="0" y="0"/>
          <a:ext cx="0" cy="0"/>
          <a:chOff x="0" y="0"/>
          <a:chExt cx="0" cy="0"/>
        </a:xfrm>
      </p:grpSpPr>
      <p:sp>
        <p:nvSpPr>
          <p:cNvPr id="39" name="Rectangle 38"/>
          <p:cNvSpPr/>
          <p:nvPr userDrawn="1"/>
        </p:nvSpPr>
        <p:spPr>
          <a:xfrm>
            <a:off x="3532" y="33077"/>
            <a:ext cx="12185420" cy="68295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6" name="Freeform 5"/>
          <p:cNvSpPr/>
          <p:nvPr/>
        </p:nvSpPr>
        <p:spPr>
          <a:xfrm>
            <a:off x="0" y="3602940"/>
            <a:ext cx="3586808" cy="3259673"/>
          </a:xfrm>
          <a:custGeom>
            <a:avLst/>
            <a:gdLst>
              <a:gd name="connsiteX0" fmla="*/ 1392248 w 3580909"/>
              <a:gd name="connsiteY0" fmla="*/ 0 h 3209249"/>
              <a:gd name="connsiteX1" fmla="*/ 0 w 3580909"/>
              <a:gd name="connsiteY1" fmla="*/ 3209249 h 3209249"/>
              <a:gd name="connsiteX2" fmla="*/ 3580909 w 3580909"/>
              <a:gd name="connsiteY2" fmla="*/ 1215267 h 3209249"/>
              <a:gd name="connsiteX3" fmla="*/ 1392248 w 3580909"/>
              <a:gd name="connsiteY3" fmla="*/ 0 h 3209249"/>
              <a:gd name="connsiteX0" fmla="*/ 1406371 w 3595032"/>
              <a:gd name="connsiteY0" fmla="*/ 0 h 3209249"/>
              <a:gd name="connsiteX1" fmla="*/ 0 w 3595032"/>
              <a:gd name="connsiteY1" fmla="*/ 3209249 h 3209249"/>
              <a:gd name="connsiteX2" fmla="*/ 3595032 w 3595032"/>
              <a:gd name="connsiteY2" fmla="*/ 1215267 h 3209249"/>
              <a:gd name="connsiteX3" fmla="*/ 1406371 w 3595032"/>
              <a:gd name="connsiteY3" fmla="*/ 0 h 3209249"/>
              <a:gd name="connsiteX0" fmla="*/ 1399310 w 3587971"/>
              <a:gd name="connsiteY0" fmla="*/ 0 h 3209249"/>
              <a:gd name="connsiteX1" fmla="*/ 0 w 3587971"/>
              <a:gd name="connsiteY1" fmla="*/ 3209249 h 3209249"/>
              <a:gd name="connsiteX2" fmla="*/ 3587971 w 3587971"/>
              <a:gd name="connsiteY2" fmla="*/ 1215267 h 3209249"/>
              <a:gd name="connsiteX3" fmla="*/ 1399310 w 3587971"/>
              <a:gd name="connsiteY3" fmla="*/ 0 h 3209249"/>
              <a:gd name="connsiteX0" fmla="*/ 1399310 w 3587971"/>
              <a:gd name="connsiteY0" fmla="*/ 0 h 3252111"/>
              <a:gd name="connsiteX1" fmla="*/ 0 w 3587971"/>
              <a:gd name="connsiteY1" fmla="*/ 3252111 h 3252111"/>
              <a:gd name="connsiteX2" fmla="*/ 3587971 w 3587971"/>
              <a:gd name="connsiteY2" fmla="*/ 1258129 h 3252111"/>
              <a:gd name="connsiteX3" fmla="*/ 1399310 w 3587971"/>
              <a:gd name="connsiteY3" fmla="*/ 0 h 3252111"/>
              <a:gd name="connsiteX0" fmla="*/ 1396734 w 3585395"/>
              <a:gd name="connsiteY0" fmla="*/ 0 h 3264990"/>
              <a:gd name="connsiteX1" fmla="*/ 0 w 3585395"/>
              <a:gd name="connsiteY1" fmla="*/ 3264990 h 3264990"/>
              <a:gd name="connsiteX2" fmla="*/ 3585395 w 3585395"/>
              <a:gd name="connsiteY2" fmla="*/ 1258129 h 3264990"/>
              <a:gd name="connsiteX3" fmla="*/ 1396734 w 3585395"/>
              <a:gd name="connsiteY3" fmla="*/ 0 h 3264990"/>
              <a:gd name="connsiteX0" fmla="*/ 1404461 w 3593122"/>
              <a:gd name="connsiteY0" fmla="*/ 0 h 3267566"/>
              <a:gd name="connsiteX1" fmla="*/ 0 w 3593122"/>
              <a:gd name="connsiteY1" fmla="*/ 3267566 h 3267566"/>
              <a:gd name="connsiteX2" fmla="*/ 3593122 w 3593122"/>
              <a:gd name="connsiteY2" fmla="*/ 1258129 h 3267566"/>
              <a:gd name="connsiteX3" fmla="*/ 1404461 w 3593122"/>
              <a:gd name="connsiteY3" fmla="*/ 0 h 3267566"/>
            </a:gdLst>
            <a:ahLst/>
            <a:cxnLst>
              <a:cxn ang="0">
                <a:pos x="connsiteX0" y="connsiteY0"/>
              </a:cxn>
              <a:cxn ang="0">
                <a:pos x="connsiteX1" y="connsiteY1"/>
              </a:cxn>
              <a:cxn ang="0">
                <a:pos x="connsiteX2" y="connsiteY2"/>
              </a:cxn>
              <a:cxn ang="0">
                <a:pos x="connsiteX3" y="connsiteY3"/>
              </a:cxn>
            </a:cxnLst>
            <a:rect l="l" t="t" r="r" b="b"/>
            <a:pathLst>
              <a:path w="3593122" h="3267566">
                <a:moveTo>
                  <a:pt x="1404461" y="0"/>
                </a:moveTo>
                <a:lnTo>
                  <a:pt x="0" y="3267566"/>
                </a:lnTo>
                <a:lnTo>
                  <a:pt x="3593122" y="1258129"/>
                </a:lnTo>
                <a:lnTo>
                  <a:pt x="1404461" y="0"/>
                </a:lnTo>
                <a:close/>
              </a:path>
            </a:pathLst>
          </a:custGeom>
          <a:gradFill>
            <a:gsLst>
              <a:gs pos="15000">
                <a:schemeClr val="accent2"/>
              </a:gs>
              <a:gs pos="100000">
                <a:schemeClr val="accent1"/>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7" name="Freeform 6"/>
          <p:cNvSpPr/>
          <p:nvPr/>
        </p:nvSpPr>
        <p:spPr>
          <a:xfrm>
            <a:off x="1390330" y="1741468"/>
            <a:ext cx="2199979" cy="3164694"/>
          </a:xfrm>
          <a:custGeom>
            <a:avLst/>
            <a:gdLst>
              <a:gd name="connsiteX0" fmla="*/ 1739462 w 2186152"/>
              <a:gd name="connsiteY0" fmla="*/ 0 h 3095296"/>
              <a:gd name="connsiteX1" fmla="*/ 0 w 2186152"/>
              <a:gd name="connsiteY1" fmla="*/ 1891862 h 3095296"/>
              <a:gd name="connsiteX2" fmla="*/ 2186152 w 2186152"/>
              <a:gd name="connsiteY2" fmla="*/ 3095296 h 3095296"/>
              <a:gd name="connsiteX3" fmla="*/ 1739462 w 2186152"/>
              <a:gd name="connsiteY3" fmla="*/ 0 h 3095296"/>
              <a:gd name="connsiteX0" fmla="*/ 1733563 w 2186152"/>
              <a:gd name="connsiteY0" fmla="*/ 0 h 3112994"/>
              <a:gd name="connsiteX1" fmla="*/ 0 w 2186152"/>
              <a:gd name="connsiteY1" fmla="*/ 1909560 h 3112994"/>
              <a:gd name="connsiteX2" fmla="*/ 2186152 w 2186152"/>
              <a:gd name="connsiteY2" fmla="*/ 3112994 h 3112994"/>
              <a:gd name="connsiteX3" fmla="*/ 1733563 w 2186152"/>
              <a:gd name="connsiteY3" fmla="*/ 0 h 3112994"/>
              <a:gd name="connsiteX0" fmla="*/ 1752613 w 2186152"/>
              <a:gd name="connsiteY0" fmla="*/ 0 h 3108232"/>
              <a:gd name="connsiteX1" fmla="*/ 0 w 2186152"/>
              <a:gd name="connsiteY1" fmla="*/ 1904798 h 3108232"/>
              <a:gd name="connsiteX2" fmla="*/ 2186152 w 2186152"/>
              <a:gd name="connsiteY2" fmla="*/ 3108232 h 3108232"/>
              <a:gd name="connsiteX3" fmla="*/ 1752613 w 2186152"/>
              <a:gd name="connsiteY3" fmla="*/ 0 h 3108232"/>
              <a:gd name="connsiteX0" fmla="*/ 1738326 w 2186152"/>
              <a:gd name="connsiteY0" fmla="*/ 0 h 3108232"/>
              <a:gd name="connsiteX1" fmla="*/ 0 w 2186152"/>
              <a:gd name="connsiteY1" fmla="*/ 1904798 h 3108232"/>
              <a:gd name="connsiteX2" fmla="*/ 2186152 w 2186152"/>
              <a:gd name="connsiteY2" fmla="*/ 3108232 h 3108232"/>
              <a:gd name="connsiteX3" fmla="*/ 1738326 w 2186152"/>
              <a:gd name="connsiteY3" fmla="*/ 0 h 3108232"/>
              <a:gd name="connsiteX0" fmla="*/ 1724039 w 2186152"/>
              <a:gd name="connsiteY0" fmla="*/ 0 h 3089182"/>
              <a:gd name="connsiteX1" fmla="*/ 0 w 2186152"/>
              <a:gd name="connsiteY1" fmla="*/ 1885748 h 3089182"/>
              <a:gd name="connsiteX2" fmla="*/ 2186152 w 2186152"/>
              <a:gd name="connsiteY2" fmla="*/ 3089182 h 3089182"/>
              <a:gd name="connsiteX3" fmla="*/ 1724039 w 2186152"/>
              <a:gd name="connsiteY3" fmla="*/ 0 h 3089182"/>
              <a:gd name="connsiteX0" fmla="*/ 1743089 w 2205202"/>
              <a:gd name="connsiteY0" fmla="*/ 0 h 3089182"/>
              <a:gd name="connsiteX1" fmla="*/ 0 w 2205202"/>
              <a:gd name="connsiteY1" fmla="*/ 1861935 h 3089182"/>
              <a:gd name="connsiteX2" fmla="*/ 2205202 w 2205202"/>
              <a:gd name="connsiteY2" fmla="*/ 3089182 h 3089182"/>
              <a:gd name="connsiteX3" fmla="*/ 1743089 w 2205202"/>
              <a:gd name="connsiteY3" fmla="*/ 0 h 3089182"/>
              <a:gd name="connsiteX0" fmla="*/ 1733564 w 2205202"/>
              <a:gd name="connsiteY0" fmla="*/ 0 h 3079657"/>
              <a:gd name="connsiteX1" fmla="*/ 0 w 2205202"/>
              <a:gd name="connsiteY1" fmla="*/ 1852410 h 3079657"/>
              <a:gd name="connsiteX2" fmla="*/ 2205202 w 2205202"/>
              <a:gd name="connsiteY2" fmla="*/ 3079657 h 3079657"/>
              <a:gd name="connsiteX3" fmla="*/ 1733564 w 2205202"/>
              <a:gd name="connsiteY3" fmla="*/ 0 h 3079657"/>
              <a:gd name="connsiteX0" fmla="*/ 1695464 w 2167102"/>
              <a:gd name="connsiteY0" fmla="*/ 0 h 3079657"/>
              <a:gd name="connsiteX1" fmla="*/ 0 w 2167102"/>
              <a:gd name="connsiteY1" fmla="*/ 1871460 h 3079657"/>
              <a:gd name="connsiteX2" fmla="*/ 2167102 w 2167102"/>
              <a:gd name="connsiteY2" fmla="*/ 3079657 h 3079657"/>
              <a:gd name="connsiteX3" fmla="*/ 1695464 w 2167102"/>
              <a:gd name="connsiteY3" fmla="*/ 0 h 3079657"/>
              <a:gd name="connsiteX0" fmla="*/ 1724039 w 2195677"/>
              <a:gd name="connsiteY0" fmla="*/ 0 h 3079657"/>
              <a:gd name="connsiteX1" fmla="*/ 0 w 2195677"/>
              <a:gd name="connsiteY1" fmla="*/ 1866698 h 3079657"/>
              <a:gd name="connsiteX2" fmla="*/ 2195677 w 2195677"/>
              <a:gd name="connsiteY2" fmla="*/ 3079657 h 3079657"/>
              <a:gd name="connsiteX3" fmla="*/ 1724039 w 2195677"/>
              <a:gd name="connsiteY3" fmla="*/ 0 h 3079657"/>
              <a:gd name="connsiteX0" fmla="*/ 1746073 w 2195677"/>
              <a:gd name="connsiteY0" fmla="*/ 0 h 3079657"/>
              <a:gd name="connsiteX1" fmla="*/ 0 w 2195677"/>
              <a:gd name="connsiteY1" fmla="*/ 1866698 h 3079657"/>
              <a:gd name="connsiteX2" fmla="*/ 2195677 w 2195677"/>
              <a:gd name="connsiteY2" fmla="*/ 3079657 h 3079657"/>
              <a:gd name="connsiteX3" fmla="*/ 1746073 w 2195677"/>
              <a:gd name="connsiteY3" fmla="*/ 0 h 3079657"/>
              <a:gd name="connsiteX0" fmla="*/ 1714323 w 2195677"/>
              <a:gd name="connsiteY0" fmla="*/ 0 h 3098707"/>
              <a:gd name="connsiteX1" fmla="*/ 0 w 2195677"/>
              <a:gd name="connsiteY1" fmla="*/ 1885748 h 3098707"/>
              <a:gd name="connsiteX2" fmla="*/ 2195677 w 2195677"/>
              <a:gd name="connsiteY2" fmla="*/ 3098707 h 3098707"/>
              <a:gd name="connsiteX3" fmla="*/ 1714323 w 2195677"/>
              <a:gd name="connsiteY3" fmla="*/ 0 h 3098707"/>
              <a:gd name="connsiteX0" fmla="*/ 1720673 w 2195677"/>
              <a:gd name="connsiteY0" fmla="*/ 0 h 3092357"/>
              <a:gd name="connsiteX1" fmla="*/ 0 w 2195677"/>
              <a:gd name="connsiteY1" fmla="*/ 1879398 h 3092357"/>
              <a:gd name="connsiteX2" fmla="*/ 2195677 w 2195677"/>
              <a:gd name="connsiteY2" fmla="*/ 3092357 h 3092357"/>
              <a:gd name="connsiteX3" fmla="*/ 1720673 w 2195677"/>
              <a:gd name="connsiteY3" fmla="*/ 0 h 3092357"/>
              <a:gd name="connsiteX0" fmla="*/ 1739723 w 2195677"/>
              <a:gd name="connsiteY0" fmla="*/ 0 h 3086007"/>
              <a:gd name="connsiteX1" fmla="*/ 0 w 2195677"/>
              <a:gd name="connsiteY1" fmla="*/ 1873048 h 3086007"/>
              <a:gd name="connsiteX2" fmla="*/ 2195677 w 2195677"/>
              <a:gd name="connsiteY2" fmla="*/ 3086007 h 3086007"/>
              <a:gd name="connsiteX3" fmla="*/ 1739723 w 2195677"/>
              <a:gd name="connsiteY3" fmla="*/ 0 h 3086007"/>
              <a:gd name="connsiteX0" fmla="*/ 1720673 w 2195677"/>
              <a:gd name="connsiteY0" fmla="*/ 0 h 3155857"/>
              <a:gd name="connsiteX1" fmla="*/ 0 w 2195677"/>
              <a:gd name="connsiteY1" fmla="*/ 1942898 h 3155857"/>
              <a:gd name="connsiteX2" fmla="*/ 2195677 w 2195677"/>
              <a:gd name="connsiteY2" fmla="*/ 3155857 h 3155857"/>
              <a:gd name="connsiteX3" fmla="*/ 1720673 w 2195677"/>
              <a:gd name="connsiteY3" fmla="*/ 0 h 3155857"/>
              <a:gd name="connsiteX0" fmla="*/ 1720673 w 2195677"/>
              <a:gd name="connsiteY0" fmla="*/ 0 h 3079657"/>
              <a:gd name="connsiteX1" fmla="*/ 0 w 2195677"/>
              <a:gd name="connsiteY1" fmla="*/ 1866698 h 3079657"/>
              <a:gd name="connsiteX2" fmla="*/ 2195677 w 2195677"/>
              <a:gd name="connsiteY2" fmla="*/ 3079657 h 3079657"/>
              <a:gd name="connsiteX3" fmla="*/ 1720673 w 2195677"/>
              <a:gd name="connsiteY3" fmla="*/ 0 h 3079657"/>
              <a:gd name="connsiteX0" fmla="*/ 1720673 w 2195677"/>
              <a:gd name="connsiteY0" fmla="*/ 0 h 3149507"/>
              <a:gd name="connsiteX1" fmla="*/ 0 w 2195677"/>
              <a:gd name="connsiteY1" fmla="*/ 1936548 h 3149507"/>
              <a:gd name="connsiteX2" fmla="*/ 2195677 w 2195677"/>
              <a:gd name="connsiteY2" fmla="*/ 3149507 h 3149507"/>
              <a:gd name="connsiteX3" fmla="*/ 1720673 w 2195677"/>
              <a:gd name="connsiteY3" fmla="*/ 0 h 3149507"/>
              <a:gd name="connsiteX0" fmla="*/ 1739723 w 2214727"/>
              <a:gd name="connsiteY0" fmla="*/ 0 h 3149507"/>
              <a:gd name="connsiteX1" fmla="*/ 0 w 2214727"/>
              <a:gd name="connsiteY1" fmla="*/ 1936548 h 3149507"/>
              <a:gd name="connsiteX2" fmla="*/ 2214727 w 2214727"/>
              <a:gd name="connsiteY2" fmla="*/ 3149507 h 3149507"/>
              <a:gd name="connsiteX3" fmla="*/ 1739723 w 2214727"/>
              <a:gd name="connsiteY3" fmla="*/ 0 h 3149507"/>
              <a:gd name="connsiteX0" fmla="*/ 1739723 w 2214727"/>
              <a:gd name="connsiteY0" fmla="*/ 0 h 3149507"/>
              <a:gd name="connsiteX1" fmla="*/ 0 w 2214727"/>
              <a:gd name="connsiteY1" fmla="*/ 1936548 h 3149507"/>
              <a:gd name="connsiteX2" fmla="*/ 2214727 w 2214727"/>
              <a:gd name="connsiteY2" fmla="*/ 3149507 h 3149507"/>
              <a:gd name="connsiteX3" fmla="*/ 1739723 w 2214727"/>
              <a:gd name="connsiteY3" fmla="*/ 0 h 3149507"/>
              <a:gd name="connsiteX0" fmla="*/ 1724975 w 2199979"/>
              <a:gd name="connsiteY0" fmla="*/ 0 h 3149507"/>
              <a:gd name="connsiteX1" fmla="*/ 0 w 2199979"/>
              <a:gd name="connsiteY1" fmla="*/ 1921800 h 3149507"/>
              <a:gd name="connsiteX2" fmla="*/ 2199979 w 2199979"/>
              <a:gd name="connsiteY2" fmla="*/ 3149507 h 3149507"/>
              <a:gd name="connsiteX3" fmla="*/ 1724975 w 2199979"/>
              <a:gd name="connsiteY3" fmla="*/ 0 h 3149507"/>
              <a:gd name="connsiteX0" fmla="*/ 1722399 w 2199979"/>
              <a:gd name="connsiteY0" fmla="*/ 0 h 3072234"/>
              <a:gd name="connsiteX1" fmla="*/ 0 w 2199979"/>
              <a:gd name="connsiteY1" fmla="*/ 1844527 h 3072234"/>
              <a:gd name="connsiteX2" fmla="*/ 2199979 w 2199979"/>
              <a:gd name="connsiteY2" fmla="*/ 3072234 h 3072234"/>
              <a:gd name="connsiteX3" fmla="*/ 1722399 w 2199979"/>
              <a:gd name="connsiteY3" fmla="*/ 0 h 3072234"/>
              <a:gd name="connsiteX0" fmla="*/ 1722399 w 2199979"/>
              <a:gd name="connsiteY0" fmla="*/ 0 h 3123750"/>
              <a:gd name="connsiteX1" fmla="*/ 0 w 2199979"/>
              <a:gd name="connsiteY1" fmla="*/ 1896043 h 3123750"/>
              <a:gd name="connsiteX2" fmla="*/ 2199979 w 2199979"/>
              <a:gd name="connsiteY2" fmla="*/ 3123750 h 3123750"/>
              <a:gd name="connsiteX3" fmla="*/ 1722399 w 2199979"/>
              <a:gd name="connsiteY3" fmla="*/ 0 h 3123750"/>
              <a:gd name="connsiteX0" fmla="*/ 1736047 w 2199979"/>
              <a:gd name="connsiteY0" fmla="*/ 0 h 3164694"/>
              <a:gd name="connsiteX1" fmla="*/ 0 w 2199979"/>
              <a:gd name="connsiteY1" fmla="*/ 1936987 h 3164694"/>
              <a:gd name="connsiteX2" fmla="*/ 2199979 w 2199979"/>
              <a:gd name="connsiteY2" fmla="*/ 3164694 h 3164694"/>
              <a:gd name="connsiteX3" fmla="*/ 1736047 w 2199979"/>
              <a:gd name="connsiteY3" fmla="*/ 0 h 3164694"/>
            </a:gdLst>
            <a:ahLst/>
            <a:cxnLst>
              <a:cxn ang="0">
                <a:pos x="connsiteX0" y="connsiteY0"/>
              </a:cxn>
              <a:cxn ang="0">
                <a:pos x="connsiteX1" y="connsiteY1"/>
              </a:cxn>
              <a:cxn ang="0">
                <a:pos x="connsiteX2" y="connsiteY2"/>
              </a:cxn>
              <a:cxn ang="0">
                <a:pos x="connsiteX3" y="connsiteY3"/>
              </a:cxn>
            </a:cxnLst>
            <a:rect l="l" t="t" r="r" b="b"/>
            <a:pathLst>
              <a:path w="2199979" h="3164694">
                <a:moveTo>
                  <a:pt x="1736047" y="0"/>
                </a:moveTo>
                <a:lnTo>
                  <a:pt x="0" y="1936987"/>
                </a:lnTo>
                <a:lnTo>
                  <a:pt x="2199979" y="3164694"/>
                </a:lnTo>
                <a:lnTo>
                  <a:pt x="1736047" y="0"/>
                </a:lnTo>
                <a:close/>
              </a:path>
            </a:pathLst>
          </a:custGeom>
          <a:gradFill>
            <a:gsLst>
              <a:gs pos="15000">
                <a:schemeClr val="accent2"/>
              </a:gs>
              <a:gs pos="100000">
                <a:schemeClr val="accent1"/>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8" name="Freeform 7"/>
          <p:cNvSpPr/>
          <p:nvPr/>
        </p:nvSpPr>
        <p:spPr>
          <a:xfrm>
            <a:off x="6375805" y="1"/>
            <a:ext cx="4644129" cy="1222744"/>
          </a:xfrm>
          <a:custGeom>
            <a:avLst/>
            <a:gdLst>
              <a:gd name="connsiteX0" fmla="*/ 0 w 4550735"/>
              <a:gd name="connsiteY0" fmla="*/ 0 h 1222745"/>
              <a:gd name="connsiteX1" fmla="*/ 1222744 w 4550735"/>
              <a:gd name="connsiteY1" fmla="*/ 1222745 h 1222745"/>
              <a:gd name="connsiteX2" fmla="*/ 4550735 w 4550735"/>
              <a:gd name="connsiteY2" fmla="*/ 10633 h 1222745"/>
              <a:gd name="connsiteX3" fmla="*/ 0 w 4550735"/>
              <a:gd name="connsiteY3" fmla="*/ 0 h 1222745"/>
              <a:gd name="connsiteX0" fmla="*/ 0 w 4582633"/>
              <a:gd name="connsiteY0" fmla="*/ 10633 h 1212112"/>
              <a:gd name="connsiteX1" fmla="*/ 1254642 w 4582633"/>
              <a:gd name="connsiteY1" fmla="*/ 1212112 h 1212112"/>
              <a:gd name="connsiteX2" fmla="*/ 4582633 w 4582633"/>
              <a:gd name="connsiteY2" fmla="*/ 0 h 1212112"/>
              <a:gd name="connsiteX3" fmla="*/ 0 w 4582633"/>
              <a:gd name="connsiteY3" fmla="*/ 10633 h 1212112"/>
              <a:gd name="connsiteX0" fmla="*/ 0 w 4566685"/>
              <a:gd name="connsiteY0" fmla="*/ 0 h 1228061"/>
              <a:gd name="connsiteX1" fmla="*/ 1238694 w 4566685"/>
              <a:gd name="connsiteY1" fmla="*/ 1228061 h 1228061"/>
              <a:gd name="connsiteX2" fmla="*/ 4566685 w 4566685"/>
              <a:gd name="connsiteY2" fmla="*/ 15949 h 1228061"/>
              <a:gd name="connsiteX3" fmla="*/ 0 w 4566685"/>
              <a:gd name="connsiteY3" fmla="*/ 0 h 1228061"/>
              <a:gd name="connsiteX0" fmla="*/ 0 w 4566685"/>
              <a:gd name="connsiteY0" fmla="*/ 0 h 1217428"/>
              <a:gd name="connsiteX1" fmla="*/ 1238694 w 4566685"/>
              <a:gd name="connsiteY1" fmla="*/ 1217428 h 1217428"/>
              <a:gd name="connsiteX2" fmla="*/ 4566685 w 4566685"/>
              <a:gd name="connsiteY2" fmla="*/ 5316 h 1217428"/>
              <a:gd name="connsiteX3" fmla="*/ 0 w 4566685"/>
              <a:gd name="connsiteY3" fmla="*/ 0 h 1217428"/>
              <a:gd name="connsiteX0" fmla="*/ 0 w 4614532"/>
              <a:gd name="connsiteY0" fmla="*/ 0 h 1217428"/>
              <a:gd name="connsiteX1" fmla="*/ 1238694 w 4614532"/>
              <a:gd name="connsiteY1" fmla="*/ 1217428 h 1217428"/>
              <a:gd name="connsiteX2" fmla="*/ 4614532 w 4614532"/>
              <a:gd name="connsiteY2" fmla="*/ 5316 h 1217428"/>
              <a:gd name="connsiteX3" fmla="*/ 0 w 4614532"/>
              <a:gd name="connsiteY3" fmla="*/ 0 h 1217428"/>
              <a:gd name="connsiteX0" fmla="*/ 0 w 4614532"/>
              <a:gd name="connsiteY0" fmla="*/ 0 h 1228060"/>
              <a:gd name="connsiteX1" fmla="*/ 1286541 w 4614532"/>
              <a:gd name="connsiteY1" fmla="*/ 1228060 h 1228060"/>
              <a:gd name="connsiteX2" fmla="*/ 4614532 w 4614532"/>
              <a:gd name="connsiteY2" fmla="*/ 5316 h 1228060"/>
              <a:gd name="connsiteX3" fmla="*/ 0 w 4614532"/>
              <a:gd name="connsiteY3" fmla="*/ 0 h 1228060"/>
              <a:gd name="connsiteX0" fmla="*/ 0 w 4614532"/>
              <a:gd name="connsiteY0" fmla="*/ 10633 h 1222744"/>
              <a:gd name="connsiteX1" fmla="*/ 1286541 w 4614532"/>
              <a:gd name="connsiteY1" fmla="*/ 1222744 h 1222744"/>
              <a:gd name="connsiteX2" fmla="*/ 4614532 w 4614532"/>
              <a:gd name="connsiteY2" fmla="*/ 0 h 1222744"/>
              <a:gd name="connsiteX3" fmla="*/ 0 w 4614532"/>
              <a:gd name="connsiteY3" fmla="*/ 10633 h 1222744"/>
              <a:gd name="connsiteX0" fmla="*/ 0 w 4614532"/>
              <a:gd name="connsiteY0" fmla="*/ 10633 h 1201479"/>
              <a:gd name="connsiteX1" fmla="*/ 1238695 w 4614532"/>
              <a:gd name="connsiteY1" fmla="*/ 1201479 h 1201479"/>
              <a:gd name="connsiteX2" fmla="*/ 4614532 w 4614532"/>
              <a:gd name="connsiteY2" fmla="*/ 0 h 1201479"/>
              <a:gd name="connsiteX3" fmla="*/ 0 w 4614532"/>
              <a:gd name="connsiteY3" fmla="*/ 10633 h 1201479"/>
              <a:gd name="connsiteX0" fmla="*/ 0 w 4614532"/>
              <a:gd name="connsiteY0" fmla="*/ 10633 h 1222744"/>
              <a:gd name="connsiteX1" fmla="*/ 1249328 w 4614532"/>
              <a:gd name="connsiteY1" fmla="*/ 1222744 h 1222744"/>
              <a:gd name="connsiteX2" fmla="*/ 4614532 w 4614532"/>
              <a:gd name="connsiteY2" fmla="*/ 0 h 1222744"/>
              <a:gd name="connsiteX3" fmla="*/ 0 w 4614532"/>
              <a:gd name="connsiteY3" fmla="*/ 10633 h 1222744"/>
              <a:gd name="connsiteX0" fmla="*/ 0 w 4614532"/>
              <a:gd name="connsiteY0" fmla="*/ 0 h 1222744"/>
              <a:gd name="connsiteX1" fmla="*/ 1249328 w 4614532"/>
              <a:gd name="connsiteY1" fmla="*/ 1222744 h 1222744"/>
              <a:gd name="connsiteX2" fmla="*/ 4614532 w 4614532"/>
              <a:gd name="connsiteY2" fmla="*/ 0 h 1222744"/>
              <a:gd name="connsiteX3" fmla="*/ 0 w 4614532"/>
              <a:gd name="connsiteY3" fmla="*/ 0 h 1222744"/>
              <a:gd name="connsiteX0" fmla="*/ 0 w 4630481"/>
              <a:gd name="connsiteY0" fmla="*/ 0 h 1222744"/>
              <a:gd name="connsiteX1" fmla="*/ 1249328 w 4630481"/>
              <a:gd name="connsiteY1" fmla="*/ 1222744 h 1222744"/>
              <a:gd name="connsiteX2" fmla="*/ 4630481 w 4630481"/>
              <a:gd name="connsiteY2" fmla="*/ 0 h 1222744"/>
              <a:gd name="connsiteX3" fmla="*/ 0 w 4630481"/>
              <a:gd name="connsiteY3" fmla="*/ 0 h 1222744"/>
              <a:gd name="connsiteX0" fmla="*/ 0 w 4671425"/>
              <a:gd name="connsiteY0" fmla="*/ 0 h 1222744"/>
              <a:gd name="connsiteX1" fmla="*/ 1290272 w 4671425"/>
              <a:gd name="connsiteY1" fmla="*/ 1222744 h 1222744"/>
              <a:gd name="connsiteX2" fmla="*/ 4671425 w 4671425"/>
              <a:gd name="connsiteY2" fmla="*/ 0 h 1222744"/>
              <a:gd name="connsiteX3" fmla="*/ 0 w 4671425"/>
              <a:gd name="connsiteY3" fmla="*/ 0 h 1222744"/>
              <a:gd name="connsiteX0" fmla="*/ 0 w 4671425"/>
              <a:gd name="connsiteY0" fmla="*/ 0 h 1222744"/>
              <a:gd name="connsiteX1" fmla="*/ 1290272 w 4671425"/>
              <a:gd name="connsiteY1" fmla="*/ 1222744 h 1222744"/>
              <a:gd name="connsiteX2" fmla="*/ 4671425 w 4671425"/>
              <a:gd name="connsiteY2" fmla="*/ 614149 h 1222744"/>
              <a:gd name="connsiteX3" fmla="*/ 0 w 4671425"/>
              <a:gd name="connsiteY3" fmla="*/ 0 h 1222744"/>
              <a:gd name="connsiteX0" fmla="*/ 0 w 4657777"/>
              <a:gd name="connsiteY0" fmla="*/ 13648 h 1236392"/>
              <a:gd name="connsiteX1" fmla="*/ 1290272 w 4657777"/>
              <a:gd name="connsiteY1" fmla="*/ 1236392 h 1236392"/>
              <a:gd name="connsiteX2" fmla="*/ 4657777 w 4657777"/>
              <a:gd name="connsiteY2" fmla="*/ 0 h 1236392"/>
              <a:gd name="connsiteX3" fmla="*/ 0 w 4657777"/>
              <a:gd name="connsiteY3" fmla="*/ 13648 h 1236392"/>
              <a:gd name="connsiteX0" fmla="*/ 0 w 4644129"/>
              <a:gd name="connsiteY0" fmla="*/ 0 h 1222744"/>
              <a:gd name="connsiteX1" fmla="*/ 1290272 w 4644129"/>
              <a:gd name="connsiteY1" fmla="*/ 1222744 h 1222744"/>
              <a:gd name="connsiteX2" fmla="*/ 4644129 w 4644129"/>
              <a:gd name="connsiteY2" fmla="*/ 0 h 1222744"/>
              <a:gd name="connsiteX3" fmla="*/ 0 w 4644129"/>
              <a:gd name="connsiteY3" fmla="*/ 0 h 1222744"/>
            </a:gdLst>
            <a:ahLst/>
            <a:cxnLst>
              <a:cxn ang="0">
                <a:pos x="connsiteX0" y="connsiteY0"/>
              </a:cxn>
              <a:cxn ang="0">
                <a:pos x="connsiteX1" y="connsiteY1"/>
              </a:cxn>
              <a:cxn ang="0">
                <a:pos x="connsiteX2" y="connsiteY2"/>
              </a:cxn>
              <a:cxn ang="0">
                <a:pos x="connsiteX3" y="connsiteY3"/>
              </a:cxn>
            </a:cxnLst>
            <a:rect l="l" t="t" r="r" b="b"/>
            <a:pathLst>
              <a:path w="4644129" h="1222744">
                <a:moveTo>
                  <a:pt x="0" y="0"/>
                </a:moveTo>
                <a:lnTo>
                  <a:pt x="1290272" y="1222744"/>
                </a:lnTo>
                <a:lnTo>
                  <a:pt x="4644129" y="0"/>
                </a:lnTo>
                <a:lnTo>
                  <a:pt x="0" y="0"/>
                </a:lnTo>
                <a:close/>
              </a:path>
            </a:pathLst>
          </a:custGeom>
          <a:gradFill>
            <a:gsLst>
              <a:gs pos="100000">
                <a:schemeClr val="accent2"/>
              </a:gs>
              <a:gs pos="44000">
                <a:schemeClr val="accent1"/>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4052439" y="2989173"/>
            <a:ext cx="3708351" cy="2971471"/>
          </a:xfrm>
          <a:custGeom>
            <a:avLst/>
            <a:gdLst>
              <a:gd name="connsiteX0" fmla="*/ 2291255 w 3641834"/>
              <a:gd name="connsiteY0" fmla="*/ 0 h 2958662"/>
              <a:gd name="connsiteX1" fmla="*/ 3641834 w 3641834"/>
              <a:gd name="connsiteY1" fmla="*/ 1692165 h 2958662"/>
              <a:gd name="connsiteX2" fmla="*/ 0 w 3641834"/>
              <a:gd name="connsiteY2" fmla="*/ 2958662 h 2958662"/>
              <a:gd name="connsiteX3" fmla="*/ 2291255 w 3641834"/>
              <a:gd name="connsiteY3" fmla="*/ 0 h 2958662"/>
              <a:gd name="connsiteX0" fmla="*/ 2291255 w 3641834"/>
              <a:gd name="connsiteY0" fmla="*/ 0 h 2963917"/>
              <a:gd name="connsiteX1" fmla="*/ 3641834 w 3641834"/>
              <a:gd name="connsiteY1" fmla="*/ 1697420 h 2963917"/>
              <a:gd name="connsiteX2" fmla="*/ 0 w 3641834"/>
              <a:gd name="connsiteY2" fmla="*/ 2963917 h 2963917"/>
              <a:gd name="connsiteX3" fmla="*/ 2291255 w 3641834"/>
              <a:gd name="connsiteY3" fmla="*/ 0 h 2963917"/>
              <a:gd name="connsiteX0" fmla="*/ 2301765 w 3641834"/>
              <a:gd name="connsiteY0" fmla="*/ 0 h 2948152"/>
              <a:gd name="connsiteX1" fmla="*/ 3641834 w 3641834"/>
              <a:gd name="connsiteY1" fmla="*/ 1681655 h 2948152"/>
              <a:gd name="connsiteX2" fmla="*/ 0 w 3641834"/>
              <a:gd name="connsiteY2" fmla="*/ 2948152 h 2948152"/>
              <a:gd name="connsiteX3" fmla="*/ 2301765 w 3641834"/>
              <a:gd name="connsiteY3" fmla="*/ 0 h 2948152"/>
              <a:gd name="connsiteX0" fmla="*/ 2293452 w 3641834"/>
              <a:gd name="connsiteY0" fmla="*/ 0 h 2948152"/>
              <a:gd name="connsiteX1" fmla="*/ 3641834 w 3641834"/>
              <a:gd name="connsiteY1" fmla="*/ 1681655 h 2948152"/>
              <a:gd name="connsiteX2" fmla="*/ 0 w 3641834"/>
              <a:gd name="connsiteY2" fmla="*/ 2948152 h 2948152"/>
              <a:gd name="connsiteX3" fmla="*/ 2293452 w 3641834"/>
              <a:gd name="connsiteY3" fmla="*/ 0 h 2948152"/>
              <a:gd name="connsiteX0" fmla="*/ 2305379 w 3653761"/>
              <a:gd name="connsiteY0" fmla="*/ 0 h 2944176"/>
              <a:gd name="connsiteX1" fmla="*/ 3653761 w 3653761"/>
              <a:gd name="connsiteY1" fmla="*/ 1681655 h 2944176"/>
              <a:gd name="connsiteX2" fmla="*/ 0 w 3653761"/>
              <a:gd name="connsiteY2" fmla="*/ 2944176 h 2944176"/>
              <a:gd name="connsiteX3" fmla="*/ 2305379 w 3653761"/>
              <a:gd name="connsiteY3" fmla="*/ 0 h 2944176"/>
              <a:gd name="connsiteX0" fmla="*/ 2291731 w 3653761"/>
              <a:gd name="connsiteY0" fmla="*/ 0 h 2944176"/>
              <a:gd name="connsiteX1" fmla="*/ 3653761 w 3653761"/>
              <a:gd name="connsiteY1" fmla="*/ 1681655 h 2944176"/>
              <a:gd name="connsiteX2" fmla="*/ 0 w 3653761"/>
              <a:gd name="connsiteY2" fmla="*/ 2944176 h 2944176"/>
              <a:gd name="connsiteX3" fmla="*/ 2291731 w 3653761"/>
              <a:gd name="connsiteY3" fmla="*/ 0 h 2944176"/>
              <a:gd name="connsiteX0" fmla="*/ 2305378 w 3653761"/>
              <a:gd name="connsiteY0" fmla="*/ 0 h 2971471"/>
              <a:gd name="connsiteX1" fmla="*/ 3653761 w 3653761"/>
              <a:gd name="connsiteY1" fmla="*/ 1708950 h 2971471"/>
              <a:gd name="connsiteX2" fmla="*/ 0 w 3653761"/>
              <a:gd name="connsiteY2" fmla="*/ 2971471 h 2971471"/>
              <a:gd name="connsiteX3" fmla="*/ 2305378 w 3653761"/>
              <a:gd name="connsiteY3" fmla="*/ 0 h 2971471"/>
              <a:gd name="connsiteX0" fmla="*/ 2305378 w 3694704"/>
              <a:gd name="connsiteY0" fmla="*/ 0 h 2971471"/>
              <a:gd name="connsiteX1" fmla="*/ 3694704 w 3694704"/>
              <a:gd name="connsiteY1" fmla="*/ 1722598 h 2971471"/>
              <a:gd name="connsiteX2" fmla="*/ 0 w 3694704"/>
              <a:gd name="connsiteY2" fmla="*/ 2971471 h 2971471"/>
              <a:gd name="connsiteX3" fmla="*/ 2305378 w 3694704"/>
              <a:gd name="connsiteY3" fmla="*/ 0 h 2971471"/>
              <a:gd name="connsiteX0" fmla="*/ 2319025 w 3708351"/>
              <a:gd name="connsiteY0" fmla="*/ 0 h 2971471"/>
              <a:gd name="connsiteX1" fmla="*/ 3708351 w 3708351"/>
              <a:gd name="connsiteY1" fmla="*/ 1722598 h 2971471"/>
              <a:gd name="connsiteX2" fmla="*/ 0 w 3708351"/>
              <a:gd name="connsiteY2" fmla="*/ 2971471 h 2971471"/>
              <a:gd name="connsiteX3" fmla="*/ 2319025 w 3708351"/>
              <a:gd name="connsiteY3" fmla="*/ 0 h 2971471"/>
            </a:gdLst>
            <a:ahLst/>
            <a:cxnLst>
              <a:cxn ang="0">
                <a:pos x="connsiteX0" y="connsiteY0"/>
              </a:cxn>
              <a:cxn ang="0">
                <a:pos x="connsiteX1" y="connsiteY1"/>
              </a:cxn>
              <a:cxn ang="0">
                <a:pos x="connsiteX2" y="connsiteY2"/>
              </a:cxn>
              <a:cxn ang="0">
                <a:pos x="connsiteX3" y="connsiteY3"/>
              </a:cxn>
            </a:cxnLst>
            <a:rect l="l" t="t" r="r" b="b"/>
            <a:pathLst>
              <a:path w="3708351" h="2971471">
                <a:moveTo>
                  <a:pt x="2319025" y="0"/>
                </a:moveTo>
                <a:lnTo>
                  <a:pt x="3708351" y="1722598"/>
                </a:lnTo>
                <a:lnTo>
                  <a:pt x="0" y="2971471"/>
                </a:lnTo>
                <a:lnTo>
                  <a:pt x="2319025" y="0"/>
                </a:lnTo>
                <a:close/>
              </a:path>
            </a:pathLst>
          </a:custGeom>
          <a:gradFill>
            <a:gsLst>
              <a:gs pos="0">
                <a:schemeClr val="accent1"/>
              </a:gs>
              <a:gs pos="85000">
                <a:schemeClr val="accent2"/>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0" name="Freeform 9"/>
          <p:cNvSpPr/>
          <p:nvPr/>
        </p:nvSpPr>
        <p:spPr>
          <a:xfrm>
            <a:off x="-3085" y="-4317"/>
            <a:ext cx="3366670" cy="1808791"/>
          </a:xfrm>
          <a:custGeom>
            <a:avLst/>
            <a:gdLst>
              <a:gd name="connsiteX0" fmla="*/ 0 w 3172858"/>
              <a:gd name="connsiteY0" fmla="*/ 0 h 1773716"/>
              <a:gd name="connsiteX1" fmla="*/ 1079653 w 3172858"/>
              <a:gd name="connsiteY1" fmla="*/ 1773716 h 1773716"/>
              <a:gd name="connsiteX2" fmla="*/ 3172858 w 3172858"/>
              <a:gd name="connsiteY2" fmla="*/ 1751682 h 1773716"/>
              <a:gd name="connsiteX3" fmla="*/ 0 w 3172858"/>
              <a:gd name="connsiteY3" fmla="*/ 0 h 1773716"/>
              <a:gd name="connsiteX0" fmla="*/ 0 w 3114492"/>
              <a:gd name="connsiteY0" fmla="*/ 0 h 1773716"/>
              <a:gd name="connsiteX1" fmla="*/ 1079653 w 3114492"/>
              <a:gd name="connsiteY1" fmla="*/ 1773716 h 1773716"/>
              <a:gd name="connsiteX2" fmla="*/ 3114492 w 3114492"/>
              <a:gd name="connsiteY2" fmla="*/ 1177750 h 1773716"/>
              <a:gd name="connsiteX3" fmla="*/ 0 w 3114492"/>
              <a:gd name="connsiteY3" fmla="*/ 0 h 1773716"/>
              <a:gd name="connsiteX0" fmla="*/ 0 w 3153403"/>
              <a:gd name="connsiteY0" fmla="*/ 0 h 1773716"/>
              <a:gd name="connsiteX1" fmla="*/ 1079653 w 3153403"/>
              <a:gd name="connsiteY1" fmla="*/ 1773716 h 1773716"/>
              <a:gd name="connsiteX2" fmla="*/ 3153403 w 3153403"/>
              <a:gd name="connsiteY2" fmla="*/ 1771137 h 1773716"/>
              <a:gd name="connsiteX3" fmla="*/ 0 w 3153403"/>
              <a:gd name="connsiteY3" fmla="*/ 0 h 1773716"/>
              <a:gd name="connsiteX0" fmla="*/ 0 w 3346198"/>
              <a:gd name="connsiteY0" fmla="*/ 0 h 1771137"/>
              <a:gd name="connsiteX1" fmla="*/ 3346198 w 3346198"/>
              <a:gd name="connsiteY1" fmla="*/ 3282 h 1771137"/>
              <a:gd name="connsiteX2" fmla="*/ 3153403 w 3346198"/>
              <a:gd name="connsiteY2" fmla="*/ 1771137 h 1771137"/>
              <a:gd name="connsiteX3" fmla="*/ 0 w 3346198"/>
              <a:gd name="connsiteY3" fmla="*/ 0 h 1771137"/>
              <a:gd name="connsiteX0" fmla="*/ 0 w 3346198"/>
              <a:gd name="connsiteY0" fmla="*/ 0 h 1766374"/>
              <a:gd name="connsiteX1" fmla="*/ 3346198 w 3346198"/>
              <a:gd name="connsiteY1" fmla="*/ 3282 h 1766374"/>
              <a:gd name="connsiteX2" fmla="*/ 3110540 w 3346198"/>
              <a:gd name="connsiteY2" fmla="*/ 1766374 h 1766374"/>
              <a:gd name="connsiteX3" fmla="*/ 0 w 3346198"/>
              <a:gd name="connsiteY3" fmla="*/ 0 h 1766374"/>
              <a:gd name="connsiteX0" fmla="*/ 0 w 3346198"/>
              <a:gd name="connsiteY0" fmla="*/ 0 h 1780662"/>
              <a:gd name="connsiteX1" fmla="*/ 3346198 w 3346198"/>
              <a:gd name="connsiteY1" fmla="*/ 3282 h 1780662"/>
              <a:gd name="connsiteX2" fmla="*/ 3091490 w 3346198"/>
              <a:gd name="connsiteY2" fmla="*/ 1780662 h 1780662"/>
              <a:gd name="connsiteX3" fmla="*/ 0 w 3346198"/>
              <a:gd name="connsiteY3" fmla="*/ 0 h 1780662"/>
              <a:gd name="connsiteX0" fmla="*/ 0 w 3346198"/>
              <a:gd name="connsiteY0" fmla="*/ 0 h 1804474"/>
              <a:gd name="connsiteX1" fmla="*/ 3346198 w 3346198"/>
              <a:gd name="connsiteY1" fmla="*/ 3282 h 1804474"/>
              <a:gd name="connsiteX2" fmla="*/ 3115303 w 3346198"/>
              <a:gd name="connsiteY2" fmla="*/ 1804474 h 1804474"/>
              <a:gd name="connsiteX3" fmla="*/ 0 w 3346198"/>
              <a:gd name="connsiteY3" fmla="*/ 0 h 1804474"/>
              <a:gd name="connsiteX0" fmla="*/ 0 w 3346198"/>
              <a:gd name="connsiteY0" fmla="*/ 10366 h 1801192"/>
              <a:gd name="connsiteX1" fmla="*/ 3346198 w 3346198"/>
              <a:gd name="connsiteY1" fmla="*/ 0 h 1801192"/>
              <a:gd name="connsiteX2" fmla="*/ 3115303 w 3346198"/>
              <a:gd name="connsiteY2" fmla="*/ 1801192 h 1801192"/>
              <a:gd name="connsiteX3" fmla="*/ 0 w 3346198"/>
              <a:gd name="connsiteY3" fmla="*/ 10366 h 1801192"/>
              <a:gd name="connsiteX0" fmla="*/ 0 w 3366670"/>
              <a:gd name="connsiteY0" fmla="*/ 0 h 1818122"/>
              <a:gd name="connsiteX1" fmla="*/ 3366670 w 3366670"/>
              <a:gd name="connsiteY1" fmla="*/ 16930 h 1818122"/>
              <a:gd name="connsiteX2" fmla="*/ 3135775 w 3366670"/>
              <a:gd name="connsiteY2" fmla="*/ 1818122 h 1818122"/>
              <a:gd name="connsiteX3" fmla="*/ 0 w 3366670"/>
              <a:gd name="connsiteY3" fmla="*/ 0 h 1818122"/>
              <a:gd name="connsiteX0" fmla="*/ 0 w 3363258"/>
              <a:gd name="connsiteY0" fmla="*/ 0 h 1811298"/>
              <a:gd name="connsiteX1" fmla="*/ 3363258 w 3363258"/>
              <a:gd name="connsiteY1" fmla="*/ 10106 h 1811298"/>
              <a:gd name="connsiteX2" fmla="*/ 3132363 w 3363258"/>
              <a:gd name="connsiteY2" fmla="*/ 1811298 h 1811298"/>
              <a:gd name="connsiteX3" fmla="*/ 0 w 3363258"/>
              <a:gd name="connsiteY3" fmla="*/ 0 h 1811298"/>
              <a:gd name="connsiteX0" fmla="*/ 0 w 3363258"/>
              <a:gd name="connsiteY0" fmla="*/ 0 h 1807886"/>
              <a:gd name="connsiteX1" fmla="*/ 3363258 w 3363258"/>
              <a:gd name="connsiteY1" fmla="*/ 6694 h 1807886"/>
              <a:gd name="connsiteX2" fmla="*/ 3132363 w 3363258"/>
              <a:gd name="connsiteY2" fmla="*/ 1807886 h 1807886"/>
              <a:gd name="connsiteX3" fmla="*/ 0 w 3363258"/>
              <a:gd name="connsiteY3" fmla="*/ 0 h 1807886"/>
              <a:gd name="connsiteX0" fmla="*/ 0 w 3363258"/>
              <a:gd name="connsiteY0" fmla="*/ 3542 h 1801192"/>
              <a:gd name="connsiteX1" fmla="*/ 3363258 w 3363258"/>
              <a:gd name="connsiteY1" fmla="*/ 0 h 1801192"/>
              <a:gd name="connsiteX2" fmla="*/ 3132363 w 3363258"/>
              <a:gd name="connsiteY2" fmla="*/ 1801192 h 1801192"/>
              <a:gd name="connsiteX3" fmla="*/ 0 w 3363258"/>
              <a:gd name="connsiteY3" fmla="*/ 3542 h 1801192"/>
              <a:gd name="connsiteX0" fmla="*/ 0 w 3366670"/>
              <a:gd name="connsiteY0" fmla="*/ 0 h 1804474"/>
              <a:gd name="connsiteX1" fmla="*/ 3366670 w 3366670"/>
              <a:gd name="connsiteY1" fmla="*/ 3282 h 1804474"/>
              <a:gd name="connsiteX2" fmla="*/ 3135775 w 3366670"/>
              <a:gd name="connsiteY2" fmla="*/ 1804474 h 1804474"/>
              <a:gd name="connsiteX3" fmla="*/ 0 w 3366670"/>
              <a:gd name="connsiteY3" fmla="*/ 0 h 1804474"/>
            </a:gdLst>
            <a:ahLst/>
            <a:cxnLst>
              <a:cxn ang="0">
                <a:pos x="connsiteX0" y="connsiteY0"/>
              </a:cxn>
              <a:cxn ang="0">
                <a:pos x="connsiteX1" y="connsiteY1"/>
              </a:cxn>
              <a:cxn ang="0">
                <a:pos x="connsiteX2" y="connsiteY2"/>
              </a:cxn>
              <a:cxn ang="0">
                <a:pos x="connsiteX3" y="connsiteY3"/>
              </a:cxn>
            </a:cxnLst>
            <a:rect l="l" t="t" r="r" b="b"/>
            <a:pathLst>
              <a:path w="3366670" h="1804474">
                <a:moveTo>
                  <a:pt x="0" y="0"/>
                </a:moveTo>
                <a:lnTo>
                  <a:pt x="3366670" y="3282"/>
                </a:lnTo>
                <a:lnTo>
                  <a:pt x="3135775" y="1804474"/>
                </a:lnTo>
                <a:lnTo>
                  <a:pt x="0" y="0"/>
                </a:lnTo>
                <a:close/>
              </a:path>
            </a:pathLst>
          </a:custGeom>
          <a:gradFill>
            <a:gsLst>
              <a:gs pos="100000">
                <a:schemeClr val="accent2"/>
              </a:gs>
              <a:gs pos="44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1" name="Freeform 10"/>
          <p:cNvSpPr/>
          <p:nvPr/>
        </p:nvSpPr>
        <p:spPr>
          <a:xfrm>
            <a:off x="3111696" y="1778988"/>
            <a:ext cx="3269644" cy="3085357"/>
          </a:xfrm>
          <a:custGeom>
            <a:avLst/>
            <a:gdLst>
              <a:gd name="connsiteX0" fmla="*/ 0 w 3237186"/>
              <a:gd name="connsiteY0" fmla="*/ 0 h 3095296"/>
              <a:gd name="connsiteX1" fmla="*/ 441434 w 3237186"/>
              <a:gd name="connsiteY1" fmla="*/ 3095296 h 3095296"/>
              <a:gd name="connsiteX2" fmla="*/ 3237186 w 3237186"/>
              <a:gd name="connsiteY2" fmla="*/ 1255986 h 3095296"/>
              <a:gd name="connsiteX3" fmla="*/ 0 w 3237186"/>
              <a:gd name="connsiteY3" fmla="*/ 0 h 3095296"/>
              <a:gd name="connsiteX0" fmla="*/ 0 w 3237186"/>
              <a:gd name="connsiteY0" fmla="*/ 0 h 3109584"/>
              <a:gd name="connsiteX1" fmla="*/ 441434 w 3237186"/>
              <a:gd name="connsiteY1" fmla="*/ 3109584 h 3109584"/>
              <a:gd name="connsiteX2" fmla="*/ 3237186 w 3237186"/>
              <a:gd name="connsiteY2" fmla="*/ 1270274 h 3109584"/>
              <a:gd name="connsiteX3" fmla="*/ 0 w 3237186"/>
              <a:gd name="connsiteY3" fmla="*/ 0 h 3109584"/>
              <a:gd name="connsiteX0" fmla="*/ 0 w 3237186"/>
              <a:gd name="connsiteY0" fmla="*/ 0 h 3085764"/>
              <a:gd name="connsiteX1" fmla="*/ 441434 w 3237186"/>
              <a:gd name="connsiteY1" fmla="*/ 3085764 h 3085764"/>
              <a:gd name="connsiteX2" fmla="*/ 3237186 w 3237186"/>
              <a:gd name="connsiteY2" fmla="*/ 1246454 h 3085764"/>
              <a:gd name="connsiteX3" fmla="*/ 0 w 3237186"/>
              <a:gd name="connsiteY3" fmla="*/ 0 h 3085764"/>
              <a:gd name="connsiteX0" fmla="*/ 0 w 3255520"/>
              <a:gd name="connsiteY0" fmla="*/ 0 h 3085764"/>
              <a:gd name="connsiteX1" fmla="*/ 441434 w 3255520"/>
              <a:gd name="connsiteY1" fmla="*/ 3085764 h 3085764"/>
              <a:gd name="connsiteX2" fmla="*/ 3255520 w 3255520"/>
              <a:gd name="connsiteY2" fmla="*/ 1239108 h 3085764"/>
              <a:gd name="connsiteX3" fmla="*/ 0 w 3255520"/>
              <a:gd name="connsiteY3" fmla="*/ 0 h 3085764"/>
              <a:gd name="connsiteX0" fmla="*/ 0 w 3255520"/>
              <a:gd name="connsiteY0" fmla="*/ 0 h 3088940"/>
              <a:gd name="connsiteX1" fmla="*/ 460457 w 3255520"/>
              <a:gd name="connsiteY1" fmla="*/ 3088940 h 3088940"/>
              <a:gd name="connsiteX2" fmla="*/ 3255520 w 3255520"/>
              <a:gd name="connsiteY2" fmla="*/ 1239108 h 3088940"/>
              <a:gd name="connsiteX3" fmla="*/ 0 w 3255520"/>
              <a:gd name="connsiteY3" fmla="*/ 0 h 3088940"/>
              <a:gd name="connsiteX0" fmla="*/ 0 w 3262334"/>
              <a:gd name="connsiteY0" fmla="*/ 0 h 3088940"/>
              <a:gd name="connsiteX1" fmla="*/ 460457 w 3262334"/>
              <a:gd name="connsiteY1" fmla="*/ 3088940 h 3088940"/>
              <a:gd name="connsiteX2" fmla="*/ 3262334 w 3262334"/>
              <a:gd name="connsiteY2" fmla="*/ 1239108 h 3088940"/>
              <a:gd name="connsiteX3" fmla="*/ 0 w 3262334"/>
              <a:gd name="connsiteY3" fmla="*/ 0 h 3088940"/>
              <a:gd name="connsiteX0" fmla="*/ 0 w 3264905"/>
              <a:gd name="connsiteY0" fmla="*/ 0 h 3086363"/>
              <a:gd name="connsiteX1" fmla="*/ 463028 w 3264905"/>
              <a:gd name="connsiteY1" fmla="*/ 3086363 h 3086363"/>
              <a:gd name="connsiteX2" fmla="*/ 3264905 w 3264905"/>
              <a:gd name="connsiteY2" fmla="*/ 1236531 h 3086363"/>
              <a:gd name="connsiteX3" fmla="*/ 0 w 3264905"/>
              <a:gd name="connsiteY3" fmla="*/ 0 h 3086363"/>
            </a:gdLst>
            <a:ahLst/>
            <a:cxnLst>
              <a:cxn ang="0">
                <a:pos x="connsiteX0" y="connsiteY0"/>
              </a:cxn>
              <a:cxn ang="0">
                <a:pos x="connsiteX1" y="connsiteY1"/>
              </a:cxn>
              <a:cxn ang="0">
                <a:pos x="connsiteX2" y="connsiteY2"/>
              </a:cxn>
              <a:cxn ang="0">
                <a:pos x="connsiteX3" y="connsiteY3"/>
              </a:cxn>
            </a:cxnLst>
            <a:rect l="l" t="t" r="r" b="b"/>
            <a:pathLst>
              <a:path w="3264905" h="3086363">
                <a:moveTo>
                  <a:pt x="0" y="0"/>
                </a:moveTo>
                <a:lnTo>
                  <a:pt x="463028" y="3086363"/>
                </a:lnTo>
                <a:lnTo>
                  <a:pt x="3264905" y="1236531"/>
                </a:lnTo>
                <a:lnTo>
                  <a:pt x="0" y="0"/>
                </a:lnTo>
                <a:close/>
              </a:path>
            </a:pathLst>
          </a:custGeom>
          <a:gradFill>
            <a:gsLst>
              <a:gs pos="15000">
                <a:schemeClr val="accent2"/>
              </a:gs>
              <a:gs pos="100000">
                <a:schemeClr val="accent1"/>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2" name="Freeform 11"/>
          <p:cNvSpPr/>
          <p:nvPr/>
        </p:nvSpPr>
        <p:spPr>
          <a:xfrm>
            <a:off x="7713406" y="2411362"/>
            <a:ext cx="1983659" cy="4457360"/>
          </a:xfrm>
          <a:custGeom>
            <a:avLst/>
            <a:gdLst>
              <a:gd name="connsiteX0" fmla="*/ 1983659 w 1983659"/>
              <a:gd name="connsiteY0" fmla="*/ 0 h 4431891"/>
              <a:gd name="connsiteX1" fmla="*/ 1032388 w 1983659"/>
              <a:gd name="connsiteY1" fmla="*/ 4431891 h 4431891"/>
              <a:gd name="connsiteX2" fmla="*/ 0 w 1983659"/>
              <a:gd name="connsiteY2" fmla="*/ 2286000 h 4431891"/>
              <a:gd name="connsiteX3" fmla="*/ 1983659 w 1983659"/>
              <a:gd name="connsiteY3" fmla="*/ 0 h 4431891"/>
              <a:gd name="connsiteX0" fmla="*/ 1983659 w 1983659"/>
              <a:gd name="connsiteY0" fmla="*/ 0 h 4439842"/>
              <a:gd name="connsiteX1" fmla="*/ 1000583 w 1983659"/>
              <a:gd name="connsiteY1" fmla="*/ 4439842 h 4439842"/>
              <a:gd name="connsiteX2" fmla="*/ 0 w 1983659"/>
              <a:gd name="connsiteY2" fmla="*/ 2286000 h 4439842"/>
              <a:gd name="connsiteX3" fmla="*/ 1983659 w 1983659"/>
              <a:gd name="connsiteY3" fmla="*/ 0 h 4439842"/>
              <a:gd name="connsiteX0" fmla="*/ 1983659 w 1983659"/>
              <a:gd name="connsiteY0" fmla="*/ 0 h 4447794"/>
              <a:gd name="connsiteX1" fmla="*/ 1000583 w 1983659"/>
              <a:gd name="connsiteY1" fmla="*/ 4447794 h 4447794"/>
              <a:gd name="connsiteX2" fmla="*/ 0 w 1983659"/>
              <a:gd name="connsiteY2" fmla="*/ 2286000 h 4447794"/>
              <a:gd name="connsiteX3" fmla="*/ 1983659 w 1983659"/>
              <a:gd name="connsiteY3" fmla="*/ 0 h 4447794"/>
              <a:gd name="connsiteX0" fmla="*/ 1983659 w 1983659"/>
              <a:gd name="connsiteY0" fmla="*/ 0 h 4471648"/>
              <a:gd name="connsiteX1" fmla="*/ 1000583 w 1983659"/>
              <a:gd name="connsiteY1" fmla="*/ 4471648 h 4471648"/>
              <a:gd name="connsiteX2" fmla="*/ 0 w 1983659"/>
              <a:gd name="connsiteY2" fmla="*/ 2286000 h 4471648"/>
              <a:gd name="connsiteX3" fmla="*/ 1983659 w 1983659"/>
              <a:gd name="connsiteY3" fmla="*/ 0 h 4471648"/>
              <a:gd name="connsiteX0" fmla="*/ 1983659 w 1983659"/>
              <a:gd name="connsiteY0" fmla="*/ 0 h 4457360"/>
              <a:gd name="connsiteX1" fmla="*/ 995820 w 1983659"/>
              <a:gd name="connsiteY1" fmla="*/ 4457360 h 4457360"/>
              <a:gd name="connsiteX2" fmla="*/ 0 w 1983659"/>
              <a:gd name="connsiteY2" fmla="*/ 2286000 h 4457360"/>
              <a:gd name="connsiteX3" fmla="*/ 1983659 w 1983659"/>
              <a:gd name="connsiteY3" fmla="*/ 0 h 4457360"/>
              <a:gd name="connsiteX0" fmla="*/ 1983659 w 1983659"/>
              <a:gd name="connsiteY0" fmla="*/ 0 h 4457360"/>
              <a:gd name="connsiteX1" fmla="*/ 991058 w 1983659"/>
              <a:gd name="connsiteY1" fmla="*/ 4457360 h 4457360"/>
              <a:gd name="connsiteX2" fmla="*/ 0 w 1983659"/>
              <a:gd name="connsiteY2" fmla="*/ 2286000 h 4457360"/>
              <a:gd name="connsiteX3" fmla="*/ 1983659 w 1983659"/>
              <a:gd name="connsiteY3" fmla="*/ 0 h 4457360"/>
            </a:gdLst>
            <a:ahLst/>
            <a:cxnLst>
              <a:cxn ang="0">
                <a:pos x="connsiteX0" y="connsiteY0"/>
              </a:cxn>
              <a:cxn ang="0">
                <a:pos x="connsiteX1" y="connsiteY1"/>
              </a:cxn>
              <a:cxn ang="0">
                <a:pos x="connsiteX2" y="connsiteY2"/>
              </a:cxn>
              <a:cxn ang="0">
                <a:pos x="connsiteX3" y="connsiteY3"/>
              </a:cxn>
            </a:cxnLst>
            <a:rect l="l" t="t" r="r" b="b"/>
            <a:pathLst>
              <a:path w="1983659" h="4457360">
                <a:moveTo>
                  <a:pt x="1983659" y="0"/>
                </a:moveTo>
                <a:lnTo>
                  <a:pt x="991058" y="4457360"/>
                </a:lnTo>
                <a:lnTo>
                  <a:pt x="0" y="2286000"/>
                </a:lnTo>
                <a:lnTo>
                  <a:pt x="1983659" y="0"/>
                </a:lnTo>
                <a:close/>
              </a:path>
            </a:pathLst>
          </a:custGeom>
          <a:gradFill>
            <a:gsLst>
              <a:gs pos="0">
                <a:schemeClr val="accent1"/>
              </a:gs>
              <a:gs pos="73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3" name="Freeform 12"/>
          <p:cNvSpPr/>
          <p:nvPr/>
        </p:nvSpPr>
        <p:spPr>
          <a:xfrm>
            <a:off x="6341757" y="1209676"/>
            <a:ext cx="3359456" cy="1822946"/>
          </a:xfrm>
          <a:custGeom>
            <a:avLst/>
            <a:gdLst>
              <a:gd name="connsiteX0" fmla="*/ 1271587 w 3305175"/>
              <a:gd name="connsiteY0" fmla="*/ 0 h 1809750"/>
              <a:gd name="connsiteX1" fmla="*/ 3305175 w 3305175"/>
              <a:gd name="connsiteY1" fmla="*/ 1233487 h 1809750"/>
              <a:gd name="connsiteX2" fmla="*/ 0 w 3305175"/>
              <a:gd name="connsiteY2" fmla="*/ 1809750 h 1809750"/>
              <a:gd name="connsiteX3" fmla="*/ 1271587 w 3305175"/>
              <a:gd name="connsiteY3" fmla="*/ 0 h 1809750"/>
              <a:gd name="connsiteX0" fmla="*/ 1281112 w 3314700"/>
              <a:gd name="connsiteY0" fmla="*/ 0 h 1828800"/>
              <a:gd name="connsiteX1" fmla="*/ 3314700 w 3314700"/>
              <a:gd name="connsiteY1" fmla="*/ 1233487 h 1828800"/>
              <a:gd name="connsiteX2" fmla="*/ 0 w 3314700"/>
              <a:gd name="connsiteY2" fmla="*/ 1828800 h 1828800"/>
              <a:gd name="connsiteX3" fmla="*/ 1281112 w 3314700"/>
              <a:gd name="connsiteY3" fmla="*/ 0 h 1828800"/>
              <a:gd name="connsiteX0" fmla="*/ 1300162 w 3333750"/>
              <a:gd name="connsiteY0" fmla="*/ 0 h 1824037"/>
              <a:gd name="connsiteX1" fmla="*/ 3333750 w 3333750"/>
              <a:gd name="connsiteY1" fmla="*/ 1233487 h 1824037"/>
              <a:gd name="connsiteX2" fmla="*/ 0 w 3333750"/>
              <a:gd name="connsiteY2" fmla="*/ 1824037 h 1824037"/>
              <a:gd name="connsiteX3" fmla="*/ 1300162 w 3333750"/>
              <a:gd name="connsiteY3" fmla="*/ 0 h 1824037"/>
              <a:gd name="connsiteX0" fmla="*/ 1314449 w 3333750"/>
              <a:gd name="connsiteY0" fmla="*/ 0 h 1381124"/>
              <a:gd name="connsiteX1" fmla="*/ 3333750 w 3333750"/>
              <a:gd name="connsiteY1" fmla="*/ 790574 h 1381124"/>
              <a:gd name="connsiteX2" fmla="*/ 0 w 3333750"/>
              <a:gd name="connsiteY2" fmla="*/ 1381124 h 1381124"/>
              <a:gd name="connsiteX3" fmla="*/ 1314449 w 3333750"/>
              <a:gd name="connsiteY3" fmla="*/ 0 h 1381124"/>
              <a:gd name="connsiteX0" fmla="*/ 1300162 w 3333750"/>
              <a:gd name="connsiteY0" fmla="*/ 0 h 1819274"/>
              <a:gd name="connsiteX1" fmla="*/ 3333750 w 3333750"/>
              <a:gd name="connsiteY1" fmla="*/ 1228724 h 1819274"/>
              <a:gd name="connsiteX2" fmla="*/ 0 w 3333750"/>
              <a:gd name="connsiteY2" fmla="*/ 1819274 h 1819274"/>
              <a:gd name="connsiteX3" fmla="*/ 1300162 w 3333750"/>
              <a:gd name="connsiteY3" fmla="*/ 0 h 1819274"/>
              <a:gd name="connsiteX0" fmla="*/ 1300162 w 3333750"/>
              <a:gd name="connsiteY0" fmla="*/ 0 h 1819274"/>
              <a:gd name="connsiteX1" fmla="*/ 3333750 w 3333750"/>
              <a:gd name="connsiteY1" fmla="*/ 1228724 h 1819274"/>
              <a:gd name="connsiteX2" fmla="*/ 0 w 3333750"/>
              <a:gd name="connsiteY2" fmla="*/ 1819274 h 1819274"/>
              <a:gd name="connsiteX3" fmla="*/ 1300162 w 3333750"/>
              <a:gd name="connsiteY3" fmla="*/ 0 h 1819274"/>
              <a:gd name="connsiteX0" fmla="*/ 1325868 w 3359456"/>
              <a:gd name="connsiteY0" fmla="*/ 0 h 1822946"/>
              <a:gd name="connsiteX1" fmla="*/ 3359456 w 3359456"/>
              <a:gd name="connsiteY1" fmla="*/ 1228724 h 1822946"/>
              <a:gd name="connsiteX2" fmla="*/ 0 w 3359456"/>
              <a:gd name="connsiteY2" fmla="*/ 1822946 h 1822946"/>
              <a:gd name="connsiteX3" fmla="*/ 1325868 w 3359456"/>
              <a:gd name="connsiteY3" fmla="*/ 0 h 1822946"/>
              <a:gd name="connsiteX0" fmla="*/ 1325868 w 3359456"/>
              <a:gd name="connsiteY0" fmla="*/ 0 h 1822946"/>
              <a:gd name="connsiteX1" fmla="*/ 3359456 w 3359456"/>
              <a:gd name="connsiteY1" fmla="*/ 1228724 h 1822946"/>
              <a:gd name="connsiteX2" fmla="*/ 0 w 3359456"/>
              <a:gd name="connsiteY2" fmla="*/ 1822946 h 1822946"/>
              <a:gd name="connsiteX3" fmla="*/ 1325868 w 3359456"/>
              <a:gd name="connsiteY3" fmla="*/ 0 h 1822946"/>
            </a:gdLst>
            <a:ahLst/>
            <a:cxnLst>
              <a:cxn ang="0">
                <a:pos x="connsiteX0" y="connsiteY0"/>
              </a:cxn>
              <a:cxn ang="0">
                <a:pos x="connsiteX1" y="connsiteY1"/>
              </a:cxn>
              <a:cxn ang="0">
                <a:pos x="connsiteX2" y="connsiteY2"/>
              </a:cxn>
              <a:cxn ang="0">
                <a:pos x="connsiteX3" y="connsiteY3"/>
              </a:cxn>
            </a:cxnLst>
            <a:rect l="l" t="t" r="r" b="b"/>
            <a:pathLst>
              <a:path w="3359456" h="1822946">
                <a:moveTo>
                  <a:pt x="1325868" y="0"/>
                </a:moveTo>
                <a:lnTo>
                  <a:pt x="3359456" y="1228724"/>
                </a:lnTo>
                <a:lnTo>
                  <a:pt x="0" y="1822946"/>
                </a:lnTo>
                <a:lnTo>
                  <a:pt x="1325868" y="0"/>
                </a:lnTo>
                <a:close/>
              </a:path>
            </a:pathLst>
          </a:custGeom>
          <a:gradFill>
            <a:gsLst>
              <a:gs pos="0">
                <a:schemeClr val="accent1"/>
              </a:gs>
              <a:gs pos="96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4" name="Freeform 13"/>
          <p:cNvSpPr/>
          <p:nvPr/>
        </p:nvSpPr>
        <p:spPr>
          <a:xfrm>
            <a:off x="-227" y="-2"/>
            <a:ext cx="1040749" cy="6862615"/>
          </a:xfrm>
          <a:custGeom>
            <a:avLst/>
            <a:gdLst>
              <a:gd name="connsiteX0" fmla="*/ 0 w 1076445"/>
              <a:gd name="connsiteY0" fmla="*/ 0 h 6817489"/>
              <a:gd name="connsiteX1" fmla="*/ 1076445 w 1076445"/>
              <a:gd name="connsiteY1" fmla="*/ 1805651 h 6817489"/>
              <a:gd name="connsiteX2" fmla="*/ 11574 w 1076445"/>
              <a:gd name="connsiteY2" fmla="*/ 6817489 h 6817489"/>
              <a:gd name="connsiteX3" fmla="*/ 0 w 1076445"/>
              <a:gd name="connsiteY3" fmla="*/ 0 h 6817489"/>
              <a:gd name="connsiteX0" fmla="*/ 0 w 873245"/>
              <a:gd name="connsiteY0" fmla="*/ 0 h 6817489"/>
              <a:gd name="connsiteX1" fmla="*/ 873245 w 873245"/>
              <a:gd name="connsiteY1" fmla="*/ 1764376 h 6817489"/>
              <a:gd name="connsiteX2" fmla="*/ 11574 w 873245"/>
              <a:gd name="connsiteY2" fmla="*/ 6817489 h 6817489"/>
              <a:gd name="connsiteX3" fmla="*/ 0 w 873245"/>
              <a:gd name="connsiteY3" fmla="*/ 0 h 6817489"/>
              <a:gd name="connsiteX0" fmla="*/ 0 w 1047870"/>
              <a:gd name="connsiteY0" fmla="*/ 0 h 6817489"/>
              <a:gd name="connsiteX1" fmla="*/ 1047870 w 1047870"/>
              <a:gd name="connsiteY1" fmla="*/ 1770726 h 6817489"/>
              <a:gd name="connsiteX2" fmla="*/ 11574 w 1047870"/>
              <a:gd name="connsiteY2" fmla="*/ 6817489 h 6817489"/>
              <a:gd name="connsiteX3" fmla="*/ 0 w 1047870"/>
              <a:gd name="connsiteY3" fmla="*/ 0 h 6817489"/>
              <a:gd name="connsiteX0" fmla="*/ 0 w 698013"/>
              <a:gd name="connsiteY0" fmla="*/ 0 h 6817489"/>
              <a:gd name="connsiteX1" fmla="*/ 698013 w 698013"/>
              <a:gd name="connsiteY1" fmla="*/ 2181752 h 6817489"/>
              <a:gd name="connsiteX2" fmla="*/ 11574 w 698013"/>
              <a:gd name="connsiteY2" fmla="*/ 6817489 h 6817489"/>
              <a:gd name="connsiteX3" fmla="*/ 0 w 698013"/>
              <a:gd name="connsiteY3" fmla="*/ 0 h 6817489"/>
              <a:gd name="connsiteX0" fmla="*/ 0 w 1039919"/>
              <a:gd name="connsiteY0" fmla="*/ 0 h 6817489"/>
              <a:gd name="connsiteX1" fmla="*/ 1039919 w 1039919"/>
              <a:gd name="connsiteY1" fmla="*/ 1762823 h 6817489"/>
              <a:gd name="connsiteX2" fmla="*/ 11574 w 1039919"/>
              <a:gd name="connsiteY2" fmla="*/ 6817489 h 6817489"/>
              <a:gd name="connsiteX3" fmla="*/ 0 w 1039919"/>
              <a:gd name="connsiteY3" fmla="*/ 0 h 6817489"/>
              <a:gd name="connsiteX0" fmla="*/ 0 w 823788"/>
              <a:gd name="connsiteY0" fmla="*/ 0 h 6817489"/>
              <a:gd name="connsiteX1" fmla="*/ 823788 w 823788"/>
              <a:gd name="connsiteY1" fmla="*/ 1820668 h 6817489"/>
              <a:gd name="connsiteX2" fmla="*/ 11574 w 823788"/>
              <a:gd name="connsiteY2" fmla="*/ 6817489 h 6817489"/>
              <a:gd name="connsiteX3" fmla="*/ 0 w 823788"/>
              <a:gd name="connsiteY3" fmla="*/ 0 h 6817489"/>
              <a:gd name="connsiteX0" fmla="*/ 0 w 1035762"/>
              <a:gd name="connsiteY0" fmla="*/ 0 h 6817489"/>
              <a:gd name="connsiteX1" fmla="*/ 1035762 w 1035762"/>
              <a:gd name="connsiteY1" fmla="*/ 1766955 h 6817489"/>
              <a:gd name="connsiteX2" fmla="*/ 11574 w 1035762"/>
              <a:gd name="connsiteY2" fmla="*/ 6817489 h 6817489"/>
              <a:gd name="connsiteX3" fmla="*/ 0 w 1035762"/>
              <a:gd name="connsiteY3" fmla="*/ 0 h 6817489"/>
              <a:gd name="connsiteX0" fmla="*/ 0 w 1040524"/>
              <a:gd name="connsiteY0" fmla="*/ 0 h 6817489"/>
              <a:gd name="connsiteX1" fmla="*/ 1040524 w 1040524"/>
              <a:gd name="connsiteY1" fmla="*/ 1762221 h 6817489"/>
              <a:gd name="connsiteX2" fmla="*/ 11574 w 1040524"/>
              <a:gd name="connsiteY2" fmla="*/ 6817489 h 6817489"/>
              <a:gd name="connsiteX3" fmla="*/ 0 w 1040524"/>
              <a:gd name="connsiteY3" fmla="*/ 0 h 6817489"/>
              <a:gd name="connsiteX0" fmla="*/ 225 w 1040749"/>
              <a:gd name="connsiteY0" fmla="*/ 0 h 6858541"/>
              <a:gd name="connsiteX1" fmla="*/ 1040749 w 1040749"/>
              <a:gd name="connsiteY1" fmla="*/ 1762221 h 6858541"/>
              <a:gd name="connsiteX2" fmla="*/ 0 w 1040749"/>
              <a:gd name="connsiteY2" fmla="*/ 6858541 h 6858541"/>
              <a:gd name="connsiteX3" fmla="*/ 225 w 1040749"/>
              <a:gd name="connsiteY3" fmla="*/ 0 h 6858541"/>
              <a:gd name="connsiteX0" fmla="*/ 225 w 1040749"/>
              <a:gd name="connsiteY0" fmla="*/ 0 h 6835083"/>
              <a:gd name="connsiteX1" fmla="*/ 1040749 w 1040749"/>
              <a:gd name="connsiteY1" fmla="*/ 1762221 h 6835083"/>
              <a:gd name="connsiteX2" fmla="*/ 0 w 1040749"/>
              <a:gd name="connsiteY2" fmla="*/ 6835083 h 6835083"/>
              <a:gd name="connsiteX3" fmla="*/ 225 w 1040749"/>
              <a:gd name="connsiteY3" fmla="*/ 0 h 6835083"/>
            </a:gdLst>
            <a:ahLst/>
            <a:cxnLst>
              <a:cxn ang="0">
                <a:pos x="connsiteX0" y="connsiteY0"/>
              </a:cxn>
              <a:cxn ang="0">
                <a:pos x="connsiteX1" y="connsiteY1"/>
              </a:cxn>
              <a:cxn ang="0">
                <a:pos x="connsiteX2" y="connsiteY2"/>
              </a:cxn>
              <a:cxn ang="0">
                <a:pos x="connsiteX3" y="connsiteY3"/>
              </a:cxn>
            </a:cxnLst>
            <a:rect l="l" t="t" r="r" b="b"/>
            <a:pathLst>
              <a:path w="1040749" h="6835083">
                <a:moveTo>
                  <a:pt x="225" y="0"/>
                </a:moveTo>
                <a:lnTo>
                  <a:pt x="1040749" y="1762221"/>
                </a:lnTo>
                <a:lnTo>
                  <a:pt x="0" y="6835083"/>
                </a:lnTo>
                <a:lnTo>
                  <a:pt x="225" y="0"/>
                </a:lnTo>
                <a:close/>
              </a:path>
            </a:pathLst>
          </a:custGeom>
          <a:gradFill>
            <a:gsLst>
              <a:gs pos="19000">
                <a:schemeClr val="accent2"/>
              </a:gs>
              <a:gs pos="94000">
                <a:schemeClr val="accent1"/>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5" name="Freeform 14"/>
          <p:cNvSpPr/>
          <p:nvPr/>
        </p:nvSpPr>
        <p:spPr>
          <a:xfrm>
            <a:off x="3119436" y="-1"/>
            <a:ext cx="3260163" cy="3022037"/>
          </a:xfrm>
          <a:custGeom>
            <a:avLst/>
            <a:gdLst>
              <a:gd name="connsiteX0" fmla="*/ 185737 w 3228975"/>
              <a:gd name="connsiteY0" fmla="*/ 0 h 3024188"/>
              <a:gd name="connsiteX1" fmla="*/ 0 w 3228975"/>
              <a:gd name="connsiteY1" fmla="*/ 1771650 h 3024188"/>
              <a:gd name="connsiteX2" fmla="*/ 3228975 w 3228975"/>
              <a:gd name="connsiteY2" fmla="*/ 3024188 h 3024188"/>
              <a:gd name="connsiteX3" fmla="*/ 185737 w 3228975"/>
              <a:gd name="connsiteY3" fmla="*/ 0 h 3024188"/>
              <a:gd name="connsiteX0" fmla="*/ 185737 w 3228975"/>
              <a:gd name="connsiteY0" fmla="*/ 0 h 3024188"/>
              <a:gd name="connsiteX1" fmla="*/ 0 w 3228975"/>
              <a:gd name="connsiteY1" fmla="*/ 1771650 h 3024188"/>
              <a:gd name="connsiteX2" fmla="*/ 3228975 w 3228975"/>
              <a:gd name="connsiteY2" fmla="*/ 3024188 h 3024188"/>
              <a:gd name="connsiteX3" fmla="*/ 1976437 w 3228975"/>
              <a:gd name="connsiteY3" fmla="*/ 1776413 h 3024188"/>
              <a:gd name="connsiteX4" fmla="*/ 185737 w 3228975"/>
              <a:gd name="connsiteY4" fmla="*/ 0 h 3024188"/>
              <a:gd name="connsiteX0" fmla="*/ 185737 w 3228975"/>
              <a:gd name="connsiteY0" fmla="*/ 0 h 3024188"/>
              <a:gd name="connsiteX1" fmla="*/ 0 w 3228975"/>
              <a:gd name="connsiteY1" fmla="*/ 1771650 h 3024188"/>
              <a:gd name="connsiteX2" fmla="*/ 3228975 w 3228975"/>
              <a:gd name="connsiteY2" fmla="*/ 3024188 h 3024188"/>
              <a:gd name="connsiteX3" fmla="*/ 2733674 w 3228975"/>
              <a:gd name="connsiteY3" fmla="*/ 1281113 h 3024188"/>
              <a:gd name="connsiteX4" fmla="*/ 185737 w 3228975"/>
              <a:gd name="connsiteY4" fmla="*/ 0 h 3024188"/>
              <a:gd name="connsiteX0" fmla="*/ 185737 w 3181350"/>
              <a:gd name="connsiteY0" fmla="*/ 0 h 2481263"/>
              <a:gd name="connsiteX1" fmla="*/ 0 w 3181350"/>
              <a:gd name="connsiteY1" fmla="*/ 1771650 h 2481263"/>
              <a:gd name="connsiteX2" fmla="*/ 3181350 w 3181350"/>
              <a:gd name="connsiteY2" fmla="*/ 2481263 h 2481263"/>
              <a:gd name="connsiteX3" fmla="*/ 2733674 w 3181350"/>
              <a:gd name="connsiteY3" fmla="*/ 1281113 h 2481263"/>
              <a:gd name="connsiteX4" fmla="*/ 185737 w 3181350"/>
              <a:gd name="connsiteY4" fmla="*/ 0 h 2481263"/>
              <a:gd name="connsiteX0" fmla="*/ 185737 w 3214688"/>
              <a:gd name="connsiteY0" fmla="*/ 0 h 3014663"/>
              <a:gd name="connsiteX1" fmla="*/ 0 w 3214688"/>
              <a:gd name="connsiteY1" fmla="*/ 1771650 h 3014663"/>
              <a:gd name="connsiteX2" fmla="*/ 3214688 w 3214688"/>
              <a:gd name="connsiteY2" fmla="*/ 3014663 h 3014663"/>
              <a:gd name="connsiteX3" fmla="*/ 2733674 w 3214688"/>
              <a:gd name="connsiteY3" fmla="*/ 1281113 h 3014663"/>
              <a:gd name="connsiteX4" fmla="*/ 185737 w 3214688"/>
              <a:gd name="connsiteY4" fmla="*/ 0 h 3014663"/>
              <a:gd name="connsiteX0" fmla="*/ 185737 w 3214688"/>
              <a:gd name="connsiteY0" fmla="*/ 0 h 3014663"/>
              <a:gd name="connsiteX1" fmla="*/ 0 w 3214688"/>
              <a:gd name="connsiteY1" fmla="*/ 1771650 h 3014663"/>
              <a:gd name="connsiteX2" fmla="*/ 3214688 w 3214688"/>
              <a:gd name="connsiteY2" fmla="*/ 3014663 h 3014663"/>
              <a:gd name="connsiteX3" fmla="*/ 2733674 w 3214688"/>
              <a:gd name="connsiteY3" fmla="*/ 1285876 h 3014663"/>
              <a:gd name="connsiteX4" fmla="*/ 185737 w 3214688"/>
              <a:gd name="connsiteY4" fmla="*/ 0 h 3014663"/>
              <a:gd name="connsiteX0" fmla="*/ 185737 w 3214688"/>
              <a:gd name="connsiteY0" fmla="*/ 0 h 3014663"/>
              <a:gd name="connsiteX1" fmla="*/ 0 w 3214688"/>
              <a:gd name="connsiteY1" fmla="*/ 1771650 h 3014663"/>
              <a:gd name="connsiteX2" fmla="*/ 3214688 w 3214688"/>
              <a:gd name="connsiteY2" fmla="*/ 3014663 h 3014663"/>
              <a:gd name="connsiteX3" fmla="*/ 185737 w 3214688"/>
              <a:gd name="connsiteY3" fmla="*/ 0 h 3014663"/>
              <a:gd name="connsiteX0" fmla="*/ 190500 w 3219451"/>
              <a:gd name="connsiteY0" fmla="*/ 0 h 3014663"/>
              <a:gd name="connsiteX1" fmla="*/ 0 w 3219451"/>
              <a:gd name="connsiteY1" fmla="*/ 1781175 h 3014663"/>
              <a:gd name="connsiteX2" fmla="*/ 3219451 w 3219451"/>
              <a:gd name="connsiteY2" fmla="*/ 3014663 h 3014663"/>
              <a:gd name="connsiteX3" fmla="*/ 190500 w 3219451"/>
              <a:gd name="connsiteY3" fmla="*/ 0 h 3014663"/>
              <a:gd name="connsiteX0" fmla="*/ 190500 w 3219451"/>
              <a:gd name="connsiteY0" fmla="*/ 0 h 3014663"/>
              <a:gd name="connsiteX1" fmla="*/ 0 w 3219451"/>
              <a:gd name="connsiteY1" fmla="*/ 1766887 h 3014663"/>
              <a:gd name="connsiteX2" fmla="*/ 3219451 w 3219451"/>
              <a:gd name="connsiteY2" fmla="*/ 3014663 h 3014663"/>
              <a:gd name="connsiteX3" fmla="*/ 190500 w 3219451"/>
              <a:gd name="connsiteY3" fmla="*/ 0 h 3014663"/>
              <a:gd name="connsiteX0" fmla="*/ 223838 w 3252789"/>
              <a:gd name="connsiteY0" fmla="*/ 0 h 3014663"/>
              <a:gd name="connsiteX1" fmla="*/ 0 w 3252789"/>
              <a:gd name="connsiteY1" fmla="*/ 1771650 h 3014663"/>
              <a:gd name="connsiteX2" fmla="*/ 3252789 w 3252789"/>
              <a:gd name="connsiteY2" fmla="*/ 3014663 h 3014663"/>
              <a:gd name="connsiteX3" fmla="*/ 223838 w 3252789"/>
              <a:gd name="connsiteY3" fmla="*/ 0 h 3014663"/>
              <a:gd name="connsiteX0" fmla="*/ 223838 w 3252789"/>
              <a:gd name="connsiteY0" fmla="*/ 0 h 3014663"/>
              <a:gd name="connsiteX1" fmla="*/ 0 w 3252789"/>
              <a:gd name="connsiteY1" fmla="*/ 1790700 h 3014663"/>
              <a:gd name="connsiteX2" fmla="*/ 3252789 w 3252789"/>
              <a:gd name="connsiteY2" fmla="*/ 3014663 h 3014663"/>
              <a:gd name="connsiteX3" fmla="*/ 223838 w 3252789"/>
              <a:gd name="connsiteY3" fmla="*/ 0 h 3014663"/>
              <a:gd name="connsiteX0" fmla="*/ 223838 w 3252789"/>
              <a:gd name="connsiteY0" fmla="*/ 0 h 3022037"/>
              <a:gd name="connsiteX1" fmla="*/ 0 w 3252789"/>
              <a:gd name="connsiteY1" fmla="*/ 1790700 h 3022037"/>
              <a:gd name="connsiteX2" fmla="*/ 3252789 w 3252789"/>
              <a:gd name="connsiteY2" fmla="*/ 3022037 h 3022037"/>
              <a:gd name="connsiteX3" fmla="*/ 223838 w 3252789"/>
              <a:gd name="connsiteY3" fmla="*/ 0 h 3022037"/>
              <a:gd name="connsiteX0" fmla="*/ 223838 w 3260163"/>
              <a:gd name="connsiteY0" fmla="*/ 0 h 3014663"/>
              <a:gd name="connsiteX1" fmla="*/ 0 w 3260163"/>
              <a:gd name="connsiteY1" fmla="*/ 1790700 h 3014663"/>
              <a:gd name="connsiteX2" fmla="*/ 3260163 w 3260163"/>
              <a:gd name="connsiteY2" fmla="*/ 3014663 h 3014663"/>
              <a:gd name="connsiteX3" fmla="*/ 223838 w 3260163"/>
              <a:gd name="connsiteY3" fmla="*/ 0 h 3014663"/>
              <a:gd name="connsiteX0" fmla="*/ 223838 w 3260163"/>
              <a:gd name="connsiteY0" fmla="*/ 0 h 3022037"/>
              <a:gd name="connsiteX1" fmla="*/ 0 w 3260163"/>
              <a:gd name="connsiteY1" fmla="*/ 1790700 h 3022037"/>
              <a:gd name="connsiteX2" fmla="*/ 3260163 w 3260163"/>
              <a:gd name="connsiteY2" fmla="*/ 3022037 h 3022037"/>
              <a:gd name="connsiteX3" fmla="*/ 223838 w 3260163"/>
              <a:gd name="connsiteY3" fmla="*/ 0 h 3022037"/>
            </a:gdLst>
            <a:ahLst/>
            <a:cxnLst>
              <a:cxn ang="0">
                <a:pos x="connsiteX0" y="connsiteY0"/>
              </a:cxn>
              <a:cxn ang="0">
                <a:pos x="connsiteX1" y="connsiteY1"/>
              </a:cxn>
              <a:cxn ang="0">
                <a:pos x="connsiteX2" y="connsiteY2"/>
              </a:cxn>
              <a:cxn ang="0">
                <a:pos x="connsiteX3" y="connsiteY3"/>
              </a:cxn>
            </a:cxnLst>
            <a:rect l="l" t="t" r="r" b="b"/>
            <a:pathLst>
              <a:path w="3260163" h="3022037">
                <a:moveTo>
                  <a:pt x="223838" y="0"/>
                </a:moveTo>
                <a:lnTo>
                  <a:pt x="0" y="1790700"/>
                </a:lnTo>
                <a:lnTo>
                  <a:pt x="3260163" y="3022037"/>
                </a:lnTo>
                <a:lnTo>
                  <a:pt x="223838" y="0"/>
                </a:lnTo>
                <a:close/>
              </a:path>
            </a:pathLst>
          </a:custGeom>
          <a:gradFill>
            <a:gsLst>
              <a:gs pos="58000">
                <a:schemeClr val="accent2"/>
              </a:gs>
              <a:gs pos="0">
                <a:schemeClr val="accent1"/>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6" name="Freeform 15"/>
          <p:cNvSpPr/>
          <p:nvPr/>
        </p:nvSpPr>
        <p:spPr>
          <a:xfrm>
            <a:off x="3343275" y="0"/>
            <a:ext cx="4337998" cy="3019426"/>
          </a:xfrm>
          <a:custGeom>
            <a:avLst/>
            <a:gdLst>
              <a:gd name="connsiteX0" fmla="*/ 0 w 4324350"/>
              <a:gd name="connsiteY0" fmla="*/ 0 h 3019426"/>
              <a:gd name="connsiteX1" fmla="*/ 4324350 w 4324350"/>
              <a:gd name="connsiteY1" fmla="*/ 1214438 h 3019426"/>
              <a:gd name="connsiteX2" fmla="*/ 3028950 w 4324350"/>
              <a:gd name="connsiteY2" fmla="*/ 3019426 h 3019426"/>
              <a:gd name="connsiteX3" fmla="*/ 0 w 4324350"/>
              <a:gd name="connsiteY3" fmla="*/ 0 h 3019426"/>
              <a:gd name="connsiteX0" fmla="*/ 0 w 4324350"/>
              <a:gd name="connsiteY0" fmla="*/ 0 h 3019426"/>
              <a:gd name="connsiteX1" fmla="*/ 4324350 w 4324350"/>
              <a:gd name="connsiteY1" fmla="*/ 1214438 h 3019426"/>
              <a:gd name="connsiteX2" fmla="*/ 3028950 w 4324350"/>
              <a:gd name="connsiteY2" fmla="*/ 3019426 h 3019426"/>
              <a:gd name="connsiteX3" fmla="*/ 0 w 4324350"/>
              <a:gd name="connsiteY3" fmla="*/ 0 h 3019426"/>
              <a:gd name="connsiteX0" fmla="*/ 0 w 4337998"/>
              <a:gd name="connsiteY0" fmla="*/ 0 h 3019426"/>
              <a:gd name="connsiteX1" fmla="*/ 4337998 w 4337998"/>
              <a:gd name="connsiteY1" fmla="*/ 1214438 h 3019426"/>
              <a:gd name="connsiteX2" fmla="*/ 3028950 w 4337998"/>
              <a:gd name="connsiteY2" fmla="*/ 3019426 h 3019426"/>
              <a:gd name="connsiteX3" fmla="*/ 0 w 4337998"/>
              <a:gd name="connsiteY3" fmla="*/ 0 h 3019426"/>
              <a:gd name="connsiteX0" fmla="*/ 0 w 4337998"/>
              <a:gd name="connsiteY0" fmla="*/ 0 h 3019426"/>
              <a:gd name="connsiteX1" fmla="*/ 4337998 w 4337998"/>
              <a:gd name="connsiteY1" fmla="*/ 1214438 h 3019426"/>
              <a:gd name="connsiteX2" fmla="*/ 3015303 w 4337998"/>
              <a:gd name="connsiteY2" fmla="*/ 3019426 h 3019426"/>
              <a:gd name="connsiteX3" fmla="*/ 0 w 4337998"/>
              <a:gd name="connsiteY3" fmla="*/ 0 h 3019426"/>
            </a:gdLst>
            <a:ahLst/>
            <a:cxnLst>
              <a:cxn ang="0">
                <a:pos x="connsiteX0" y="connsiteY0"/>
              </a:cxn>
              <a:cxn ang="0">
                <a:pos x="connsiteX1" y="connsiteY1"/>
              </a:cxn>
              <a:cxn ang="0">
                <a:pos x="connsiteX2" y="connsiteY2"/>
              </a:cxn>
              <a:cxn ang="0">
                <a:pos x="connsiteX3" y="connsiteY3"/>
              </a:cxn>
            </a:cxnLst>
            <a:rect l="l" t="t" r="r" b="b"/>
            <a:pathLst>
              <a:path w="4337998" h="3019426">
                <a:moveTo>
                  <a:pt x="0" y="0"/>
                </a:moveTo>
                <a:lnTo>
                  <a:pt x="4337998" y="1214438"/>
                </a:lnTo>
                <a:lnTo>
                  <a:pt x="3015303" y="3019426"/>
                </a:lnTo>
                <a:lnTo>
                  <a:pt x="0" y="0"/>
                </a:lnTo>
                <a:close/>
              </a:path>
            </a:pathLst>
          </a:custGeom>
          <a:gradFill>
            <a:gsLst>
              <a:gs pos="10000">
                <a:schemeClr val="accent2"/>
              </a:gs>
              <a:gs pos="100000">
                <a:schemeClr val="accent1"/>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r>
              <a:rPr lang="en-US" sz="2000"/>
              <a:t>s</a:t>
            </a:r>
            <a:endParaRPr lang="en-US" sz="2000" dirty="0"/>
          </a:p>
        </p:txBody>
      </p:sp>
      <p:sp>
        <p:nvSpPr>
          <p:cNvPr id="17" name="Freeform 16"/>
          <p:cNvSpPr/>
          <p:nvPr/>
        </p:nvSpPr>
        <p:spPr>
          <a:xfrm>
            <a:off x="7667625" y="1"/>
            <a:ext cx="4524375" cy="1214438"/>
          </a:xfrm>
          <a:custGeom>
            <a:avLst/>
            <a:gdLst>
              <a:gd name="connsiteX0" fmla="*/ 3367088 w 4524375"/>
              <a:gd name="connsiteY0" fmla="*/ 0 h 1223963"/>
              <a:gd name="connsiteX1" fmla="*/ 0 w 4524375"/>
              <a:gd name="connsiteY1" fmla="*/ 1223963 h 1223963"/>
              <a:gd name="connsiteX2" fmla="*/ 4524375 w 4524375"/>
              <a:gd name="connsiteY2" fmla="*/ 1071563 h 1223963"/>
              <a:gd name="connsiteX3" fmla="*/ 3367088 w 4524375"/>
              <a:gd name="connsiteY3" fmla="*/ 0 h 1223963"/>
              <a:gd name="connsiteX0" fmla="*/ 3352800 w 4524375"/>
              <a:gd name="connsiteY0" fmla="*/ 0 h 1233489"/>
              <a:gd name="connsiteX1" fmla="*/ 0 w 4524375"/>
              <a:gd name="connsiteY1" fmla="*/ 1233489 h 1233489"/>
              <a:gd name="connsiteX2" fmla="*/ 4524375 w 4524375"/>
              <a:gd name="connsiteY2" fmla="*/ 1081089 h 1233489"/>
              <a:gd name="connsiteX3" fmla="*/ 3352800 w 4524375"/>
              <a:gd name="connsiteY3" fmla="*/ 0 h 1233489"/>
              <a:gd name="connsiteX0" fmla="*/ 3352800 w 4524375"/>
              <a:gd name="connsiteY0" fmla="*/ 0 h 1228726"/>
              <a:gd name="connsiteX1" fmla="*/ 0 w 4524375"/>
              <a:gd name="connsiteY1" fmla="*/ 1228726 h 1228726"/>
              <a:gd name="connsiteX2" fmla="*/ 4524375 w 4524375"/>
              <a:gd name="connsiteY2" fmla="*/ 1076326 h 1228726"/>
              <a:gd name="connsiteX3" fmla="*/ 3352800 w 4524375"/>
              <a:gd name="connsiteY3" fmla="*/ 0 h 1228726"/>
              <a:gd name="connsiteX0" fmla="*/ 3357563 w 4524375"/>
              <a:gd name="connsiteY0" fmla="*/ 0 h 1223963"/>
              <a:gd name="connsiteX1" fmla="*/ 0 w 4524375"/>
              <a:gd name="connsiteY1" fmla="*/ 1223963 h 1223963"/>
              <a:gd name="connsiteX2" fmla="*/ 4524375 w 4524375"/>
              <a:gd name="connsiteY2" fmla="*/ 1071563 h 1223963"/>
              <a:gd name="connsiteX3" fmla="*/ 3357563 w 4524375"/>
              <a:gd name="connsiteY3" fmla="*/ 0 h 1223963"/>
              <a:gd name="connsiteX0" fmla="*/ 3371851 w 4538663"/>
              <a:gd name="connsiteY0" fmla="*/ 0 h 1219200"/>
              <a:gd name="connsiteX1" fmla="*/ 0 w 4538663"/>
              <a:gd name="connsiteY1" fmla="*/ 1219200 h 1219200"/>
              <a:gd name="connsiteX2" fmla="*/ 4538663 w 4538663"/>
              <a:gd name="connsiteY2" fmla="*/ 1071563 h 1219200"/>
              <a:gd name="connsiteX3" fmla="*/ 3371851 w 4538663"/>
              <a:gd name="connsiteY3" fmla="*/ 0 h 1219200"/>
              <a:gd name="connsiteX0" fmla="*/ 3243264 w 4410076"/>
              <a:gd name="connsiteY0" fmla="*/ 0 h 1071563"/>
              <a:gd name="connsiteX1" fmla="*/ 0 w 4410076"/>
              <a:gd name="connsiteY1" fmla="*/ 1033463 h 1071563"/>
              <a:gd name="connsiteX2" fmla="*/ 4410076 w 4410076"/>
              <a:gd name="connsiteY2" fmla="*/ 1071563 h 1071563"/>
              <a:gd name="connsiteX3" fmla="*/ 3243264 w 4410076"/>
              <a:gd name="connsiteY3" fmla="*/ 0 h 1071563"/>
              <a:gd name="connsiteX0" fmla="*/ 3352801 w 4519613"/>
              <a:gd name="connsiteY0" fmla="*/ 0 h 1214438"/>
              <a:gd name="connsiteX1" fmla="*/ 0 w 4519613"/>
              <a:gd name="connsiteY1" fmla="*/ 1214438 h 1214438"/>
              <a:gd name="connsiteX2" fmla="*/ 4519613 w 4519613"/>
              <a:gd name="connsiteY2" fmla="*/ 1071563 h 1214438"/>
              <a:gd name="connsiteX3" fmla="*/ 3352801 w 4519613"/>
              <a:gd name="connsiteY3" fmla="*/ 0 h 1214438"/>
              <a:gd name="connsiteX0" fmla="*/ 3352801 w 4533261"/>
              <a:gd name="connsiteY0" fmla="*/ 0 h 1214438"/>
              <a:gd name="connsiteX1" fmla="*/ 0 w 4533261"/>
              <a:gd name="connsiteY1" fmla="*/ 1214438 h 1214438"/>
              <a:gd name="connsiteX2" fmla="*/ 4533261 w 4533261"/>
              <a:gd name="connsiteY2" fmla="*/ 1071563 h 1214438"/>
              <a:gd name="connsiteX3" fmla="*/ 3352801 w 4533261"/>
              <a:gd name="connsiteY3" fmla="*/ 0 h 1214438"/>
              <a:gd name="connsiteX0" fmla="*/ 3352801 w 4533261"/>
              <a:gd name="connsiteY0" fmla="*/ 0 h 1214438"/>
              <a:gd name="connsiteX1" fmla="*/ 0 w 4533261"/>
              <a:gd name="connsiteY1" fmla="*/ 1214438 h 1214438"/>
              <a:gd name="connsiteX2" fmla="*/ 4533261 w 4533261"/>
              <a:gd name="connsiteY2" fmla="*/ 1098859 h 1214438"/>
              <a:gd name="connsiteX3" fmla="*/ 3352801 w 4533261"/>
              <a:gd name="connsiteY3" fmla="*/ 0 h 1214438"/>
            </a:gdLst>
            <a:ahLst/>
            <a:cxnLst>
              <a:cxn ang="0">
                <a:pos x="connsiteX0" y="connsiteY0"/>
              </a:cxn>
              <a:cxn ang="0">
                <a:pos x="connsiteX1" y="connsiteY1"/>
              </a:cxn>
              <a:cxn ang="0">
                <a:pos x="connsiteX2" y="connsiteY2"/>
              </a:cxn>
              <a:cxn ang="0">
                <a:pos x="connsiteX3" y="connsiteY3"/>
              </a:cxn>
            </a:cxnLst>
            <a:rect l="l" t="t" r="r" b="b"/>
            <a:pathLst>
              <a:path w="4533261" h="1214438">
                <a:moveTo>
                  <a:pt x="3352801" y="0"/>
                </a:moveTo>
                <a:lnTo>
                  <a:pt x="0" y="1214438"/>
                </a:lnTo>
                <a:lnTo>
                  <a:pt x="4533261" y="1098859"/>
                </a:lnTo>
                <a:lnTo>
                  <a:pt x="3352801" y="0"/>
                </a:lnTo>
                <a:close/>
              </a:path>
            </a:pathLst>
          </a:custGeom>
          <a:gradFill>
            <a:gsLst>
              <a:gs pos="15000">
                <a:schemeClr val="accent2"/>
              </a:gs>
              <a:gs pos="100000">
                <a:schemeClr val="accent1"/>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8" name="Freeform 17"/>
          <p:cNvSpPr/>
          <p:nvPr/>
        </p:nvSpPr>
        <p:spPr>
          <a:xfrm>
            <a:off x="11015664" y="1"/>
            <a:ext cx="1176841" cy="1098080"/>
          </a:xfrm>
          <a:custGeom>
            <a:avLst/>
            <a:gdLst>
              <a:gd name="connsiteX0" fmla="*/ 0 w 1171575"/>
              <a:gd name="connsiteY0" fmla="*/ 0 h 1076325"/>
              <a:gd name="connsiteX1" fmla="*/ 1171575 w 1171575"/>
              <a:gd name="connsiteY1" fmla="*/ 1076325 h 1076325"/>
              <a:gd name="connsiteX2" fmla="*/ 1171575 w 1171575"/>
              <a:gd name="connsiteY2" fmla="*/ 0 h 1076325"/>
              <a:gd name="connsiteX3" fmla="*/ 0 w 1171575"/>
              <a:gd name="connsiteY3" fmla="*/ 0 h 1076325"/>
              <a:gd name="connsiteX0" fmla="*/ 0 w 1171575"/>
              <a:gd name="connsiteY0" fmla="*/ 0 h 1076325"/>
              <a:gd name="connsiteX1" fmla="*/ 1171575 w 1171575"/>
              <a:gd name="connsiteY1" fmla="*/ 1076325 h 1076325"/>
              <a:gd name="connsiteX2" fmla="*/ 1171575 w 1171575"/>
              <a:gd name="connsiteY2" fmla="*/ 0 h 1076325"/>
              <a:gd name="connsiteX3" fmla="*/ 0 w 1171575"/>
              <a:gd name="connsiteY3" fmla="*/ 0 h 1076325"/>
              <a:gd name="connsiteX0" fmla="*/ 0 w 1176299"/>
              <a:gd name="connsiteY0" fmla="*/ 0 h 1085850"/>
              <a:gd name="connsiteX1" fmla="*/ 1176299 w 1176299"/>
              <a:gd name="connsiteY1" fmla="*/ 1085850 h 1085850"/>
              <a:gd name="connsiteX2" fmla="*/ 1171575 w 1176299"/>
              <a:gd name="connsiteY2" fmla="*/ 0 h 1085850"/>
              <a:gd name="connsiteX3" fmla="*/ 0 w 1176299"/>
              <a:gd name="connsiteY3" fmla="*/ 0 h 1085850"/>
              <a:gd name="connsiteX0" fmla="*/ 0 w 1181344"/>
              <a:gd name="connsiteY0" fmla="*/ 0 h 1085850"/>
              <a:gd name="connsiteX1" fmla="*/ 1176299 w 1181344"/>
              <a:gd name="connsiteY1" fmla="*/ 1085850 h 1085850"/>
              <a:gd name="connsiteX2" fmla="*/ 1181138 w 1181344"/>
              <a:gd name="connsiteY2" fmla="*/ 0 h 1085850"/>
              <a:gd name="connsiteX3" fmla="*/ 0 w 1181344"/>
              <a:gd name="connsiteY3" fmla="*/ 0 h 1085850"/>
              <a:gd name="connsiteX0" fmla="*/ 0 w 1181586"/>
              <a:gd name="connsiteY0" fmla="*/ 0 h 1081088"/>
              <a:gd name="connsiteX1" fmla="*/ 1181080 w 1181586"/>
              <a:gd name="connsiteY1" fmla="*/ 1081088 h 1081088"/>
              <a:gd name="connsiteX2" fmla="*/ 1181138 w 1181586"/>
              <a:gd name="connsiteY2" fmla="*/ 0 h 1081088"/>
              <a:gd name="connsiteX3" fmla="*/ 0 w 1181586"/>
              <a:gd name="connsiteY3" fmla="*/ 0 h 1081088"/>
              <a:gd name="connsiteX0" fmla="*/ 0 w 1181586"/>
              <a:gd name="connsiteY0" fmla="*/ 0 h 1070785"/>
              <a:gd name="connsiteX1" fmla="*/ 1181080 w 1181586"/>
              <a:gd name="connsiteY1" fmla="*/ 1070785 h 1070785"/>
              <a:gd name="connsiteX2" fmla="*/ 1181138 w 1181586"/>
              <a:gd name="connsiteY2" fmla="*/ 0 h 1070785"/>
              <a:gd name="connsiteX3" fmla="*/ 0 w 1181586"/>
              <a:gd name="connsiteY3" fmla="*/ 0 h 1070785"/>
              <a:gd name="connsiteX0" fmla="*/ 0 w 1181152"/>
              <a:gd name="connsiteY0" fmla="*/ 0 h 593113"/>
              <a:gd name="connsiteX1" fmla="*/ 1057755 w 1181152"/>
              <a:gd name="connsiteY1" fmla="*/ 593113 h 593113"/>
              <a:gd name="connsiteX2" fmla="*/ 1181138 w 1181152"/>
              <a:gd name="connsiteY2" fmla="*/ 0 h 593113"/>
              <a:gd name="connsiteX3" fmla="*/ 0 w 1181152"/>
              <a:gd name="connsiteY3" fmla="*/ 0 h 593113"/>
              <a:gd name="connsiteX0" fmla="*/ 0 w 1181586"/>
              <a:gd name="connsiteY0" fmla="*/ 0 h 1098080"/>
              <a:gd name="connsiteX1" fmla="*/ 1181081 w 1181586"/>
              <a:gd name="connsiteY1" fmla="*/ 1098080 h 1098080"/>
              <a:gd name="connsiteX2" fmla="*/ 1181138 w 1181586"/>
              <a:gd name="connsiteY2" fmla="*/ 0 h 1098080"/>
              <a:gd name="connsiteX3" fmla="*/ 0 w 1181586"/>
              <a:gd name="connsiteY3" fmla="*/ 0 h 1098080"/>
            </a:gdLst>
            <a:ahLst/>
            <a:cxnLst>
              <a:cxn ang="0">
                <a:pos x="connsiteX0" y="connsiteY0"/>
              </a:cxn>
              <a:cxn ang="0">
                <a:pos x="connsiteX1" y="connsiteY1"/>
              </a:cxn>
              <a:cxn ang="0">
                <a:pos x="connsiteX2" y="connsiteY2"/>
              </a:cxn>
              <a:cxn ang="0">
                <a:pos x="connsiteX3" y="connsiteY3"/>
              </a:cxn>
            </a:cxnLst>
            <a:rect l="l" t="t" r="r" b="b"/>
            <a:pathLst>
              <a:path w="1181586" h="1098080">
                <a:moveTo>
                  <a:pt x="0" y="0"/>
                </a:moveTo>
                <a:lnTo>
                  <a:pt x="1181081" y="1098080"/>
                </a:lnTo>
                <a:cubicBezTo>
                  <a:pt x="1179506" y="736130"/>
                  <a:pt x="1182713" y="361950"/>
                  <a:pt x="1181138" y="0"/>
                </a:cubicBezTo>
                <a:lnTo>
                  <a:pt x="0" y="0"/>
                </a:lnTo>
                <a:close/>
              </a:path>
            </a:pathLst>
          </a:custGeom>
          <a:gradFill>
            <a:gsLst>
              <a:gs pos="23000">
                <a:schemeClr val="accent1"/>
              </a:gs>
              <a:gs pos="100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9" name="Freeform 18"/>
          <p:cNvSpPr/>
          <p:nvPr/>
        </p:nvSpPr>
        <p:spPr>
          <a:xfrm>
            <a:off x="10959906" y="1057275"/>
            <a:ext cx="1232552" cy="3276600"/>
          </a:xfrm>
          <a:custGeom>
            <a:avLst/>
            <a:gdLst>
              <a:gd name="connsiteX0" fmla="*/ 1171575 w 1176337"/>
              <a:gd name="connsiteY0" fmla="*/ 0 h 3267075"/>
              <a:gd name="connsiteX1" fmla="*/ 0 w 1176337"/>
              <a:gd name="connsiteY1" fmla="*/ 2762250 h 3267075"/>
              <a:gd name="connsiteX2" fmla="*/ 1176337 w 1176337"/>
              <a:gd name="connsiteY2" fmla="*/ 3267075 h 3267075"/>
              <a:gd name="connsiteX3" fmla="*/ 1171575 w 1176337"/>
              <a:gd name="connsiteY3" fmla="*/ 0 h 3267075"/>
              <a:gd name="connsiteX0" fmla="*/ 1176337 w 1176795"/>
              <a:gd name="connsiteY0" fmla="*/ 0 h 3276600"/>
              <a:gd name="connsiteX1" fmla="*/ 0 w 1176795"/>
              <a:gd name="connsiteY1" fmla="*/ 2771775 h 3276600"/>
              <a:gd name="connsiteX2" fmla="*/ 1176337 w 1176795"/>
              <a:gd name="connsiteY2" fmla="*/ 3276600 h 3276600"/>
              <a:gd name="connsiteX3" fmla="*/ 1176337 w 1176795"/>
              <a:gd name="connsiteY3" fmla="*/ 0 h 3276600"/>
              <a:gd name="connsiteX0" fmla="*/ 1209791 w 1210249"/>
              <a:gd name="connsiteY0" fmla="*/ 0 h 3276600"/>
              <a:gd name="connsiteX1" fmla="*/ 0 w 1210249"/>
              <a:gd name="connsiteY1" fmla="*/ 2771775 h 3276600"/>
              <a:gd name="connsiteX2" fmla="*/ 1209791 w 1210249"/>
              <a:gd name="connsiteY2" fmla="*/ 3276600 h 3276600"/>
              <a:gd name="connsiteX3" fmla="*/ 1209791 w 1210249"/>
              <a:gd name="connsiteY3" fmla="*/ 0 h 3276600"/>
              <a:gd name="connsiteX0" fmla="*/ 1232094 w 1232552"/>
              <a:gd name="connsiteY0" fmla="*/ 0 h 3276600"/>
              <a:gd name="connsiteX1" fmla="*/ 0 w 1232552"/>
              <a:gd name="connsiteY1" fmla="*/ 2749472 h 3276600"/>
              <a:gd name="connsiteX2" fmla="*/ 1232094 w 1232552"/>
              <a:gd name="connsiteY2" fmla="*/ 3276600 h 3276600"/>
              <a:gd name="connsiteX3" fmla="*/ 1232094 w 1232552"/>
              <a:gd name="connsiteY3" fmla="*/ 0 h 3276600"/>
            </a:gdLst>
            <a:ahLst/>
            <a:cxnLst>
              <a:cxn ang="0">
                <a:pos x="connsiteX0" y="connsiteY0"/>
              </a:cxn>
              <a:cxn ang="0">
                <a:pos x="connsiteX1" y="connsiteY1"/>
              </a:cxn>
              <a:cxn ang="0">
                <a:pos x="connsiteX2" y="connsiteY2"/>
              </a:cxn>
              <a:cxn ang="0">
                <a:pos x="connsiteX3" y="connsiteY3"/>
              </a:cxn>
            </a:cxnLst>
            <a:rect l="l" t="t" r="r" b="b"/>
            <a:pathLst>
              <a:path w="1232552" h="3276600">
                <a:moveTo>
                  <a:pt x="1232094" y="0"/>
                </a:moveTo>
                <a:lnTo>
                  <a:pt x="0" y="2749472"/>
                </a:lnTo>
                <a:lnTo>
                  <a:pt x="1232094" y="3276600"/>
                </a:lnTo>
                <a:cubicBezTo>
                  <a:pt x="1230507" y="2187575"/>
                  <a:pt x="1233681" y="1089025"/>
                  <a:pt x="1232094" y="0"/>
                </a:cubicBezTo>
                <a:close/>
              </a:path>
            </a:pathLst>
          </a:custGeom>
          <a:gradFill>
            <a:gsLst>
              <a:gs pos="21000">
                <a:schemeClr val="accent1"/>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0" name="Freeform 19"/>
          <p:cNvSpPr/>
          <p:nvPr/>
        </p:nvSpPr>
        <p:spPr>
          <a:xfrm>
            <a:off x="6366969" y="2428875"/>
            <a:ext cx="3339005" cy="2271713"/>
          </a:xfrm>
          <a:custGeom>
            <a:avLst/>
            <a:gdLst>
              <a:gd name="connsiteX0" fmla="*/ 0 w 3324225"/>
              <a:gd name="connsiteY0" fmla="*/ 590550 h 2271713"/>
              <a:gd name="connsiteX1" fmla="*/ 1343025 w 3324225"/>
              <a:gd name="connsiteY1" fmla="*/ 2271713 h 2271713"/>
              <a:gd name="connsiteX2" fmla="*/ 3324225 w 3324225"/>
              <a:gd name="connsiteY2" fmla="*/ 0 h 2271713"/>
              <a:gd name="connsiteX3" fmla="*/ 0 w 3324225"/>
              <a:gd name="connsiteY3" fmla="*/ 590550 h 2271713"/>
              <a:gd name="connsiteX0" fmla="*/ 0 w 3333750"/>
              <a:gd name="connsiteY0" fmla="*/ 585787 h 2271713"/>
              <a:gd name="connsiteX1" fmla="*/ 1352550 w 3333750"/>
              <a:gd name="connsiteY1" fmla="*/ 2271713 h 2271713"/>
              <a:gd name="connsiteX2" fmla="*/ 3333750 w 3333750"/>
              <a:gd name="connsiteY2" fmla="*/ 0 h 2271713"/>
              <a:gd name="connsiteX3" fmla="*/ 0 w 3333750"/>
              <a:gd name="connsiteY3" fmla="*/ 585787 h 2271713"/>
              <a:gd name="connsiteX0" fmla="*/ 0 w 3333750"/>
              <a:gd name="connsiteY0" fmla="*/ 591043 h 2271713"/>
              <a:gd name="connsiteX1" fmla="*/ 1352550 w 3333750"/>
              <a:gd name="connsiteY1" fmla="*/ 2271713 h 2271713"/>
              <a:gd name="connsiteX2" fmla="*/ 3333750 w 3333750"/>
              <a:gd name="connsiteY2" fmla="*/ 0 h 2271713"/>
              <a:gd name="connsiteX3" fmla="*/ 0 w 3333750"/>
              <a:gd name="connsiteY3" fmla="*/ 591043 h 2271713"/>
              <a:gd name="connsiteX0" fmla="*/ 0 w 3339005"/>
              <a:gd name="connsiteY0" fmla="*/ 591043 h 2271713"/>
              <a:gd name="connsiteX1" fmla="*/ 1357805 w 3339005"/>
              <a:gd name="connsiteY1" fmla="*/ 2271713 h 2271713"/>
              <a:gd name="connsiteX2" fmla="*/ 3339005 w 3339005"/>
              <a:gd name="connsiteY2" fmla="*/ 0 h 2271713"/>
              <a:gd name="connsiteX3" fmla="*/ 0 w 3339005"/>
              <a:gd name="connsiteY3" fmla="*/ 591043 h 2271713"/>
            </a:gdLst>
            <a:ahLst/>
            <a:cxnLst>
              <a:cxn ang="0">
                <a:pos x="connsiteX0" y="connsiteY0"/>
              </a:cxn>
              <a:cxn ang="0">
                <a:pos x="connsiteX1" y="connsiteY1"/>
              </a:cxn>
              <a:cxn ang="0">
                <a:pos x="connsiteX2" y="connsiteY2"/>
              </a:cxn>
              <a:cxn ang="0">
                <a:pos x="connsiteX3" y="connsiteY3"/>
              </a:cxn>
            </a:cxnLst>
            <a:rect l="l" t="t" r="r" b="b"/>
            <a:pathLst>
              <a:path w="3339005" h="2271713">
                <a:moveTo>
                  <a:pt x="0" y="591043"/>
                </a:moveTo>
                <a:lnTo>
                  <a:pt x="1357805" y="2271713"/>
                </a:lnTo>
                <a:lnTo>
                  <a:pt x="3339005" y="0"/>
                </a:lnTo>
                <a:lnTo>
                  <a:pt x="0" y="591043"/>
                </a:lnTo>
                <a:close/>
              </a:path>
            </a:pathLst>
          </a:custGeom>
          <a:gradFill>
            <a:gsLst>
              <a:gs pos="0">
                <a:schemeClr val="accent1"/>
              </a:gs>
              <a:gs pos="87000">
                <a:schemeClr val="accent2"/>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1" name="Freeform 20"/>
          <p:cNvSpPr/>
          <p:nvPr/>
        </p:nvSpPr>
        <p:spPr>
          <a:xfrm>
            <a:off x="1025774" y="1761707"/>
            <a:ext cx="2098477" cy="1910094"/>
          </a:xfrm>
          <a:custGeom>
            <a:avLst/>
            <a:gdLst>
              <a:gd name="connsiteX0" fmla="*/ 2086304 w 2086304"/>
              <a:gd name="connsiteY0" fmla="*/ 0 h 1886607"/>
              <a:gd name="connsiteX1" fmla="*/ 0 w 2086304"/>
              <a:gd name="connsiteY1" fmla="*/ 15765 h 1886607"/>
              <a:gd name="connsiteX2" fmla="*/ 362607 w 2086304"/>
              <a:gd name="connsiteY2" fmla="*/ 1886607 h 1886607"/>
              <a:gd name="connsiteX3" fmla="*/ 2086304 w 2086304"/>
              <a:gd name="connsiteY3" fmla="*/ 0 h 1886607"/>
              <a:gd name="connsiteX0" fmla="*/ 2101053 w 2101053"/>
              <a:gd name="connsiteY0" fmla="*/ 0 h 1886607"/>
              <a:gd name="connsiteX1" fmla="*/ 0 w 2101053"/>
              <a:gd name="connsiteY1" fmla="*/ 1207 h 1886607"/>
              <a:gd name="connsiteX2" fmla="*/ 377356 w 2101053"/>
              <a:gd name="connsiteY2" fmla="*/ 1886607 h 1886607"/>
              <a:gd name="connsiteX3" fmla="*/ 2101053 w 2101053"/>
              <a:gd name="connsiteY3" fmla="*/ 0 h 1886607"/>
              <a:gd name="connsiteX0" fmla="*/ 2098477 w 2098477"/>
              <a:gd name="connsiteY0" fmla="*/ 8963 h 1885400"/>
              <a:gd name="connsiteX1" fmla="*/ 0 w 2098477"/>
              <a:gd name="connsiteY1" fmla="*/ 0 h 1885400"/>
              <a:gd name="connsiteX2" fmla="*/ 377356 w 2098477"/>
              <a:gd name="connsiteY2" fmla="*/ 1885400 h 1885400"/>
              <a:gd name="connsiteX3" fmla="*/ 2098477 w 2098477"/>
              <a:gd name="connsiteY3" fmla="*/ 8963 h 1885400"/>
            </a:gdLst>
            <a:ahLst/>
            <a:cxnLst>
              <a:cxn ang="0">
                <a:pos x="connsiteX0" y="connsiteY0"/>
              </a:cxn>
              <a:cxn ang="0">
                <a:pos x="connsiteX1" y="connsiteY1"/>
              </a:cxn>
              <a:cxn ang="0">
                <a:pos x="connsiteX2" y="connsiteY2"/>
              </a:cxn>
              <a:cxn ang="0">
                <a:pos x="connsiteX3" y="connsiteY3"/>
              </a:cxn>
            </a:cxnLst>
            <a:rect l="l" t="t" r="r" b="b"/>
            <a:pathLst>
              <a:path w="2098477" h="1885400">
                <a:moveTo>
                  <a:pt x="2098477" y="8963"/>
                </a:moveTo>
                <a:lnTo>
                  <a:pt x="0" y="0"/>
                </a:lnTo>
                <a:lnTo>
                  <a:pt x="377356" y="1885400"/>
                </a:lnTo>
                <a:lnTo>
                  <a:pt x="2098477" y="8963"/>
                </a:lnTo>
                <a:close/>
              </a:path>
            </a:pathLst>
          </a:custGeom>
          <a:gradFill>
            <a:gsLst>
              <a:gs pos="8000">
                <a:schemeClr val="accent2"/>
              </a:gs>
              <a:gs pos="90000">
                <a:schemeClr val="accent1"/>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2" name="Freeform 21"/>
          <p:cNvSpPr/>
          <p:nvPr/>
        </p:nvSpPr>
        <p:spPr>
          <a:xfrm>
            <a:off x="3532" y="4857972"/>
            <a:ext cx="4090198" cy="2007612"/>
          </a:xfrm>
          <a:custGeom>
            <a:avLst/>
            <a:gdLst>
              <a:gd name="connsiteX0" fmla="*/ 3576398 w 4077729"/>
              <a:gd name="connsiteY0" fmla="*/ 0 h 1994733"/>
              <a:gd name="connsiteX1" fmla="*/ 4077729 w 4077729"/>
              <a:gd name="connsiteY1" fmla="*/ 1101516 h 1994733"/>
              <a:gd name="connsiteX2" fmla="*/ 0 w 4077729"/>
              <a:gd name="connsiteY2" fmla="*/ 1994733 h 1994733"/>
              <a:gd name="connsiteX3" fmla="*/ 3576398 w 4077729"/>
              <a:gd name="connsiteY3" fmla="*/ 0 h 1994733"/>
              <a:gd name="connsiteX0" fmla="*/ 3576398 w 4086042"/>
              <a:gd name="connsiteY0" fmla="*/ 0 h 1994733"/>
              <a:gd name="connsiteX1" fmla="*/ 4086042 w 4086042"/>
              <a:gd name="connsiteY1" fmla="*/ 1093204 h 1994733"/>
              <a:gd name="connsiteX2" fmla="*/ 0 w 4086042"/>
              <a:gd name="connsiteY2" fmla="*/ 1994733 h 1994733"/>
              <a:gd name="connsiteX3" fmla="*/ 3576398 w 4086042"/>
              <a:gd name="connsiteY3" fmla="*/ 0 h 1994733"/>
              <a:gd name="connsiteX0" fmla="*/ 3576398 w 4090198"/>
              <a:gd name="connsiteY0" fmla="*/ 0 h 1994733"/>
              <a:gd name="connsiteX1" fmla="*/ 4090198 w 4090198"/>
              <a:gd name="connsiteY1" fmla="*/ 1084892 h 1994733"/>
              <a:gd name="connsiteX2" fmla="*/ 0 w 4090198"/>
              <a:gd name="connsiteY2" fmla="*/ 1994733 h 1994733"/>
              <a:gd name="connsiteX3" fmla="*/ 3576398 w 4090198"/>
              <a:gd name="connsiteY3" fmla="*/ 0 h 1994733"/>
              <a:gd name="connsiteX0" fmla="*/ 3576398 w 4090198"/>
              <a:gd name="connsiteY0" fmla="*/ 0 h 2007612"/>
              <a:gd name="connsiteX1" fmla="*/ 4090198 w 4090198"/>
              <a:gd name="connsiteY1" fmla="*/ 1084892 h 2007612"/>
              <a:gd name="connsiteX2" fmla="*/ 0 w 4090198"/>
              <a:gd name="connsiteY2" fmla="*/ 2007612 h 2007612"/>
              <a:gd name="connsiteX3" fmla="*/ 3576398 w 4090198"/>
              <a:gd name="connsiteY3" fmla="*/ 0 h 2007612"/>
            </a:gdLst>
            <a:ahLst/>
            <a:cxnLst>
              <a:cxn ang="0">
                <a:pos x="connsiteX0" y="connsiteY0"/>
              </a:cxn>
              <a:cxn ang="0">
                <a:pos x="connsiteX1" y="connsiteY1"/>
              </a:cxn>
              <a:cxn ang="0">
                <a:pos x="connsiteX2" y="connsiteY2"/>
              </a:cxn>
              <a:cxn ang="0">
                <a:pos x="connsiteX3" y="connsiteY3"/>
              </a:cxn>
            </a:cxnLst>
            <a:rect l="l" t="t" r="r" b="b"/>
            <a:pathLst>
              <a:path w="4090198" h="2007612">
                <a:moveTo>
                  <a:pt x="3576398" y="0"/>
                </a:moveTo>
                <a:lnTo>
                  <a:pt x="4090198" y="1084892"/>
                </a:lnTo>
                <a:lnTo>
                  <a:pt x="0" y="2007612"/>
                </a:lnTo>
                <a:lnTo>
                  <a:pt x="3576398" y="0"/>
                </a:lnTo>
                <a:close/>
              </a:path>
            </a:pathLst>
          </a:custGeom>
          <a:gradFill>
            <a:gsLst>
              <a:gs pos="15000">
                <a:schemeClr val="accent1"/>
              </a:gs>
              <a:gs pos="100000">
                <a:schemeClr val="accent2"/>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3" name="Freeform 22"/>
          <p:cNvSpPr/>
          <p:nvPr/>
        </p:nvSpPr>
        <p:spPr>
          <a:xfrm>
            <a:off x="-6301" y="5938309"/>
            <a:ext cx="4092304" cy="924304"/>
          </a:xfrm>
          <a:custGeom>
            <a:avLst/>
            <a:gdLst>
              <a:gd name="connsiteX0" fmla="*/ 4074199 w 4074199"/>
              <a:gd name="connsiteY0" fmla="*/ 0 h 907339"/>
              <a:gd name="connsiteX1" fmla="*/ 3357507 w 4074199"/>
              <a:gd name="connsiteY1" fmla="*/ 907339 h 907339"/>
              <a:gd name="connsiteX2" fmla="*/ 0 w 4074199"/>
              <a:gd name="connsiteY2" fmla="*/ 907339 h 907339"/>
              <a:gd name="connsiteX3" fmla="*/ 4074199 w 4074199"/>
              <a:gd name="connsiteY3" fmla="*/ 0 h 907339"/>
              <a:gd name="connsiteX0" fmla="*/ 4084791 w 4084791"/>
              <a:gd name="connsiteY0" fmla="*/ 0 h 907339"/>
              <a:gd name="connsiteX1" fmla="*/ 3368099 w 4084791"/>
              <a:gd name="connsiteY1" fmla="*/ 907339 h 907339"/>
              <a:gd name="connsiteX2" fmla="*/ 0 w 4084791"/>
              <a:gd name="connsiteY2" fmla="*/ 907339 h 907339"/>
              <a:gd name="connsiteX3" fmla="*/ 4084791 w 4084791"/>
              <a:gd name="connsiteY3" fmla="*/ 0 h 907339"/>
              <a:gd name="connsiteX0" fmla="*/ 4100031 w 4100031"/>
              <a:gd name="connsiteY0" fmla="*/ 0 h 907339"/>
              <a:gd name="connsiteX1" fmla="*/ 3368099 w 4100031"/>
              <a:gd name="connsiteY1" fmla="*/ 907339 h 907339"/>
              <a:gd name="connsiteX2" fmla="*/ 0 w 4100031"/>
              <a:gd name="connsiteY2" fmla="*/ 907339 h 907339"/>
              <a:gd name="connsiteX3" fmla="*/ 4100031 w 4100031"/>
              <a:gd name="connsiteY3" fmla="*/ 0 h 907339"/>
              <a:gd name="connsiteX0" fmla="*/ 4102607 w 4102607"/>
              <a:gd name="connsiteY0" fmla="*/ 0 h 907339"/>
              <a:gd name="connsiteX1" fmla="*/ 3370675 w 4102607"/>
              <a:gd name="connsiteY1" fmla="*/ 907339 h 907339"/>
              <a:gd name="connsiteX2" fmla="*/ 0 w 4102607"/>
              <a:gd name="connsiteY2" fmla="*/ 857464 h 907339"/>
              <a:gd name="connsiteX3" fmla="*/ 4102607 w 4102607"/>
              <a:gd name="connsiteY3" fmla="*/ 0 h 907339"/>
              <a:gd name="connsiteX0" fmla="*/ 4097455 w 4097455"/>
              <a:gd name="connsiteY0" fmla="*/ 0 h 907339"/>
              <a:gd name="connsiteX1" fmla="*/ 3365523 w 4097455"/>
              <a:gd name="connsiteY1" fmla="*/ 907339 h 907339"/>
              <a:gd name="connsiteX2" fmla="*/ 0 w 4097455"/>
              <a:gd name="connsiteY2" fmla="*/ 859958 h 907339"/>
              <a:gd name="connsiteX3" fmla="*/ 4097455 w 4097455"/>
              <a:gd name="connsiteY3" fmla="*/ 0 h 907339"/>
              <a:gd name="connsiteX0" fmla="*/ 4097455 w 4097455"/>
              <a:gd name="connsiteY0" fmla="*/ 0 h 862451"/>
              <a:gd name="connsiteX1" fmla="*/ 3411887 w 4097455"/>
              <a:gd name="connsiteY1" fmla="*/ 862451 h 862451"/>
              <a:gd name="connsiteX2" fmla="*/ 0 w 4097455"/>
              <a:gd name="connsiteY2" fmla="*/ 859958 h 862451"/>
              <a:gd name="connsiteX3" fmla="*/ 4097455 w 4097455"/>
              <a:gd name="connsiteY3" fmla="*/ 0 h 862451"/>
              <a:gd name="connsiteX0" fmla="*/ 4089728 w 4089728"/>
              <a:gd name="connsiteY0" fmla="*/ 0 h 892377"/>
              <a:gd name="connsiteX1" fmla="*/ 3411887 w 4089728"/>
              <a:gd name="connsiteY1" fmla="*/ 892377 h 892377"/>
              <a:gd name="connsiteX2" fmla="*/ 0 w 4089728"/>
              <a:gd name="connsiteY2" fmla="*/ 889884 h 892377"/>
              <a:gd name="connsiteX3" fmla="*/ 4089728 w 4089728"/>
              <a:gd name="connsiteY3" fmla="*/ 0 h 892377"/>
              <a:gd name="connsiteX0" fmla="*/ 4089728 w 4089728"/>
              <a:gd name="connsiteY0" fmla="*/ 0 h 892377"/>
              <a:gd name="connsiteX1" fmla="*/ 3424766 w 4089728"/>
              <a:gd name="connsiteY1" fmla="*/ 892377 h 892377"/>
              <a:gd name="connsiteX2" fmla="*/ 0 w 4089728"/>
              <a:gd name="connsiteY2" fmla="*/ 889884 h 892377"/>
              <a:gd name="connsiteX3" fmla="*/ 4089728 w 4089728"/>
              <a:gd name="connsiteY3" fmla="*/ 0 h 892377"/>
              <a:gd name="connsiteX0" fmla="*/ 4089728 w 4089728"/>
              <a:gd name="connsiteY0" fmla="*/ 0 h 889884"/>
              <a:gd name="connsiteX1" fmla="*/ 3360372 w 4089728"/>
              <a:gd name="connsiteY1" fmla="*/ 889884 h 889884"/>
              <a:gd name="connsiteX2" fmla="*/ 0 w 4089728"/>
              <a:gd name="connsiteY2" fmla="*/ 889884 h 889884"/>
              <a:gd name="connsiteX3" fmla="*/ 4089728 w 4089728"/>
              <a:gd name="connsiteY3" fmla="*/ 0 h 889884"/>
              <a:gd name="connsiteX0" fmla="*/ 4079425 w 4079425"/>
              <a:gd name="connsiteY0" fmla="*/ 0 h 889884"/>
              <a:gd name="connsiteX1" fmla="*/ 3350069 w 4079425"/>
              <a:gd name="connsiteY1" fmla="*/ 889884 h 889884"/>
              <a:gd name="connsiteX2" fmla="*/ 0 w 4079425"/>
              <a:gd name="connsiteY2" fmla="*/ 882403 h 889884"/>
              <a:gd name="connsiteX3" fmla="*/ 4079425 w 4079425"/>
              <a:gd name="connsiteY3" fmla="*/ 0 h 889884"/>
              <a:gd name="connsiteX0" fmla="*/ 4082000 w 4082000"/>
              <a:gd name="connsiteY0" fmla="*/ 0 h 889884"/>
              <a:gd name="connsiteX1" fmla="*/ 3352644 w 4082000"/>
              <a:gd name="connsiteY1" fmla="*/ 889884 h 889884"/>
              <a:gd name="connsiteX2" fmla="*/ 0 w 4082000"/>
              <a:gd name="connsiteY2" fmla="*/ 882403 h 889884"/>
              <a:gd name="connsiteX3" fmla="*/ 4082000 w 4082000"/>
              <a:gd name="connsiteY3" fmla="*/ 0 h 889884"/>
              <a:gd name="connsiteX0" fmla="*/ 4087152 w 4087152"/>
              <a:gd name="connsiteY0" fmla="*/ 0 h 1007091"/>
              <a:gd name="connsiteX1" fmla="*/ 3357796 w 4087152"/>
              <a:gd name="connsiteY1" fmla="*/ 889884 h 1007091"/>
              <a:gd name="connsiteX2" fmla="*/ 0 w 4087152"/>
              <a:gd name="connsiteY2" fmla="*/ 1007091 h 1007091"/>
              <a:gd name="connsiteX3" fmla="*/ 4087152 w 4087152"/>
              <a:gd name="connsiteY3" fmla="*/ 0 h 1007091"/>
              <a:gd name="connsiteX0" fmla="*/ 4092304 w 4092304"/>
              <a:gd name="connsiteY0" fmla="*/ 0 h 894872"/>
              <a:gd name="connsiteX1" fmla="*/ 3362948 w 4092304"/>
              <a:gd name="connsiteY1" fmla="*/ 889884 h 894872"/>
              <a:gd name="connsiteX2" fmla="*/ 0 w 4092304"/>
              <a:gd name="connsiteY2" fmla="*/ 894872 h 894872"/>
              <a:gd name="connsiteX3" fmla="*/ 4092304 w 4092304"/>
              <a:gd name="connsiteY3" fmla="*/ 0 h 894872"/>
            </a:gdLst>
            <a:ahLst/>
            <a:cxnLst>
              <a:cxn ang="0">
                <a:pos x="connsiteX0" y="connsiteY0"/>
              </a:cxn>
              <a:cxn ang="0">
                <a:pos x="connsiteX1" y="connsiteY1"/>
              </a:cxn>
              <a:cxn ang="0">
                <a:pos x="connsiteX2" y="connsiteY2"/>
              </a:cxn>
              <a:cxn ang="0">
                <a:pos x="connsiteX3" y="connsiteY3"/>
              </a:cxn>
            </a:cxnLst>
            <a:rect l="l" t="t" r="r" b="b"/>
            <a:pathLst>
              <a:path w="4092304" h="894872">
                <a:moveTo>
                  <a:pt x="4092304" y="0"/>
                </a:moveTo>
                <a:lnTo>
                  <a:pt x="3362948" y="889884"/>
                </a:lnTo>
                <a:lnTo>
                  <a:pt x="0" y="894872"/>
                </a:lnTo>
                <a:lnTo>
                  <a:pt x="4092304" y="0"/>
                </a:lnTo>
                <a:close/>
              </a:path>
            </a:pathLst>
          </a:custGeom>
          <a:gradFill>
            <a:gsLst>
              <a:gs pos="21000">
                <a:schemeClr val="accent1"/>
              </a:gs>
              <a:gs pos="100000">
                <a:schemeClr val="accent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4" name="Freeform 23"/>
          <p:cNvSpPr/>
          <p:nvPr/>
        </p:nvSpPr>
        <p:spPr>
          <a:xfrm>
            <a:off x="4102443" y="4914459"/>
            <a:ext cx="547228" cy="151811"/>
          </a:xfrm>
          <a:custGeom>
            <a:avLst/>
            <a:gdLst>
              <a:gd name="connsiteX0" fmla="*/ 0 w 547228"/>
              <a:gd name="connsiteY0" fmla="*/ 0 h 151811"/>
              <a:gd name="connsiteX1" fmla="*/ 547228 w 547228"/>
              <a:gd name="connsiteY1" fmla="*/ 70610 h 151811"/>
              <a:gd name="connsiteX2" fmla="*/ 526045 w 547228"/>
              <a:gd name="connsiteY2" fmla="*/ 151811 h 151811"/>
            </a:gdLst>
            <a:ahLst/>
            <a:cxnLst>
              <a:cxn ang="0">
                <a:pos x="connsiteX0" y="connsiteY0"/>
              </a:cxn>
              <a:cxn ang="0">
                <a:pos x="connsiteX1" y="connsiteY1"/>
              </a:cxn>
              <a:cxn ang="0">
                <a:pos x="connsiteX2" y="connsiteY2"/>
              </a:cxn>
            </a:cxnLst>
            <a:rect l="l" t="t" r="r" b="b"/>
            <a:pathLst>
              <a:path w="547228" h="151811">
                <a:moveTo>
                  <a:pt x="0" y="0"/>
                </a:moveTo>
                <a:lnTo>
                  <a:pt x="547228" y="70610"/>
                </a:lnTo>
                <a:lnTo>
                  <a:pt x="526045" y="151811"/>
                </a:ln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3317876" y="5936217"/>
            <a:ext cx="5416584" cy="930949"/>
          </a:xfrm>
          <a:custGeom>
            <a:avLst/>
            <a:gdLst>
              <a:gd name="connsiteX0" fmla="*/ 683287 w 5365819"/>
              <a:gd name="connsiteY0" fmla="*/ 0 h 914400"/>
              <a:gd name="connsiteX1" fmla="*/ 5365819 w 5365819"/>
              <a:gd name="connsiteY1" fmla="*/ 904351 h 914400"/>
              <a:gd name="connsiteX2" fmla="*/ 0 w 5365819"/>
              <a:gd name="connsiteY2" fmla="*/ 914400 h 914400"/>
              <a:gd name="connsiteX3" fmla="*/ 683287 w 5365819"/>
              <a:gd name="connsiteY3" fmla="*/ 0 h 914400"/>
              <a:gd name="connsiteX0" fmla="*/ 711531 w 5394063"/>
              <a:gd name="connsiteY0" fmla="*/ 0 h 917930"/>
              <a:gd name="connsiteX1" fmla="*/ 5394063 w 5394063"/>
              <a:gd name="connsiteY1" fmla="*/ 904351 h 917930"/>
              <a:gd name="connsiteX2" fmla="*/ 0 w 5394063"/>
              <a:gd name="connsiteY2" fmla="*/ 917930 h 917930"/>
              <a:gd name="connsiteX3" fmla="*/ 711531 w 5394063"/>
              <a:gd name="connsiteY3" fmla="*/ 0 h 917930"/>
              <a:gd name="connsiteX0" fmla="*/ 725653 w 5394063"/>
              <a:gd name="connsiteY0" fmla="*/ 0 h 910869"/>
              <a:gd name="connsiteX1" fmla="*/ 5394063 w 5394063"/>
              <a:gd name="connsiteY1" fmla="*/ 897290 h 910869"/>
              <a:gd name="connsiteX2" fmla="*/ 0 w 5394063"/>
              <a:gd name="connsiteY2" fmla="*/ 910869 h 910869"/>
              <a:gd name="connsiteX3" fmla="*/ 725653 w 5394063"/>
              <a:gd name="connsiteY3" fmla="*/ 0 h 910869"/>
              <a:gd name="connsiteX0" fmla="*/ 725653 w 5376410"/>
              <a:gd name="connsiteY0" fmla="*/ 0 h 910869"/>
              <a:gd name="connsiteX1" fmla="*/ 5376410 w 5376410"/>
              <a:gd name="connsiteY1" fmla="*/ 907881 h 910869"/>
              <a:gd name="connsiteX2" fmla="*/ 0 w 5376410"/>
              <a:gd name="connsiteY2" fmla="*/ 910869 h 910869"/>
              <a:gd name="connsiteX3" fmla="*/ 725653 w 5376410"/>
              <a:gd name="connsiteY3" fmla="*/ 0 h 910869"/>
              <a:gd name="connsiteX0" fmla="*/ 783842 w 5376410"/>
              <a:gd name="connsiteY0" fmla="*/ 0 h 765396"/>
              <a:gd name="connsiteX1" fmla="*/ 5376410 w 5376410"/>
              <a:gd name="connsiteY1" fmla="*/ 762408 h 765396"/>
              <a:gd name="connsiteX2" fmla="*/ 0 w 5376410"/>
              <a:gd name="connsiteY2" fmla="*/ 765396 h 765396"/>
              <a:gd name="connsiteX3" fmla="*/ 783842 w 5376410"/>
              <a:gd name="connsiteY3" fmla="*/ 0 h 765396"/>
              <a:gd name="connsiteX0" fmla="*/ 729810 w 5376410"/>
              <a:gd name="connsiteY0" fmla="*/ 0 h 910869"/>
              <a:gd name="connsiteX1" fmla="*/ 5376410 w 5376410"/>
              <a:gd name="connsiteY1" fmla="*/ 907881 h 910869"/>
              <a:gd name="connsiteX2" fmla="*/ 0 w 5376410"/>
              <a:gd name="connsiteY2" fmla="*/ 910869 h 910869"/>
              <a:gd name="connsiteX3" fmla="*/ 729810 w 5376410"/>
              <a:gd name="connsiteY3" fmla="*/ 0 h 910869"/>
              <a:gd name="connsiteX0" fmla="*/ 714570 w 5376410"/>
              <a:gd name="connsiteY0" fmla="*/ 0 h 918489"/>
              <a:gd name="connsiteX1" fmla="*/ 5376410 w 5376410"/>
              <a:gd name="connsiteY1" fmla="*/ 915501 h 918489"/>
              <a:gd name="connsiteX2" fmla="*/ 0 w 5376410"/>
              <a:gd name="connsiteY2" fmla="*/ 918489 h 918489"/>
              <a:gd name="connsiteX3" fmla="*/ 714570 w 5376410"/>
              <a:gd name="connsiteY3" fmla="*/ 0 h 918489"/>
              <a:gd name="connsiteX0" fmla="*/ 809820 w 5376410"/>
              <a:gd name="connsiteY0" fmla="*/ 0 h 758469"/>
              <a:gd name="connsiteX1" fmla="*/ 5376410 w 5376410"/>
              <a:gd name="connsiteY1" fmla="*/ 755481 h 758469"/>
              <a:gd name="connsiteX2" fmla="*/ 0 w 5376410"/>
              <a:gd name="connsiteY2" fmla="*/ 758469 h 758469"/>
              <a:gd name="connsiteX3" fmla="*/ 809820 w 5376410"/>
              <a:gd name="connsiteY3" fmla="*/ 0 h 758469"/>
              <a:gd name="connsiteX0" fmla="*/ 710760 w 5376410"/>
              <a:gd name="connsiteY0" fmla="*/ 0 h 918489"/>
              <a:gd name="connsiteX1" fmla="*/ 5376410 w 5376410"/>
              <a:gd name="connsiteY1" fmla="*/ 915501 h 918489"/>
              <a:gd name="connsiteX2" fmla="*/ 0 w 5376410"/>
              <a:gd name="connsiteY2" fmla="*/ 918489 h 918489"/>
              <a:gd name="connsiteX3" fmla="*/ 710760 w 5376410"/>
              <a:gd name="connsiteY3" fmla="*/ 0 h 918489"/>
              <a:gd name="connsiteX0" fmla="*/ 722190 w 5376410"/>
              <a:gd name="connsiteY0" fmla="*/ 0 h 914679"/>
              <a:gd name="connsiteX1" fmla="*/ 5376410 w 5376410"/>
              <a:gd name="connsiteY1" fmla="*/ 911691 h 914679"/>
              <a:gd name="connsiteX2" fmla="*/ 0 w 5376410"/>
              <a:gd name="connsiteY2" fmla="*/ 914679 h 914679"/>
              <a:gd name="connsiteX3" fmla="*/ 722190 w 5376410"/>
              <a:gd name="connsiteY3" fmla="*/ 0 h 914679"/>
              <a:gd name="connsiteX0" fmla="*/ 735069 w 5389289"/>
              <a:gd name="connsiteY0" fmla="*/ 0 h 912104"/>
              <a:gd name="connsiteX1" fmla="*/ 5389289 w 5389289"/>
              <a:gd name="connsiteY1" fmla="*/ 911691 h 912104"/>
              <a:gd name="connsiteX2" fmla="*/ 0 w 5389289"/>
              <a:gd name="connsiteY2" fmla="*/ 912104 h 912104"/>
              <a:gd name="connsiteX3" fmla="*/ 735069 w 5389289"/>
              <a:gd name="connsiteY3" fmla="*/ 0 h 912104"/>
              <a:gd name="connsiteX0" fmla="*/ 735069 w 5389289"/>
              <a:gd name="connsiteY0" fmla="*/ 0 h 925339"/>
              <a:gd name="connsiteX1" fmla="*/ 5389289 w 5389289"/>
              <a:gd name="connsiteY1" fmla="*/ 925339 h 925339"/>
              <a:gd name="connsiteX2" fmla="*/ 0 w 5389289"/>
              <a:gd name="connsiteY2" fmla="*/ 912104 h 925339"/>
              <a:gd name="connsiteX3" fmla="*/ 735069 w 5389289"/>
              <a:gd name="connsiteY3" fmla="*/ 0 h 925339"/>
              <a:gd name="connsiteX0" fmla="*/ 762364 w 5416584"/>
              <a:gd name="connsiteY0" fmla="*/ 0 h 939400"/>
              <a:gd name="connsiteX1" fmla="*/ 5416584 w 5416584"/>
              <a:gd name="connsiteY1" fmla="*/ 925339 h 939400"/>
              <a:gd name="connsiteX2" fmla="*/ 0 w 5416584"/>
              <a:gd name="connsiteY2" fmla="*/ 939400 h 939400"/>
              <a:gd name="connsiteX3" fmla="*/ 762364 w 5416584"/>
              <a:gd name="connsiteY3" fmla="*/ 0 h 939400"/>
              <a:gd name="connsiteX0" fmla="*/ 762364 w 5416584"/>
              <a:gd name="connsiteY0" fmla="*/ 0 h 945010"/>
              <a:gd name="connsiteX1" fmla="*/ 5416584 w 5416584"/>
              <a:gd name="connsiteY1" fmla="*/ 930949 h 945010"/>
              <a:gd name="connsiteX2" fmla="*/ 0 w 5416584"/>
              <a:gd name="connsiteY2" fmla="*/ 945010 h 945010"/>
              <a:gd name="connsiteX3" fmla="*/ 762364 w 5416584"/>
              <a:gd name="connsiteY3" fmla="*/ 0 h 945010"/>
              <a:gd name="connsiteX0" fmla="*/ 762364 w 5416584"/>
              <a:gd name="connsiteY0" fmla="*/ 0 h 930949"/>
              <a:gd name="connsiteX1" fmla="*/ 5416584 w 5416584"/>
              <a:gd name="connsiteY1" fmla="*/ 930949 h 930949"/>
              <a:gd name="connsiteX2" fmla="*/ 0 w 5416584"/>
              <a:gd name="connsiteY2" fmla="*/ 921156 h 930949"/>
              <a:gd name="connsiteX3" fmla="*/ 762364 w 5416584"/>
              <a:gd name="connsiteY3" fmla="*/ 0 h 930949"/>
            </a:gdLst>
            <a:ahLst/>
            <a:cxnLst>
              <a:cxn ang="0">
                <a:pos x="connsiteX0" y="connsiteY0"/>
              </a:cxn>
              <a:cxn ang="0">
                <a:pos x="connsiteX1" y="connsiteY1"/>
              </a:cxn>
              <a:cxn ang="0">
                <a:pos x="connsiteX2" y="connsiteY2"/>
              </a:cxn>
              <a:cxn ang="0">
                <a:pos x="connsiteX3" y="connsiteY3"/>
              </a:cxn>
            </a:cxnLst>
            <a:rect l="l" t="t" r="r" b="b"/>
            <a:pathLst>
              <a:path w="5416584" h="930949">
                <a:moveTo>
                  <a:pt x="762364" y="0"/>
                </a:moveTo>
                <a:lnTo>
                  <a:pt x="5416584" y="930949"/>
                </a:lnTo>
                <a:lnTo>
                  <a:pt x="0" y="921156"/>
                </a:lnTo>
                <a:lnTo>
                  <a:pt x="762364" y="0"/>
                </a:lnTo>
                <a:close/>
              </a:path>
            </a:pathLst>
          </a:custGeom>
          <a:gradFill>
            <a:gsLst>
              <a:gs pos="4000">
                <a:schemeClr val="accent1"/>
              </a:gs>
              <a:gs pos="100000">
                <a:schemeClr val="accent2"/>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6" name="Freeform 25"/>
          <p:cNvSpPr/>
          <p:nvPr/>
        </p:nvSpPr>
        <p:spPr>
          <a:xfrm>
            <a:off x="10990536" y="3785435"/>
            <a:ext cx="1203845" cy="3091509"/>
          </a:xfrm>
          <a:custGeom>
            <a:avLst/>
            <a:gdLst>
              <a:gd name="connsiteX0" fmla="*/ 0 w 1182718"/>
              <a:gd name="connsiteY0" fmla="*/ 0 h 3032701"/>
              <a:gd name="connsiteX1" fmla="*/ 497800 w 1182718"/>
              <a:gd name="connsiteY1" fmla="*/ 3032701 h 3032701"/>
              <a:gd name="connsiteX2" fmla="*/ 1182718 w 1182718"/>
              <a:gd name="connsiteY2" fmla="*/ 515453 h 3032701"/>
              <a:gd name="connsiteX3" fmla="*/ 0 w 1182718"/>
              <a:gd name="connsiteY3" fmla="*/ 0 h 3032701"/>
              <a:gd name="connsiteX0" fmla="*/ 0 w 1179187"/>
              <a:gd name="connsiteY0" fmla="*/ 0 h 3029170"/>
              <a:gd name="connsiteX1" fmla="*/ 494269 w 1179187"/>
              <a:gd name="connsiteY1" fmla="*/ 3029170 h 3029170"/>
              <a:gd name="connsiteX2" fmla="*/ 1179187 w 1179187"/>
              <a:gd name="connsiteY2" fmla="*/ 511922 h 3029170"/>
              <a:gd name="connsiteX3" fmla="*/ 0 w 1179187"/>
              <a:gd name="connsiteY3" fmla="*/ 0 h 3029170"/>
              <a:gd name="connsiteX0" fmla="*/ 0 w 1179187"/>
              <a:gd name="connsiteY0" fmla="*/ 0 h 3039761"/>
              <a:gd name="connsiteX1" fmla="*/ 483677 w 1179187"/>
              <a:gd name="connsiteY1" fmla="*/ 3039761 h 3039761"/>
              <a:gd name="connsiteX2" fmla="*/ 1179187 w 1179187"/>
              <a:gd name="connsiteY2" fmla="*/ 511922 h 3039761"/>
              <a:gd name="connsiteX3" fmla="*/ 0 w 1179187"/>
              <a:gd name="connsiteY3" fmla="*/ 0 h 3039761"/>
              <a:gd name="connsiteX0" fmla="*/ 0 w 1190407"/>
              <a:gd name="connsiteY0" fmla="*/ 0 h 3039761"/>
              <a:gd name="connsiteX1" fmla="*/ 494897 w 1190407"/>
              <a:gd name="connsiteY1" fmla="*/ 3039761 h 3039761"/>
              <a:gd name="connsiteX2" fmla="*/ 1190407 w 1190407"/>
              <a:gd name="connsiteY2" fmla="*/ 511922 h 3039761"/>
              <a:gd name="connsiteX3" fmla="*/ 0 w 1190407"/>
              <a:gd name="connsiteY3" fmla="*/ 0 h 3039761"/>
              <a:gd name="connsiteX0" fmla="*/ 0 w 1203107"/>
              <a:gd name="connsiteY0" fmla="*/ 0 h 3065161"/>
              <a:gd name="connsiteX1" fmla="*/ 507597 w 1203107"/>
              <a:gd name="connsiteY1" fmla="*/ 3065161 h 3065161"/>
              <a:gd name="connsiteX2" fmla="*/ 1203107 w 1203107"/>
              <a:gd name="connsiteY2" fmla="*/ 537322 h 3065161"/>
              <a:gd name="connsiteX3" fmla="*/ 0 w 1203107"/>
              <a:gd name="connsiteY3" fmla="*/ 0 h 3065161"/>
              <a:gd name="connsiteX0" fmla="*/ 0 w 1209457"/>
              <a:gd name="connsiteY0" fmla="*/ 0 h 3065161"/>
              <a:gd name="connsiteX1" fmla="*/ 507597 w 1209457"/>
              <a:gd name="connsiteY1" fmla="*/ 3065161 h 3065161"/>
              <a:gd name="connsiteX2" fmla="*/ 1209457 w 1209457"/>
              <a:gd name="connsiteY2" fmla="*/ 543672 h 3065161"/>
              <a:gd name="connsiteX3" fmla="*/ 0 w 1209457"/>
              <a:gd name="connsiteY3" fmla="*/ 0 h 3065161"/>
              <a:gd name="connsiteX0" fmla="*/ 0 w 1215807"/>
              <a:gd name="connsiteY0" fmla="*/ 0 h 3065161"/>
              <a:gd name="connsiteX1" fmla="*/ 507597 w 1215807"/>
              <a:gd name="connsiteY1" fmla="*/ 3065161 h 3065161"/>
              <a:gd name="connsiteX2" fmla="*/ 1215807 w 1215807"/>
              <a:gd name="connsiteY2" fmla="*/ 537322 h 3065161"/>
              <a:gd name="connsiteX3" fmla="*/ 0 w 1215807"/>
              <a:gd name="connsiteY3" fmla="*/ 0 h 3065161"/>
              <a:gd name="connsiteX0" fmla="*/ 0 w 1209457"/>
              <a:gd name="connsiteY0" fmla="*/ 0 h 3077861"/>
              <a:gd name="connsiteX1" fmla="*/ 501247 w 1209457"/>
              <a:gd name="connsiteY1" fmla="*/ 3077861 h 3077861"/>
              <a:gd name="connsiteX2" fmla="*/ 1209457 w 1209457"/>
              <a:gd name="connsiteY2" fmla="*/ 550022 h 3077861"/>
              <a:gd name="connsiteX3" fmla="*/ 0 w 1209457"/>
              <a:gd name="connsiteY3" fmla="*/ 0 h 3077861"/>
              <a:gd name="connsiteX0" fmla="*/ 0 w 1209457"/>
              <a:gd name="connsiteY0" fmla="*/ 0 h 3091509"/>
              <a:gd name="connsiteX1" fmla="*/ 501247 w 1209457"/>
              <a:gd name="connsiteY1" fmla="*/ 3091509 h 3091509"/>
              <a:gd name="connsiteX2" fmla="*/ 1209457 w 1209457"/>
              <a:gd name="connsiteY2" fmla="*/ 550022 h 3091509"/>
              <a:gd name="connsiteX3" fmla="*/ 0 w 1209457"/>
              <a:gd name="connsiteY3" fmla="*/ 0 h 3091509"/>
            </a:gdLst>
            <a:ahLst/>
            <a:cxnLst>
              <a:cxn ang="0">
                <a:pos x="connsiteX0" y="connsiteY0"/>
              </a:cxn>
              <a:cxn ang="0">
                <a:pos x="connsiteX1" y="connsiteY1"/>
              </a:cxn>
              <a:cxn ang="0">
                <a:pos x="connsiteX2" y="connsiteY2"/>
              </a:cxn>
              <a:cxn ang="0">
                <a:pos x="connsiteX3" y="connsiteY3"/>
              </a:cxn>
            </a:cxnLst>
            <a:rect l="l" t="t" r="r" b="b"/>
            <a:pathLst>
              <a:path w="1209457" h="3091509">
                <a:moveTo>
                  <a:pt x="0" y="0"/>
                </a:moveTo>
                <a:lnTo>
                  <a:pt x="501247" y="3091509"/>
                </a:lnTo>
                <a:lnTo>
                  <a:pt x="1209457" y="550022"/>
                </a:lnTo>
                <a:lnTo>
                  <a:pt x="0" y="0"/>
                </a:lnTo>
                <a:close/>
              </a:path>
            </a:pathLst>
          </a:custGeom>
          <a:gradFill>
            <a:gsLst>
              <a:gs pos="34000">
                <a:schemeClr val="accent2"/>
              </a:gs>
              <a:gs pos="100000">
                <a:schemeClr val="accent1"/>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7" name="Freeform 26"/>
          <p:cNvSpPr/>
          <p:nvPr/>
        </p:nvSpPr>
        <p:spPr>
          <a:xfrm>
            <a:off x="11488254" y="4321334"/>
            <a:ext cx="708319" cy="2552078"/>
          </a:xfrm>
          <a:custGeom>
            <a:avLst/>
            <a:gdLst>
              <a:gd name="connsiteX0" fmla="*/ 691978 w 697728"/>
              <a:gd name="connsiteY0" fmla="*/ 0 h 2520778"/>
              <a:gd name="connsiteX1" fmla="*/ 0 w 697728"/>
              <a:gd name="connsiteY1" fmla="*/ 2520778 h 2520778"/>
              <a:gd name="connsiteX2" fmla="*/ 695509 w 697728"/>
              <a:gd name="connsiteY2" fmla="*/ 2517248 h 2520778"/>
              <a:gd name="connsiteX3" fmla="*/ 691978 w 697728"/>
              <a:gd name="connsiteY3" fmla="*/ 0 h 2520778"/>
              <a:gd name="connsiteX0" fmla="*/ 691978 w 697728"/>
              <a:gd name="connsiteY0" fmla="*/ 0 h 2531370"/>
              <a:gd name="connsiteX1" fmla="*/ 0 w 697728"/>
              <a:gd name="connsiteY1" fmla="*/ 2531370 h 2531370"/>
              <a:gd name="connsiteX2" fmla="*/ 695509 w 697728"/>
              <a:gd name="connsiteY2" fmla="*/ 2517248 h 2531370"/>
              <a:gd name="connsiteX3" fmla="*/ 691978 w 697728"/>
              <a:gd name="connsiteY3" fmla="*/ 0 h 2531370"/>
              <a:gd name="connsiteX0" fmla="*/ 691978 w 703175"/>
              <a:gd name="connsiteY0" fmla="*/ 0 h 2531370"/>
              <a:gd name="connsiteX1" fmla="*/ 0 w 703175"/>
              <a:gd name="connsiteY1" fmla="*/ 2531370 h 2531370"/>
              <a:gd name="connsiteX2" fmla="*/ 702570 w 703175"/>
              <a:gd name="connsiteY2" fmla="*/ 2527839 h 2531370"/>
              <a:gd name="connsiteX3" fmla="*/ 691978 w 703175"/>
              <a:gd name="connsiteY3" fmla="*/ 0 h 2531370"/>
              <a:gd name="connsiteX0" fmla="*/ 691978 w 703175"/>
              <a:gd name="connsiteY0" fmla="*/ 0 h 2531370"/>
              <a:gd name="connsiteX1" fmla="*/ 0 w 703175"/>
              <a:gd name="connsiteY1" fmla="*/ 2531370 h 2531370"/>
              <a:gd name="connsiteX2" fmla="*/ 702570 w 703175"/>
              <a:gd name="connsiteY2" fmla="*/ 2527839 h 2531370"/>
              <a:gd name="connsiteX3" fmla="*/ 691978 w 703175"/>
              <a:gd name="connsiteY3" fmla="*/ 0 h 2531370"/>
              <a:gd name="connsiteX0" fmla="*/ 699039 w 704789"/>
              <a:gd name="connsiteY0" fmla="*/ 0 h 2541962"/>
              <a:gd name="connsiteX1" fmla="*/ 0 w 704789"/>
              <a:gd name="connsiteY1" fmla="*/ 2541962 h 2541962"/>
              <a:gd name="connsiteX2" fmla="*/ 702570 w 704789"/>
              <a:gd name="connsiteY2" fmla="*/ 2538431 h 2541962"/>
              <a:gd name="connsiteX3" fmla="*/ 699039 w 704789"/>
              <a:gd name="connsiteY3" fmla="*/ 0 h 2541962"/>
              <a:gd name="connsiteX0" fmla="*/ 702569 w 708319"/>
              <a:gd name="connsiteY0" fmla="*/ 0 h 2538431"/>
              <a:gd name="connsiteX1" fmla="*/ 0 w 708319"/>
              <a:gd name="connsiteY1" fmla="*/ 2538431 h 2538431"/>
              <a:gd name="connsiteX2" fmla="*/ 706100 w 708319"/>
              <a:gd name="connsiteY2" fmla="*/ 2538431 h 2538431"/>
              <a:gd name="connsiteX3" fmla="*/ 702569 w 708319"/>
              <a:gd name="connsiteY3" fmla="*/ 0 h 2538431"/>
              <a:gd name="connsiteX0" fmla="*/ 667264 w 673014"/>
              <a:gd name="connsiteY0" fmla="*/ 0 h 2538431"/>
              <a:gd name="connsiteX1" fmla="*/ 0 w 673014"/>
              <a:gd name="connsiteY1" fmla="*/ 2252460 h 2538431"/>
              <a:gd name="connsiteX2" fmla="*/ 670795 w 673014"/>
              <a:gd name="connsiteY2" fmla="*/ 2538431 h 2538431"/>
              <a:gd name="connsiteX3" fmla="*/ 667264 w 673014"/>
              <a:gd name="connsiteY3" fmla="*/ 0 h 2538431"/>
              <a:gd name="connsiteX0" fmla="*/ 702569 w 708319"/>
              <a:gd name="connsiteY0" fmla="*/ 0 h 2541961"/>
              <a:gd name="connsiteX1" fmla="*/ 0 w 708319"/>
              <a:gd name="connsiteY1" fmla="*/ 2541961 h 2541961"/>
              <a:gd name="connsiteX2" fmla="*/ 706100 w 708319"/>
              <a:gd name="connsiteY2" fmla="*/ 2538431 h 2541961"/>
              <a:gd name="connsiteX3" fmla="*/ 702569 w 708319"/>
              <a:gd name="connsiteY3" fmla="*/ 0 h 2541961"/>
              <a:gd name="connsiteX0" fmla="*/ 702569 w 708319"/>
              <a:gd name="connsiteY0" fmla="*/ 0 h 2538431"/>
              <a:gd name="connsiteX1" fmla="*/ 0 w 708319"/>
              <a:gd name="connsiteY1" fmla="*/ 2534900 h 2538431"/>
              <a:gd name="connsiteX2" fmla="*/ 706100 w 708319"/>
              <a:gd name="connsiteY2" fmla="*/ 2538431 h 2538431"/>
              <a:gd name="connsiteX3" fmla="*/ 702569 w 708319"/>
              <a:gd name="connsiteY3" fmla="*/ 0 h 2538431"/>
              <a:gd name="connsiteX0" fmla="*/ 702569 w 708319"/>
              <a:gd name="connsiteY0" fmla="*/ 0 h 2548548"/>
              <a:gd name="connsiteX1" fmla="*/ 0 w 708319"/>
              <a:gd name="connsiteY1" fmla="*/ 2548548 h 2548548"/>
              <a:gd name="connsiteX2" fmla="*/ 706100 w 708319"/>
              <a:gd name="connsiteY2" fmla="*/ 2538431 h 2548548"/>
              <a:gd name="connsiteX3" fmla="*/ 702569 w 708319"/>
              <a:gd name="connsiteY3" fmla="*/ 0 h 2548548"/>
              <a:gd name="connsiteX0" fmla="*/ 702569 w 704906"/>
              <a:gd name="connsiteY0" fmla="*/ 0 h 2548548"/>
              <a:gd name="connsiteX1" fmla="*/ 0 w 704906"/>
              <a:gd name="connsiteY1" fmla="*/ 2548548 h 2548548"/>
              <a:gd name="connsiteX2" fmla="*/ 692452 w 704906"/>
              <a:gd name="connsiteY2" fmla="*/ 2538431 h 2548548"/>
              <a:gd name="connsiteX3" fmla="*/ 702569 w 704906"/>
              <a:gd name="connsiteY3" fmla="*/ 0 h 2548548"/>
              <a:gd name="connsiteX0" fmla="*/ 702569 w 708319"/>
              <a:gd name="connsiteY0" fmla="*/ 0 h 2565726"/>
              <a:gd name="connsiteX1" fmla="*/ 0 w 708319"/>
              <a:gd name="connsiteY1" fmla="*/ 2548548 h 2565726"/>
              <a:gd name="connsiteX2" fmla="*/ 706100 w 708319"/>
              <a:gd name="connsiteY2" fmla="*/ 2565726 h 2565726"/>
              <a:gd name="connsiteX3" fmla="*/ 702569 w 708319"/>
              <a:gd name="connsiteY3" fmla="*/ 0 h 2565726"/>
              <a:gd name="connsiteX0" fmla="*/ 702569 w 708319"/>
              <a:gd name="connsiteY0" fmla="*/ 0 h 2552078"/>
              <a:gd name="connsiteX1" fmla="*/ 0 w 708319"/>
              <a:gd name="connsiteY1" fmla="*/ 2548548 h 2552078"/>
              <a:gd name="connsiteX2" fmla="*/ 706100 w 708319"/>
              <a:gd name="connsiteY2" fmla="*/ 2552078 h 2552078"/>
              <a:gd name="connsiteX3" fmla="*/ 702569 w 708319"/>
              <a:gd name="connsiteY3" fmla="*/ 0 h 2552078"/>
            </a:gdLst>
            <a:ahLst/>
            <a:cxnLst>
              <a:cxn ang="0">
                <a:pos x="connsiteX0" y="connsiteY0"/>
              </a:cxn>
              <a:cxn ang="0">
                <a:pos x="connsiteX1" y="connsiteY1"/>
              </a:cxn>
              <a:cxn ang="0">
                <a:pos x="connsiteX2" y="connsiteY2"/>
              </a:cxn>
              <a:cxn ang="0">
                <a:pos x="connsiteX3" y="connsiteY3"/>
              </a:cxn>
            </a:cxnLst>
            <a:rect l="l" t="t" r="r" b="b"/>
            <a:pathLst>
              <a:path w="708319" h="2552078">
                <a:moveTo>
                  <a:pt x="702569" y="0"/>
                </a:moveTo>
                <a:lnTo>
                  <a:pt x="0" y="2548548"/>
                </a:lnTo>
                <a:lnTo>
                  <a:pt x="706100" y="2552078"/>
                </a:lnTo>
                <a:cubicBezTo>
                  <a:pt x="708454" y="1710642"/>
                  <a:pt x="710807" y="834375"/>
                  <a:pt x="702569" y="0"/>
                </a:cubicBezTo>
                <a:close/>
              </a:path>
            </a:pathLst>
          </a:custGeom>
          <a:gradFill>
            <a:gsLst>
              <a:gs pos="21000">
                <a:schemeClr val="accent2"/>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8" name="Freeform 27"/>
          <p:cNvSpPr/>
          <p:nvPr/>
        </p:nvSpPr>
        <p:spPr>
          <a:xfrm>
            <a:off x="8745794" y="2426110"/>
            <a:ext cx="2263877" cy="4424516"/>
          </a:xfrm>
          <a:custGeom>
            <a:avLst/>
            <a:gdLst>
              <a:gd name="connsiteX0" fmla="*/ 958645 w 2263877"/>
              <a:gd name="connsiteY0" fmla="*/ 0 h 4424516"/>
              <a:gd name="connsiteX1" fmla="*/ 2263877 w 2263877"/>
              <a:gd name="connsiteY1" fmla="*/ 1393722 h 4424516"/>
              <a:gd name="connsiteX2" fmla="*/ 0 w 2263877"/>
              <a:gd name="connsiteY2" fmla="*/ 4424516 h 4424516"/>
              <a:gd name="connsiteX3" fmla="*/ 958645 w 2263877"/>
              <a:gd name="connsiteY3" fmla="*/ 0 h 4424516"/>
            </a:gdLst>
            <a:ahLst/>
            <a:cxnLst>
              <a:cxn ang="0">
                <a:pos x="connsiteX0" y="connsiteY0"/>
              </a:cxn>
              <a:cxn ang="0">
                <a:pos x="connsiteX1" y="connsiteY1"/>
              </a:cxn>
              <a:cxn ang="0">
                <a:pos x="connsiteX2" y="connsiteY2"/>
              </a:cxn>
              <a:cxn ang="0">
                <a:pos x="connsiteX3" y="connsiteY3"/>
              </a:cxn>
            </a:cxnLst>
            <a:rect l="l" t="t" r="r" b="b"/>
            <a:pathLst>
              <a:path w="2263877" h="4424516">
                <a:moveTo>
                  <a:pt x="958645" y="0"/>
                </a:moveTo>
                <a:lnTo>
                  <a:pt x="2263877" y="1393722"/>
                </a:lnTo>
                <a:lnTo>
                  <a:pt x="0" y="4424516"/>
                </a:lnTo>
                <a:lnTo>
                  <a:pt x="958645" y="0"/>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9" name="Freeform 28"/>
          <p:cNvSpPr/>
          <p:nvPr/>
        </p:nvSpPr>
        <p:spPr>
          <a:xfrm>
            <a:off x="-1" y="-1"/>
            <a:ext cx="3153403" cy="1773715"/>
          </a:xfrm>
          <a:custGeom>
            <a:avLst/>
            <a:gdLst>
              <a:gd name="connsiteX0" fmla="*/ 0 w 3172858"/>
              <a:gd name="connsiteY0" fmla="*/ 0 h 1773716"/>
              <a:gd name="connsiteX1" fmla="*/ 1079653 w 3172858"/>
              <a:gd name="connsiteY1" fmla="*/ 1773716 h 1773716"/>
              <a:gd name="connsiteX2" fmla="*/ 3172858 w 3172858"/>
              <a:gd name="connsiteY2" fmla="*/ 1751682 h 1773716"/>
              <a:gd name="connsiteX3" fmla="*/ 0 w 3172858"/>
              <a:gd name="connsiteY3" fmla="*/ 0 h 1773716"/>
              <a:gd name="connsiteX0" fmla="*/ 0 w 3114492"/>
              <a:gd name="connsiteY0" fmla="*/ 0 h 1773716"/>
              <a:gd name="connsiteX1" fmla="*/ 1079653 w 3114492"/>
              <a:gd name="connsiteY1" fmla="*/ 1773716 h 1773716"/>
              <a:gd name="connsiteX2" fmla="*/ 3114492 w 3114492"/>
              <a:gd name="connsiteY2" fmla="*/ 1177750 h 1773716"/>
              <a:gd name="connsiteX3" fmla="*/ 0 w 3114492"/>
              <a:gd name="connsiteY3" fmla="*/ 0 h 1773716"/>
              <a:gd name="connsiteX0" fmla="*/ 0 w 3153403"/>
              <a:gd name="connsiteY0" fmla="*/ 0 h 1773716"/>
              <a:gd name="connsiteX1" fmla="*/ 1079653 w 3153403"/>
              <a:gd name="connsiteY1" fmla="*/ 1773716 h 1773716"/>
              <a:gd name="connsiteX2" fmla="*/ 3153403 w 3153403"/>
              <a:gd name="connsiteY2" fmla="*/ 1771137 h 1773716"/>
              <a:gd name="connsiteX3" fmla="*/ 0 w 3153403"/>
              <a:gd name="connsiteY3" fmla="*/ 0 h 1773716"/>
              <a:gd name="connsiteX0" fmla="*/ 0 w 3153403"/>
              <a:gd name="connsiteY0" fmla="*/ 0 h 1771137"/>
              <a:gd name="connsiteX1" fmla="*/ 1036790 w 3153403"/>
              <a:gd name="connsiteY1" fmla="*/ 1768953 h 1771137"/>
              <a:gd name="connsiteX2" fmla="*/ 3153403 w 3153403"/>
              <a:gd name="connsiteY2" fmla="*/ 1771137 h 1771137"/>
              <a:gd name="connsiteX3" fmla="*/ 0 w 3153403"/>
              <a:gd name="connsiteY3" fmla="*/ 0 h 1771137"/>
              <a:gd name="connsiteX0" fmla="*/ 0 w 3153403"/>
              <a:gd name="connsiteY0" fmla="*/ 0 h 1773715"/>
              <a:gd name="connsiteX1" fmla="*/ 1036790 w 3153403"/>
              <a:gd name="connsiteY1" fmla="*/ 1773715 h 1773715"/>
              <a:gd name="connsiteX2" fmla="*/ 3153403 w 3153403"/>
              <a:gd name="connsiteY2" fmla="*/ 1771137 h 1773715"/>
              <a:gd name="connsiteX3" fmla="*/ 0 w 3153403"/>
              <a:gd name="connsiteY3" fmla="*/ 0 h 1773715"/>
            </a:gdLst>
            <a:ahLst/>
            <a:cxnLst>
              <a:cxn ang="0">
                <a:pos x="connsiteX0" y="connsiteY0"/>
              </a:cxn>
              <a:cxn ang="0">
                <a:pos x="connsiteX1" y="connsiteY1"/>
              </a:cxn>
              <a:cxn ang="0">
                <a:pos x="connsiteX2" y="connsiteY2"/>
              </a:cxn>
              <a:cxn ang="0">
                <a:pos x="connsiteX3" y="connsiteY3"/>
              </a:cxn>
            </a:cxnLst>
            <a:rect l="l" t="t" r="r" b="b"/>
            <a:pathLst>
              <a:path w="3153403" h="1773715">
                <a:moveTo>
                  <a:pt x="0" y="0"/>
                </a:moveTo>
                <a:lnTo>
                  <a:pt x="1036790" y="1773715"/>
                </a:lnTo>
                <a:lnTo>
                  <a:pt x="3153403" y="1771137"/>
                </a:lnTo>
                <a:lnTo>
                  <a:pt x="0" y="0"/>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0" name="Freeform 29"/>
          <p:cNvSpPr/>
          <p:nvPr/>
        </p:nvSpPr>
        <p:spPr>
          <a:xfrm>
            <a:off x="-2381" y="-1"/>
            <a:ext cx="3112998" cy="1786065"/>
          </a:xfrm>
          <a:custGeom>
            <a:avLst/>
            <a:gdLst>
              <a:gd name="connsiteX0" fmla="*/ 0 w 3172858"/>
              <a:gd name="connsiteY0" fmla="*/ 0 h 1773716"/>
              <a:gd name="connsiteX1" fmla="*/ 1079653 w 3172858"/>
              <a:gd name="connsiteY1" fmla="*/ 1773716 h 1773716"/>
              <a:gd name="connsiteX2" fmla="*/ 3172858 w 3172858"/>
              <a:gd name="connsiteY2" fmla="*/ 1751682 h 1773716"/>
              <a:gd name="connsiteX3" fmla="*/ 0 w 3172858"/>
              <a:gd name="connsiteY3" fmla="*/ 0 h 1773716"/>
              <a:gd name="connsiteX0" fmla="*/ 0 w 3114492"/>
              <a:gd name="connsiteY0" fmla="*/ 0 h 1773716"/>
              <a:gd name="connsiteX1" fmla="*/ 1079653 w 3114492"/>
              <a:gd name="connsiteY1" fmla="*/ 1773716 h 1773716"/>
              <a:gd name="connsiteX2" fmla="*/ 3114492 w 3114492"/>
              <a:gd name="connsiteY2" fmla="*/ 1177750 h 1773716"/>
              <a:gd name="connsiteX3" fmla="*/ 0 w 3114492"/>
              <a:gd name="connsiteY3" fmla="*/ 0 h 1773716"/>
              <a:gd name="connsiteX0" fmla="*/ 0 w 3153403"/>
              <a:gd name="connsiteY0" fmla="*/ 0 h 1773716"/>
              <a:gd name="connsiteX1" fmla="*/ 1079653 w 3153403"/>
              <a:gd name="connsiteY1" fmla="*/ 1773716 h 1773716"/>
              <a:gd name="connsiteX2" fmla="*/ 3153403 w 3153403"/>
              <a:gd name="connsiteY2" fmla="*/ 1771137 h 1773716"/>
              <a:gd name="connsiteX3" fmla="*/ 0 w 3153403"/>
              <a:gd name="connsiteY3" fmla="*/ 0 h 1773716"/>
              <a:gd name="connsiteX0" fmla="*/ 0 w 3153403"/>
              <a:gd name="connsiteY0" fmla="*/ 0 h 1771137"/>
              <a:gd name="connsiteX1" fmla="*/ 1036790 w 3153403"/>
              <a:gd name="connsiteY1" fmla="*/ 1768953 h 1771137"/>
              <a:gd name="connsiteX2" fmla="*/ 3153403 w 3153403"/>
              <a:gd name="connsiteY2" fmla="*/ 1771137 h 1771137"/>
              <a:gd name="connsiteX3" fmla="*/ 0 w 3153403"/>
              <a:gd name="connsiteY3" fmla="*/ 0 h 1771137"/>
              <a:gd name="connsiteX0" fmla="*/ 0 w 3153403"/>
              <a:gd name="connsiteY0" fmla="*/ 0 h 1773715"/>
              <a:gd name="connsiteX1" fmla="*/ 1036790 w 3153403"/>
              <a:gd name="connsiteY1" fmla="*/ 1773715 h 1773715"/>
              <a:gd name="connsiteX2" fmla="*/ 3153403 w 3153403"/>
              <a:gd name="connsiteY2" fmla="*/ 1771137 h 1773715"/>
              <a:gd name="connsiteX3" fmla="*/ 0 w 3153403"/>
              <a:gd name="connsiteY3" fmla="*/ 0 h 1773715"/>
              <a:gd name="connsiteX0" fmla="*/ 0 w 3081965"/>
              <a:gd name="connsiteY0" fmla="*/ 0 h 1775900"/>
              <a:gd name="connsiteX1" fmla="*/ 1036790 w 3081965"/>
              <a:gd name="connsiteY1" fmla="*/ 1773715 h 1775900"/>
              <a:gd name="connsiteX2" fmla="*/ 3081965 w 3081965"/>
              <a:gd name="connsiteY2" fmla="*/ 1775900 h 1775900"/>
              <a:gd name="connsiteX3" fmla="*/ 0 w 3081965"/>
              <a:gd name="connsiteY3" fmla="*/ 0 h 1775900"/>
              <a:gd name="connsiteX0" fmla="*/ 0 w 3086728"/>
              <a:gd name="connsiteY0" fmla="*/ 0 h 1775900"/>
              <a:gd name="connsiteX1" fmla="*/ 1036790 w 3086728"/>
              <a:gd name="connsiteY1" fmla="*/ 1773715 h 1775900"/>
              <a:gd name="connsiteX2" fmla="*/ 3086728 w 3086728"/>
              <a:gd name="connsiteY2" fmla="*/ 1775900 h 1775900"/>
              <a:gd name="connsiteX3" fmla="*/ 0 w 3086728"/>
              <a:gd name="connsiteY3" fmla="*/ 0 h 1775900"/>
              <a:gd name="connsiteX0" fmla="*/ 0 w 3091491"/>
              <a:gd name="connsiteY0" fmla="*/ 0 h 1799713"/>
              <a:gd name="connsiteX1" fmla="*/ 1036790 w 3091491"/>
              <a:gd name="connsiteY1" fmla="*/ 1773715 h 1799713"/>
              <a:gd name="connsiteX2" fmla="*/ 3091491 w 3091491"/>
              <a:gd name="connsiteY2" fmla="*/ 1799713 h 1799713"/>
              <a:gd name="connsiteX3" fmla="*/ 0 w 3091491"/>
              <a:gd name="connsiteY3" fmla="*/ 0 h 1799713"/>
              <a:gd name="connsiteX0" fmla="*/ 0 w 3120066"/>
              <a:gd name="connsiteY0" fmla="*/ 0 h 1799713"/>
              <a:gd name="connsiteX1" fmla="*/ 1036790 w 3120066"/>
              <a:gd name="connsiteY1" fmla="*/ 1773715 h 1799713"/>
              <a:gd name="connsiteX2" fmla="*/ 3120066 w 3120066"/>
              <a:gd name="connsiteY2" fmla="*/ 1799713 h 1799713"/>
              <a:gd name="connsiteX3" fmla="*/ 0 w 3120066"/>
              <a:gd name="connsiteY3" fmla="*/ 0 h 1799713"/>
              <a:gd name="connsiteX0" fmla="*/ 0 w 3120066"/>
              <a:gd name="connsiteY0" fmla="*/ 0 h 1799713"/>
              <a:gd name="connsiteX1" fmla="*/ 1019730 w 3120066"/>
              <a:gd name="connsiteY1" fmla="*/ 1773715 h 1799713"/>
              <a:gd name="connsiteX2" fmla="*/ 3120066 w 3120066"/>
              <a:gd name="connsiteY2" fmla="*/ 1799713 h 1799713"/>
              <a:gd name="connsiteX3" fmla="*/ 0 w 3120066"/>
              <a:gd name="connsiteY3" fmla="*/ 0 h 1799713"/>
              <a:gd name="connsiteX0" fmla="*/ 0 w 3133714"/>
              <a:gd name="connsiteY0" fmla="*/ 0 h 1799713"/>
              <a:gd name="connsiteX1" fmla="*/ 1033378 w 3133714"/>
              <a:gd name="connsiteY1" fmla="*/ 1773715 h 1799713"/>
              <a:gd name="connsiteX2" fmla="*/ 3133714 w 3133714"/>
              <a:gd name="connsiteY2" fmla="*/ 1799713 h 1799713"/>
              <a:gd name="connsiteX3" fmla="*/ 0 w 3133714"/>
              <a:gd name="connsiteY3" fmla="*/ 0 h 1799713"/>
              <a:gd name="connsiteX0" fmla="*/ 0 w 3140538"/>
              <a:gd name="connsiteY0" fmla="*/ 0 h 1799713"/>
              <a:gd name="connsiteX1" fmla="*/ 1040202 w 3140538"/>
              <a:gd name="connsiteY1" fmla="*/ 1773715 h 1799713"/>
              <a:gd name="connsiteX2" fmla="*/ 3140538 w 3140538"/>
              <a:gd name="connsiteY2" fmla="*/ 1799713 h 1799713"/>
              <a:gd name="connsiteX3" fmla="*/ 0 w 3140538"/>
              <a:gd name="connsiteY3" fmla="*/ 0 h 1799713"/>
              <a:gd name="connsiteX0" fmla="*/ 0 w 3126890"/>
              <a:gd name="connsiteY0" fmla="*/ 0 h 1786065"/>
              <a:gd name="connsiteX1" fmla="*/ 1040202 w 3126890"/>
              <a:gd name="connsiteY1" fmla="*/ 1773715 h 1786065"/>
              <a:gd name="connsiteX2" fmla="*/ 3126890 w 3126890"/>
              <a:gd name="connsiteY2" fmla="*/ 1786065 h 1786065"/>
              <a:gd name="connsiteX3" fmla="*/ 0 w 3126890"/>
              <a:gd name="connsiteY3" fmla="*/ 0 h 1786065"/>
              <a:gd name="connsiteX0" fmla="*/ 0 w 3113242"/>
              <a:gd name="connsiteY0" fmla="*/ 0 h 1782653"/>
              <a:gd name="connsiteX1" fmla="*/ 1026554 w 3113242"/>
              <a:gd name="connsiteY1" fmla="*/ 1770303 h 1782653"/>
              <a:gd name="connsiteX2" fmla="*/ 3113242 w 3113242"/>
              <a:gd name="connsiteY2" fmla="*/ 1782653 h 1782653"/>
              <a:gd name="connsiteX3" fmla="*/ 0 w 3113242"/>
              <a:gd name="connsiteY3" fmla="*/ 0 h 1782653"/>
              <a:gd name="connsiteX0" fmla="*/ 0 w 3123478"/>
              <a:gd name="connsiteY0" fmla="*/ 0 h 1782653"/>
              <a:gd name="connsiteX1" fmla="*/ 1036790 w 3123478"/>
              <a:gd name="connsiteY1" fmla="*/ 1770303 h 1782653"/>
              <a:gd name="connsiteX2" fmla="*/ 3123478 w 3123478"/>
              <a:gd name="connsiteY2" fmla="*/ 1782653 h 1782653"/>
              <a:gd name="connsiteX3" fmla="*/ 0 w 3123478"/>
              <a:gd name="connsiteY3" fmla="*/ 0 h 1782653"/>
              <a:gd name="connsiteX0" fmla="*/ 0 w 3109830"/>
              <a:gd name="connsiteY0" fmla="*/ 0 h 1782653"/>
              <a:gd name="connsiteX1" fmla="*/ 1036790 w 3109830"/>
              <a:gd name="connsiteY1" fmla="*/ 1770303 h 1782653"/>
              <a:gd name="connsiteX2" fmla="*/ 3109830 w 3109830"/>
              <a:gd name="connsiteY2" fmla="*/ 1782653 h 1782653"/>
              <a:gd name="connsiteX3" fmla="*/ 0 w 3109830"/>
              <a:gd name="connsiteY3" fmla="*/ 0 h 1782653"/>
              <a:gd name="connsiteX0" fmla="*/ 0 w 3120462"/>
              <a:gd name="connsiteY0" fmla="*/ 0 h 1793286"/>
              <a:gd name="connsiteX1" fmla="*/ 1047422 w 3120462"/>
              <a:gd name="connsiteY1" fmla="*/ 1780936 h 1793286"/>
              <a:gd name="connsiteX2" fmla="*/ 3120462 w 3120462"/>
              <a:gd name="connsiteY2" fmla="*/ 1793286 h 1793286"/>
              <a:gd name="connsiteX3" fmla="*/ 0 w 3120462"/>
              <a:gd name="connsiteY3" fmla="*/ 0 h 1793286"/>
            </a:gdLst>
            <a:ahLst/>
            <a:cxnLst>
              <a:cxn ang="0">
                <a:pos x="connsiteX0" y="connsiteY0"/>
              </a:cxn>
              <a:cxn ang="0">
                <a:pos x="connsiteX1" y="connsiteY1"/>
              </a:cxn>
              <a:cxn ang="0">
                <a:pos x="connsiteX2" y="connsiteY2"/>
              </a:cxn>
              <a:cxn ang="0">
                <a:pos x="connsiteX3" y="connsiteY3"/>
              </a:cxn>
            </a:cxnLst>
            <a:rect l="l" t="t" r="r" b="b"/>
            <a:pathLst>
              <a:path w="3120462" h="1793286">
                <a:moveTo>
                  <a:pt x="0" y="0"/>
                </a:moveTo>
                <a:lnTo>
                  <a:pt x="1047422" y="1780936"/>
                </a:lnTo>
                <a:lnTo>
                  <a:pt x="3120462" y="1793286"/>
                </a:lnTo>
                <a:lnTo>
                  <a:pt x="0" y="0"/>
                </a:lnTo>
                <a:close/>
              </a:path>
            </a:pathLst>
          </a:custGeom>
          <a:gradFill>
            <a:gsLst>
              <a:gs pos="19000">
                <a:schemeClr val="accent2"/>
              </a:gs>
              <a:gs pos="94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1" name="Freeform 30"/>
          <p:cNvSpPr/>
          <p:nvPr/>
        </p:nvSpPr>
        <p:spPr>
          <a:xfrm>
            <a:off x="-3295" y="1769807"/>
            <a:ext cx="1407341" cy="5098422"/>
          </a:xfrm>
          <a:custGeom>
            <a:avLst/>
            <a:gdLst>
              <a:gd name="connsiteX0" fmla="*/ 1026488 w 1398147"/>
              <a:gd name="connsiteY0" fmla="*/ 0 h 5073445"/>
              <a:gd name="connsiteX1" fmla="*/ 1398147 w 1398147"/>
              <a:gd name="connsiteY1" fmla="*/ 1875995 h 5073445"/>
              <a:gd name="connsiteX2" fmla="*/ 0 w 1398147"/>
              <a:gd name="connsiteY2" fmla="*/ 5073445 h 5073445"/>
              <a:gd name="connsiteX3" fmla="*/ 1026488 w 1398147"/>
              <a:gd name="connsiteY3" fmla="*/ 0 h 5073445"/>
              <a:gd name="connsiteX0" fmla="*/ 1032388 w 1398147"/>
              <a:gd name="connsiteY0" fmla="*/ 0 h 5055747"/>
              <a:gd name="connsiteX1" fmla="*/ 1398147 w 1398147"/>
              <a:gd name="connsiteY1" fmla="*/ 1858297 h 5055747"/>
              <a:gd name="connsiteX2" fmla="*/ 0 w 1398147"/>
              <a:gd name="connsiteY2" fmla="*/ 5055747 h 5055747"/>
              <a:gd name="connsiteX3" fmla="*/ 1032388 w 1398147"/>
              <a:gd name="connsiteY3" fmla="*/ 0 h 5055747"/>
              <a:gd name="connsiteX0" fmla="*/ 1032388 w 1398147"/>
              <a:gd name="connsiteY0" fmla="*/ 0 h 5061646"/>
              <a:gd name="connsiteX1" fmla="*/ 1398147 w 1398147"/>
              <a:gd name="connsiteY1" fmla="*/ 1864196 h 5061646"/>
              <a:gd name="connsiteX2" fmla="*/ 0 w 1398147"/>
              <a:gd name="connsiteY2" fmla="*/ 5061646 h 5061646"/>
              <a:gd name="connsiteX3" fmla="*/ 1032388 w 1398147"/>
              <a:gd name="connsiteY3" fmla="*/ 0 h 5061646"/>
              <a:gd name="connsiteX0" fmla="*/ 1032388 w 1398147"/>
              <a:gd name="connsiteY0" fmla="*/ 0 h 5079344"/>
              <a:gd name="connsiteX1" fmla="*/ 1398147 w 1398147"/>
              <a:gd name="connsiteY1" fmla="*/ 1881894 h 5079344"/>
              <a:gd name="connsiteX2" fmla="*/ 0 w 1398147"/>
              <a:gd name="connsiteY2" fmla="*/ 5079344 h 5079344"/>
              <a:gd name="connsiteX3" fmla="*/ 1032388 w 1398147"/>
              <a:gd name="connsiteY3" fmla="*/ 0 h 5079344"/>
              <a:gd name="connsiteX0" fmla="*/ 1032388 w 1398147"/>
              <a:gd name="connsiteY0" fmla="*/ 0 h 5089936"/>
              <a:gd name="connsiteX1" fmla="*/ 1398147 w 1398147"/>
              <a:gd name="connsiteY1" fmla="*/ 1881894 h 5089936"/>
              <a:gd name="connsiteX2" fmla="*/ 0 w 1398147"/>
              <a:gd name="connsiteY2" fmla="*/ 5089936 h 5089936"/>
              <a:gd name="connsiteX3" fmla="*/ 1032388 w 1398147"/>
              <a:gd name="connsiteY3" fmla="*/ 0 h 5089936"/>
              <a:gd name="connsiteX0" fmla="*/ 1039450 w 1405209"/>
              <a:gd name="connsiteY0" fmla="*/ 0 h 5089936"/>
              <a:gd name="connsiteX1" fmla="*/ 1405209 w 1405209"/>
              <a:gd name="connsiteY1" fmla="*/ 1881894 h 5089936"/>
              <a:gd name="connsiteX2" fmla="*/ 0 w 1405209"/>
              <a:gd name="connsiteY2" fmla="*/ 5089936 h 5089936"/>
              <a:gd name="connsiteX3" fmla="*/ 1039450 w 1405209"/>
              <a:gd name="connsiteY3" fmla="*/ 0 h 5089936"/>
              <a:gd name="connsiteX0" fmla="*/ 1039450 w 1405209"/>
              <a:gd name="connsiteY0" fmla="*/ 0 h 5089936"/>
              <a:gd name="connsiteX1" fmla="*/ 1405209 w 1405209"/>
              <a:gd name="connsiteY1" fmla="*/ 1891419 h 5089936"/>
              <a:gd name="connsiteX2" fmla="*/ 0 w 1405209"/>
              <a:gd name="connsiteY2" fmla="*/ 5089936 h 5089936"/>
              <a:gd name="connsiteX3" fmla="*/ 1039450 w 1405209"/>
              <a:gd name="connsiteY3" fmla="*/ 0 h 5089936"/>
              <a:gd name="connsiteX0" fmla="*/ 1039450 w 1405209"/>
              <a:gd name="connsiteY0" fmla="*/ 0 h 5089936"/>
              <a:gd name="connsiteX1" fmla="*/ 1405209 w 1405209"/>
              <a:gd name="connsiteY1" fmla="*/ 1891419 h 5089936"/>
              <a:gd name="connsiteX2" fmla="*/ 0 w 1405209"/>
              <a:gd name="connsiteY2" fmla="*/ 5089936 h 5089936"/>
              <a:gd name="connsiteX3" fmla="*/ 8890 w 1405209"/>
              <a:gd name="connsiteY3" fmla="*/ 5081754 h 5089936"/>
              <a:gd name="connsiteX4" fmla="*/ 1039450 w 1405209"/>
              <a:gd name="connsiteY4" fmla="*/ 0 h 5089936"/>
              <a:gd name="connsiteX0" fmla="*/ 1041582 w 1407341"/>
              <a:gd name="connsiteY0" fmla="*/ 0 h 5098422"/>
              <a:gd name="connsiteX1" fmla="*/ 1407341 w 1407341"/>
              <a:gd name="connsiteY1" fmla="*/ 1891419 h 5098422"/>
              <a:gd name="connsiteX2" fmla="*/ 2132 w 1407341"/>
              <a:gd name="connsiteY2" fmla="*/ 5089936 h 5098422"/>
              <a:gd name="connsiteX3" fmla="*/ 719 w 1407341"/>
              <a:gd name="connsiteY3" fmla="*/ 5097208 h 5098422"/>
              <a:gd name="connsiteX4" fmla="*/ 1041582 w 1407341"/>
              <a:gd name="connsiteY4" fmla="*/ 0 h 5098422"/>
              <a:gd name="connsiteX0" fmla="*/ 1034758 w 1407341"/>
              <a:gd name="connsiteY0" fmla="*/ 0 h 5098422"/>
              <a:gd name="connsiteX1" fmla="*/ 1407341 w 1407341"/>
              <a:gd name="connsiteY1" fmla="*/ 1891419 h 5098422"/>
              <a:gd name="connsiteX2" fmla="*/ 2132 w 1407341"/>
              <a:gd name="connsiteY2" fmla="*/ 5089936 h 5098422"/>
              <a:gd name="connsiteX3" fmla="*/ 719 w 1407341"/>
              <a:gd name="connsiteY3" fmla="*/ 5097208 h 5098422"/>
              <a:gd name="connsiteX4" fmla="*/ 1034758 w 1407341"/>
              <a:gd name="connsiteY4" fmla="*/ 0 h 5098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7341" h="5098422">
                <a:moveTo>
                  <a:pt x="1034758" y="0"/>
                </a:moveTo>
                <a:lnTo>
                  <a:pt x="1407341" y="1891419"/>
                </a:lnTo>
                <a:lnTo>
                  <a:pt x="2132" y="5089936"/>
                </a:lnTo>
                <a:cubicBezTo>
                  <a:pt x="5095" y="5083774"/>
                  <a:pt x="-2244" y="5103370"/>
                  <a:pt x="719" y="5097208"/>
                </a:cubicBezTo>
                <a:lnTo>
                  <a:pt x="1034758" y="0"/>
                </a:lnTo>
                <a:close/>
              </a:path>
            </a:pathLst>
          </a:custGeom>
          <a:gradFill>
            <a:gsLst>
              <a:gs pos="15000">
                <a:schemeClr val="accent2"/>
              </a:gs>
              <a:gs pos="76000">
                <a:schemeClr val="accent1"/>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2" name="Freeform 31"/>
          <p:cNvSpPr/>
          <p:nvPr/>
        </p:nvSpPr>
        <p:spPr>
          <a:xfrm>
            <a:off x="8694845" y="2426110"/>
            <a:ext cx="2293341" cy="4440419"/>
          </a:xfrm>
          <a:custGeom>
            <a:avLst/>
            <a:gdLst>
              <a:gd name="connsiteX0" fmla="*/ 958645 w 2263877"/>
              <a:gd name="connsiteY0" fmla="*/ 0 h 4424516"/>
              <a:gd name="connsiteX1" fmla="*/ 2263877 w 2263877"/>
              <a:gd name="connsiteY1" fmla="*/ 1393722 h 4424516"/>
              <a:gd name="connsiteX2" fmla="*/ 0 w 2263877"/>
              <a:gd name="connsiteY2" fmla="*/ 4424516 h 4424516"/>
              <a:gd name="connsiteX3" fmla="*/ 958645 w 2263877"/>
              <a:gd name="connsiteY3" fmla="*/ 0 h 4424516"/>
              <a:gd name="connsiteX0" fmla="*/ 958645 w 2269487"/>
              <a:gd name="connsiteY0" fmla="*/ 0 h 4424516"/>
              <a:gd name="connsiteX1" fmla="*/ 2269487 w 2269487"/>
              <a:gd name="connsiteY1" fmla="*/ 1388112 h 4424516"/>
              <a:gd name="connsiteX2" fmla="*/ 0 w 2269487"/>
              <a:gd name="connsiteY2" fmla="*/ 4424516 h 4424516"/>
              <a:gd name="connsiteX3" fmla="*/ 958645 w 2269487"/>
              <a:gd name="connsiteY3" fmla="*/ 0 h 4424516"/>
              <a:gd name="connsiteX0" fmla="*/ 982499 w 2293341"/>
              <a:gd name="connsiteY0" fmla="*/ 0 h 4440419"/>
              <a:gd name="connsiteX1" fmla="*/ 2293341 w 2293341"/>
              <a:gd name="connsiteY1" fmla="*/ 1388112 h 4440419"/>
              <a:gd name="connsiteX2" fmla="*/ 0 w 2293341"/>
              <a:gd name="connsiteY2" fmla="*/ 4440419 h 4440419"/>
              <a:gd name="connsiteX3" fmla="*/ 982499 w 2293341"/>
              <a:gd name="connsiteY3" fmla="*/ 0 h 4440419"/>
            </a:gdLst>
            <a:ahLst/>
            <a:cxnLst>
              <a:cxn ang="0">
                <a:pos x="connsiteX0" y="connsiteY0"/>
              </a:cxn>
              <a:cxn ang="0">
                <a:pos x="connsiteX1" y="connsiteY1"/>
              </a:cxn>
              <a:cxn ang="0">
                <a:pos x="connsiteX2" y="connsiteY2"/>
              </a:cxn>
              <a:cxn ang="0">
                <a:pos x="connsiteX3" y="connsiteY3"/>
              </a:cxn>
            </a:cxnLst>
            <a:rect l="l" t="t" r="r" b="b"/>
            <a:pathLst>
              <a:path w="2293341" h="4440419">
                <a:moveTo>
                  <a:pt x="982499" y="0"/>
                </a:moveTo>
                <a:lnTo>
                  <a:pt x="2293341" y="1388112"/>
                </a:lnTo>
                <a:lnTo>
                  <a:pt x="0" y="4440419"/>
                </a:lnTo>
                <a:lnTo>
                  <a:pt x="982499" y="0"/>
                </a:lnTo>
                <a:close/>
              </a:path>
            </a:pathLst>
          </a:custGeom>
          <a:gradFill>
            <a:gsLst>
              <a:gs pos="34000">
                <a:schemeClr val="accent2"/>
              </a:gs>
              <a:gs pos="100000">
                <a:schemeClr val="accent1"/>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3" name="Freeform 32"/>
          <p:cNvSpPr/>
          <p:nvPr/>
        </p:nvSpPr>
        <p:spPr>
          <a:xfrm>
            <a:off x="9669015" y="1094096"/>
            <a:ext cx="2522985" cy="2734954"/>
          </a:xfrm>
          <a:custGeom>
            <a:avLst/>
            <a:gdLst>
              <a:gd name="connsiteX0" fmla="*/ 2481262 w 2481262"/>
              <a:gd name="connsiteY0" fmla="*/ 0 h 2762250"/>
              <a:gd name="connsiteX1" fmla="*/ 0 w 2481262"/>
              <a:gd name="connsiteY1" fmla="*/ 1371600 h 2762250"/>
              <a:gd name="connsiteX2" fmla="*/ 1309687 w 2481262"/>
              <a:gd name="connsiteY2" fmla="*/ 2762250 h 2762250"/>
              <a:gd name="connsiteX3" fmla="*/ 2481262 w 2481262"/>
              <a:gd name="connsiteY3" fmla="*/ 0 h 2762250"/>
              <a:gd name="connsiteX0" fmla="*/ 2481262 w 2481262"/>
              <a:gd name="connsiteY0" fmla="*/ 0 h 2762250"/>
              <a:gd name="connsiteX1" fmla="*/ 0 w 2481262"/>
              <a:gd name="connsiteY1" fmla="*/ 1371600 h 2762250"/>
              <a:gd name="connsiteX2" fmla="*/ 1292857 w 2481262"/>
              <a:gd name="connsiteY2" fmla="*/ 2762250 h 2762250"/>
              <a:gd name="connsiteX3" fmla="*/ 2481262 w 2481262"/>
              <a:gd name="connsiteY3" fmla="*/ 0 h 2762250"/>
              <a:gd name="connsiteX0" fmla="*/ 2509311 w 2509311"/>
              <a:gd name="connsiteY0" fmla="*/ 0 h 2762250"/>
              <a:gd name="connsiteX1" fmla="*/ 0 w 2509311"/>
              <a:gd name="connsiteY1" fmla="*/ 1354771 h 2762250"/>
              <a:gd name="connsiteX2" fmla="*/ 1320906 w 2509311"/>
              <a:gd name="connsiteY2" fmla="*/ 2762250 h 2762250"/>
              <a:gd name="connsiteX3" fmla="*/ 2509311 w 2509311"/>
              <a:gd name="connsiteY3" fmla="*/ 0 h 2762250"/>
              <a:gd name="connsiteX0" fmla="*/ 2519943 w 2519943"/>
              <a:gd name="connsiteY0" fmla="*/ 0 h 2762250"/>
              <a:gd name="connsiteX1" fmla="*/ 0 w 2519943"/>
              <a:gd name="connsiteY1" fmla="*/ 1354771 h 2762250"/>
              <a:gd name="connsiteX2" fmla="*/ 1320906 w 2519943"/>
              <a:gd name="connsiteY2" fmla="*/ 2762250 h 2762250"/>
              <a:gd name="connsiteX3" fmla="*/ 2519943 w 2519943"/>
              <a:gd name="connsiteY3" fmla="*/ 0 h 2762250"/>
              <a:gd name="connsiteX0" fmla="*/ 2530575 w 2530575"/>
              <a:gd name="connsiteY0" fmla="*/ 0 h 2762250"/>
              <a:gd name="connsiteX1" fmla="*/ 0 w 2530575"/>
              <a:gd name="connsiteY1" fmla="*/ 1354771 h 2762250"/>
              <a:gd name="connsiteX2" fmla="*/ 1320906 w 2530575"/>
              <a:gd name="connsiteY2" fmla="*/ 2762250 h 2762250"/>
              <a:gd name="connsiteX3" fmla="*/ 2530575 w 2530575"/>
              <a:gd name="connsiteY3" fmla="*/ 0 h 2762250"/>
            </a:gdLst>
            <a:ahLst/>
            <a:cxnLst>
              <a:cxn ang="0">
                <a:pos x="connsiteX0" y="connsiteY0"/>
              </a:cxn>
              <a:cxn ang="0">
                <a:pos x="connsiteX1" y="connsiteY1"/>
              </a:cxn>
              <a:cxn ang="0">
                <a:pos x="connsiteX2" y="connsiteY2"/>
              </a:cxn>
              <a:cxn ang="0">
                <a:pos x="connsiteX3" y="connsiteY3"/>
              </a:cxn>
            </a:cxnLst>
            <a:rect l="l" t="t" r="r" b="b"/>
            <a:pathLst>
              <a:path w="2530575" h="2762250">
                <a:moveTo>
                  <a:pt x="2530575" y="0"/>
                </a:moveTo>
                <a:lnTo>
                  <a:pt x="0" y="1354771"/>
                </a:lnTo>
                <a:lnTo>
                  <a:pt x="1320906" y="2762250"/>
                </a:lnTo>
                <a:lnTo>
                  <a:pt x="2530575" y="0"/>
                </a:lnTo>
                <a:close/>
              </a:path>
            </a:pathLst>
          </a:custGeom>
          <a:gradFill>
            <a:gsLst>
              <a:gs pos="2100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4" name="Freeform 33"/>
          <p:cNvSpPr/>
          <p:nvPr/>
        </p:nvSpPr>
        <p:spPr>
          <a:xfrm>
            <a:off x="3317358" y="-5316"/>
            <a:ext cx="4354033" cy="1222744"/>
          </a:xfrm>
          <a:custGeom>
            <a:avLst/>
            <a:gdLst>
              <a:gd name="connsiteX0" fmla="*/ 0 w 4354033"/>
              <a:gd name="connsiteY0" fmla="*/ 0 h 1217428"/>
              <a:gd name="connsiteX1" fmla="*/ 3067493 w 4354033"/>
              <a:gd name="connsiteY1" fmla="*/ 10632 h 1217428"/>
              <a:gd name="connsiteX2" fmla="*/ 4354033 w 4354033"/>
              <a:gd name="connsiteY2" fmla="*/ 1217428 h 1217428"/>
              <a:gd name="connsiteX3" fmla="*/ 0 w 4354033"/>
              <a:gd name="connsiteY3" fmla="*/ 0 h 1217428"/>
              <a:gd name="connsiteX0" fmla="*/ 0 w 4354033"/>
              <a:gd name="connsiteY0" fmla="*/ 0 h 1217428"/>
              <a:gd name="connsiteX1" fmla="*/ 3088758 w 4354033"/>
              <a:gd name="connsiteY1" fmla="*/ 10632 h 1217428"/>
              <a:gd name="connsiteX2" fmla="*/ 4354033 w 4354033"/>
              <a:gd name="connsiteY2" fmla="*/ 1217428 h 1217428"/>
              <a:gd name="connsiteX3" fmla="*/ 0 w 4354033"/>
              <a:gd name="connsiteY3" fmla="*/ 0 h 1217428"/>
              <a:gd name="connsiteX0" fmla="*/ 0 w 4375298"/>
              <a:gd name="connsiteY0" fmla="*/ 0 h 1217428"/>
              <a:gd name="connsiteX1" fmla="*/ 3088758 w 4375298"/>
              <a:gd name="connsiteY1" fmla="*/ 10632 h 1217428"/>
              <a:gd name="connsiteX2" fmla="*/ 4375298 w 4375298"/>
              <a:gd name="connsiteY2" fmla="*/ 1217428 h 1217428"/>
              <a:gd name="connsiteX3" fmla="*/ 0 w 4375298"/>
              <a:gd name="connsiteY3" fmla="*/ 0 h 1217428"/>
              <a:gd name="connsiteX0" fmla="*/ 0 w 4364666"/>
              <a:gd name="connsiteY0" fmla="*/ 0 h 1217428"/>
              <a:gd name="connsiteX1" fmla="*/ 3088758 w 4364666"/>
              <a:gd name="connsiteY1" fmla="*/ 10632 h 1217428"/>
              <a:gd name="connsiteX2" fmla="*/ 4364666 w 4364666"/>
              <a:gd name="connsiteY2" fmla="*/ 1217428 h 1217428"/>
              <a:gd name="connsiteX3" fmla="*/ 0 w 4364666"/>
              <a:gd name="connsiteY3" fmla="*/ 0 h 1217428"/>
              <a:gd name="connsiteX0" fmla="*/ 0 w 4354033"/>
              <a:gd name="connsiteY0" fmla="*/ 0 h 1222744"/>
              <a:gd name="connsiteX1" fmla="*/ 3088758 w 4354033"/>
              <a:gd name="connsiteY1" fmla="*/ 10632 h 1222744"/>
              <a:gd name="connsiteX2" fmla="*/ 4354033 w 4354033"/>
              <a:gd name="connsiteY2" fmla="*/ 1222744 h 1222744"/>
              <a:gd name="connsiteX3" fmla="*/ 0 w 4354033"/>
              <a:gd name="connsiteY3" fmla="*/ 0 h 1222744"/>
              <a:gd name="connsiteX0" fmla="*/ 0 w 4354033"/>
              <a:gd name="connsiteY0" fmla="*/ 5317 h 1228061"/>
              <a:gd name="connsiteX1" fmla="*/ 3083442 w 4354033"/>
              <a:gd name="connsiteY1" fmla="*/ 0 h 1228061"/>
              <a:gd name="connsiteX2" fmla="*/ 4354033 w 4354033"/>
              <a:gd name="connsiteY2" fmla="*/ 1228061 h 1228061"/>
              <a:gd name="connsiteX3" fmla="*/ 0 w 4354033"/>
              <a:gd name="connsiteY3" fmla="*/ 5317 h 1228061"/>
              <a:gd name="connsiteX0" fmla="*/ 0 w 4354033"/>
              <a:gd name="connsiteY0" fmla="*/ 0 h 1222744"/>
              <a:gd name="connsiteX1" fmla="*/ 3094074 w 4354033"/>
              <a:gd name="connsiteY1" fmla="*/ 5315 h 1222744"/>
              <a:gd name="connsiteX2" fmla="*/ 4354033 w 4354033"/>
              <a:gd name="connsiteY2" fmla="*/ 1222744 h 1222744"/>
              <a:gd name="connsiteX3" fmla="*/ 0 w 4354033"/>
              <a:gd name="connsiteY3" fmla="*/ 0 h 1222744"/>
            </a:gdLst>
            <a:ahLst/>
            <a:cxnLst>
              <a:cxn ang="0">
                <a:pos x="connsiteX0" y="connsiteY0"/>
              </a:cxn>
              <a:cxn ang="0">
                <a:pos x="connsiteX1" y="connsiteY1"/>
              </a:cxn>
              <a:cxn ang="0">
                <a:pos x="connsiteX2" y="connsiteY2"/>
              </a:cxn>
              <a:cxn ang="0">
                <a:pos x="connsiteX3" y="connsiteY3"/>
              </a:cxn>
            </a:cxnLst>
            <a:rect l="l" t="t" r="r" b="b"/>
            <a:pathLst>
              <a:path w="4354033" h="1222744">
                <a:moveTo>
                  <a:pt x="0" y="0"/>
                </a:moveTo>
                <a:lnTo>
                  <a:pt x="3094074" y="5315"/>
                </a:lnTo>
                <a:lnTo>
                  <a:pt x="4354033" y="1222744"/>
                </a:lnTo>
                <a:lnTo>
                  <a:pt x="0" y="0"/>
                </a:lnTo>
                <a:close/>
              </a:path>
            </a:pathLst>
          </a:custGeom>
          <a:gradFill>
            <a:gsLst>
              <a:gs pos="100000">
                <a:schemeClr val="accent2"/>
              </a:gs>
              <a:gs pos="44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34"/>
          <p:cNvSpPr/>
          <p:nvPr/>
        </p:nvSpPr>
        <p:spPr>
          <a:xfrm>
            <a:off x="8690615" y="3783805"/>
            <a:ext cx="2797640" cy="3086077"/>
          </a:xfrm>
          <a:custGeom>
            <a:avLst/>
            <a:gdLst>
              <a:gd name="connsiteX0" fmla="*/ 2270113 w 2753791"/>
              <a:gd name="connsiteY0" fmla="*/ 0 h 3029171"/>
              <a:gd name="connsiteX1" fmla="*/ 0 w 2753791"/>
              <a:gd name="connsiteY1" fmla="*/ 3025640 h 3029171"/>
              <a:gd name="connsiteX2" fmla="*/ 2753791 w 2753791"/>
              <a:gd name="connsiteY2" fmla="*/ 3029171 h 3029171"/>
              <a:gd name="connsiteX3" fmla="*/ 2270113 w 2753791"/>
              <a:gd name="connsiteY3" fmla="*/ 0 h 3029171"/>
              <a:gd name="connsiteX0" fmla="*/ 2247810 w 2753791"/>
              <a:gd name="connsiteY0" fmla="*/ 0 h 3073776"/>
              <a:gd name="connsiteX1" fmla="*/ 0 w 2753791"/>
              <a:gd name="connsiteY1" fmla="*/ 3070245 h 3073776"/>
              <a:gd name="connsiteX2" fmla="*/ 2753791 w 2753791"/>
              <a:gd name="connsiteY2" fmla="*/ 3073776 h 3073776"/>
              <a:gd name="connsiteX3" fmla="*/ 2247810 w 2753791"/>
              <a:gd name="connsiteY3" fmla="*/ 0 h 3073776"/>
              <a:gd name="connsiteX0" fmla="*/ 2311420 w 2817401"/>
              <a:gd name="connsiteY0" fmla="*/ 0 h 3073776"/>
              <a:gd name="connsiteX1" fmla="*/ 0 w 2817401"/>
              <a:gd name="connsiteY1" fmla="*/ 3062294 h 3073776"/>
              <a:gd name="connsiteX2" fmla="*/ 2817401 w 2817401"/>
              <a:gd name="connsiteY2" fmla="*/ 3073776 h 3073776"/>
              <a:gd name="connsiteX3" fmla="*/ 2311420 w 2817401"/>
              <a:gd name="connsiteY3" fmla="*/ 0 h 3073776"/>
              <a:gd name="connsiteX0" fmla="*/ 2311420 w 2817401"/>
              <a:gd name="connsiteY0" fmla="*/ 0 h 3089589"/>
              <a:gd name="connsiteX1" fmla="*/ 0 w 2817401"/>
              <a:gd name="connsiteY1" fmla="*/ 3089589 h 3089589"/>
              <a:gd name="connsiteX2" fmla="*/ 2817401 w 2817401"/>
              <a:gd name="connsiteY2" fmla="*/ 3073776 h 3089589"/>
              <a:gd name="connsiteX3" fmla="*/ 2311420 w 2817401"/>
              <a:gd name="connsiteY3" fmla="*/ 0 h 3089589"/>
              <a:gd name="connsiteX0" fmla="*/ 2306657 w 2812638"/>
              <a:gd name="connsiteY0" fmla="*/ 0 h 3089589"/>
              <a:gd name="connsiteX1" fmla="*/ 0 w 2812638"/>
              <a:gd name="connsiteY1" fmla="*/ 3089589 h 3089589"/>
              <a:gd name="connsiteX2" fmla="*/ 2812638 w 2812638"/>
              <a:gd name="connsiteY2" fmla="*/ 3073776 h 3089589"/>
              <a:gd name="connsiteX3" fmla="*/ 2306657 w 2812638"/>
              <a:gd name="connsiteY3" fmla="*/ 0 h 3089589"/>
              <a:gd name="connsiteX0" fmla="*/ 2306657 w 2812638"/>
              <a:gd name="connsiteY0" fmla="*/ 0 h 3084826"/>
              <a:gd name="connsiteX1" fmla="*/ 0 w 2812638"/>
              <a:gd name="connsiteY1" fmla="*/ 3084826 h 3084826"/>
              <a:gd name="connsiteX2" fmla="*/ 2812638 w 2812638"/>
              <a:gd name="connsiteY2" fmla="*/ 3073776 h 3084826"/>
              <a:gd name="connsiteX3" fmla="*/ 2306657 w 2812638"/>
              <a:gd name="connsiteY3" fmla="*/ 0 h 3084826"/>
              <a:gd name="connsiteX0" fmla="*/ 2292370 w 2798351"/>
              <a:gd name="connsiteY0" fmla="*/ 0 h 3084826"/>
              <a:gd name="connsiteX1" fmla="*/ 0 w 2798351"/>
              <a:gd name="connsiteY1" fmla="*/ 3084826 h 3084826"/>
              <a:gd name="connsiteX2" fmla="*/ 2798351 w 2798351"/>
              <a:gd name="connsiteY2" fmla="*/ 3073776 h 3084826"/>
              <a:gd name="connsiteX3" fmla="*/ 2292370 w 2798351"/>
              <a:gd name="connsiteY3" fmla="*/ 0 h 3084826"/>
              <a:gd name="connsiteX0" fmla="*/ 2298720 w 2804701"/>
              <a:gd name="connsiteY0" fmla="*/ 0 h 3084826"/>
              <a:gd name="connsiteX1" fmla="*/ 0 w 2804701"/>
              <a:gd name="connsiteY1" fmla="*/ 3084826 h 3084826"/>
              <a:gd name="connsiteX2" fmla="*/ 2804701 w 2804701"/>
              <a:gd name="connsiteY2" fmla="*/ 3073776 h 3084826"/>
              <a:gd name="connsiteX3" fmla="*/ 2298720 w 2804701"/>
              <a:gd name="connsiteY3" fmla="*/ 0 h 3084826"/>
              <a:gd name="connsiteX0" fmla="*/ 2298720 w 2804701"/>
              <a:gd name="connsiteY0" fmla="*/ 0 h 3084826"/>
              <a:gd name="connsiteX1" fmla="*/ 0 w 2804701"/>
              <a:gd name="connsiteY1" fmla="*/ 3084826 h 3084826"/>
              <a:gd name="connsiteX2" fmla="*/ 2804701 w 2804701"/>
              <a:gd name="connsiteY2" fmla="*/ 3073776 h 3084826"/>
              <a:gd name="connsiteX3" fmla="*/ 2298720 w 2804701"/>
              <a:gd name="connsiteY3" fmla="*/ 0 h 3084826"/>
              <a:gd name="connsiteX0" fmla="*/ 2311420 w 2804701"/>
              <a:gd name="connsiteY0" fmla="*/ 0 h 3084826"/>
              <a:gd name="connsiteX1" fmla="*/ 0 w 2804701"/>
              <a:gd name="connsiteY1" fmla="*/ 3084826 h 3084826"/>
              <a:gd name="connsiteX2" fmla="*/ 2804701 w 2804701"/>
              <a:gd name="connsiteY2" fmla="*/ 3073776 h 3084826"/>
              <a:gd name="connsiteX3" fmla="*/ 2311420 w 2804701"/>
              <a:gd name="connsiteY3" fmla="*/ 0 h 3084826"/>
              <a:gd name="connsiteX0" fmla="*/ 2311420 w 2804701"/>
              <a:gd name="connsiteY0" fmla="*/ 0 h 3087424"/>
              <a:gd name="connsiteX1" fmla="*/ 0 w 2804701"/>
              <a:gd name="connsiteY1" fmla="*/ 3084826 h 3087424"/>
              <a:gd name="connsiteX2" fmla="*/ 2804701 w 2804701"/>
              <a:gd name="connsiteY2" fmla="*/ 3087424 h 3087424"/>
              <a:gd name="connsiteX3" fmla="*/ 2311420 w 2804701"/>
              <a:gd name="connsiteY3" fmla="*/ 0 h 3087424"/>
              <a:gd name="connsiteX0" fmla="*/ 2311420 w 2818349"/>
              <a:gd name="connsiteY0" fmla="*/ 0 h 3087424"/>
              <a:gd name="connsiteX1" fmla="*/ 0 w 2818349"/>
              <a:gd name="connsiteY1" fmla="*/ 3084826 h 3087424"/>
              <a:gd name="connsiteX2" fmla="*/ 2818349 w 2818349"/>
              <a:gd name="connsiteY2" fmla="*/ 3087424 h 3087424"/>
              <a:gd name="connsiteX3" fmla="*/ 2311420 w 2818349"/>
              <a:gd name="connsiteY3" fmla="*/ 0 h 3087424"/>
            </a:gdLst>
            <a:ahLst/>
            <a:cxnLst>
              <a:cxn ang="0">
                <a:pos x="connsiteX0" y="connsiteY0"/>
              </a:cxn>
              <a:cxn ang="0">
                <a:pos x="connsiteX1" y="connsiteY1"/>
              </a:cxn>
              <a:cxn ang="0">
                <a:pos x="connsiteX2" y="connsiteY2"/>
              </a:cxn>
              <a:cxn ang="0">
                <a:pos x="connsiteX3" y="connsiteY3"/>
              </a:cxn>
            </a:cxnLst>
            <a:rect l="l" t="t" r="r" b="b"/>
            <a:pathLst>
              <a:path w="2818349" h="3087424">
                <a:moveTo>
                  <a:pt x="2311420" y="0"/>
                </a:moveTo>
                <a:lnTo>
                  <a:pt x="0" y="3084826"/>
                </a:lnTo>
                <a:lnTo>
                  <a:pt x="2818349" y="3087424"/>
                </a:lnTo>
                <a:lnTo>
                  <a:pt x="2311420" y="0"/>
                </a:lnTo>
                <a:close/>
              </a:path>
            </a:pathLst>
          </a:custGeom>
          <a:gradFill>
            <a:gsLst>
              <a:gs pos="11000">
                <a:schemeClr val="accent2"/>
              </a:gs>
              <a:gs pos="78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6" name="Freeform 35"/>
          <p:cNvSpPr/>
          <p:nvPr/>
        </p:nvSpPr>
        <p:spPr>
          <a:xfrm>
            <a:off x="7660347" y="1094096"/>
            <a:ext cx="4531653" cy="1344304"/>
          </a:xfrm>
          <a:custGeom>
            <a:avLst/>
            <a:gdLst>
              <a:gd name="connsiteX0" fmla="*/ 0 w 4533900"/>
              <a:gd name="connsiteY0" fmla="*/ 142875 h 1371600"/>
              <a:gd name="connsiteX1" fmla="*/ 4533900 w 4533900"/>
              <a:gd name="connsiteY1" fmla="*/ 0 h 1371600"/>
              <a:gd name="connsiteX2" fmla="*/ 2043113 w 4533900"/>
              <a:gd name="connsiteY2" fmla="*/ 1371600 h 1371600"/>
              <a:gd name="connsiteX3" fmla="*/ 0 w 4533900"/>
              <a:gd name="connsiteY3" fmla="*/ 142875 h 1371600"/>
              <a:gd name="connsiteX0" fmla="*/ 0 w 4533900"/>
              <a:gd name="connsiteY0" fmla="*/ 142875 h 1371600"/>
              <a:gd name="connsiteX1" fmla="*/ 4533900 w 4533900"/>
              <a:gd name="connsiteY1" fmla="*/ 0 h 1371600"/>
              <a:gd name="connsiteX2" fmla="*/ 2021848 w 4533900"/>
              <a:gd name="connsiteY2" fmla="*/ 1371600 h 1371600"/>
              <a:gd name="connsiteX3" fmla="*/ 0 w 4533900"/>
              <a:gd name="connsiteY3" fmla="*/ 142875 h 1371600"/>
              <a:gd name="connsiteX0" fmla="*/ 0 w 4544532"/>
              <a:gd name="connsiteY0" fmla="*/ 153508 h 1371600"/>
              <a:gd name="connsiteX1" fmla="*/ 4544532 w 4544532"/>
              <a:gd name="connsiteY1" fmla="*/ 0 h 1371600"/>
              <a:gd name="connsiteX2" fmla="*/ 2032480 w 4544532"/>
              <a:gd name="connsiteY2" fmla="*/ 1371600 h 1371600"/>
              <a:gd name="connsiteX3" fmla="*/ 0 w 4544532"/>
              <a:gd name="connsiteY3" fmla="*/ 153508 h 1371600"/>
              <a:gd name="connsiteX0" fmla="*/ 0 w 4544532"/>
              <a:gd name="connsiteY0" fmla="*/ 142875 h 1371600"/>
              <a:gd name="connsiteX1" fmla="*/ 4544532 w 4544532"/>
              <a:gd name="connsiteY1" fmla="*/ 0 h 1371600"/>
              <a:gd name="connsiteX2" fmla="*/ 2032480 w 4544532"/>
              <a:gd name="connsiteY2" fmla="*/ 1371600 h 1371600"/>
              <a:gd name="connsiteX3" fmla="*/ 0 w 4544532"/>
              <a:gd name="connsiteY3" fmla="*/ 142875 h 1371600"/>
              <a:gd name="connsiteX0" fmla="*/ 0 w 4536805"/>
              <a:gd name="connsiteY0" fmla="*/ 148026 h 1371600"/>
              <a:gd name="connsiteX1" fmla="*/ 4536805 w 4536805"/>
              <a:gd name="connsiteY1" fmla="*/ 0 h 1371600"/>
              <a:gd name="connsiteX2" fmla="*/ 2024753 w 4536805"/>
              <a:gd name="connsiteY2" fmla="*/ 1371600 h 1371600"/>
              <a:gd name="connsiteX3" fmla="*/ 0 w 4536805"/>
              <a:gd name="connsiteY3" fmla="*/ 148026 h 1371600"/>
              <a:gd name="connsiteX0" fmla="*/ 0 w 4531653"/>
              <a:gd name="connsiteY0" fmla="*/ 142874 h 1371600"/>
              <a:gd name="connsiteX1" fmla="*/ 4531653 w 4531653"/>
              <a:gd name="connsiteY1" fmla="*/ 0 h 1371600"/>
              <a:gd name="connsiteX2" fmla="*/ 2019601 w 4531653"/>
              <a:gd name="connsiteY2" fmla="*/ 1371600 h 1371600"/>
              <a:gd name="connsiteX3" fmla="*/ 0 w 4531653"/>
              <a:gd name="connsiteY3" fmla="*/ 142874 h 1371600"/>
              <a:gd name="connsiteX0" fmla="*/ 0 w 3944799"/>
              <a:gd name="connsiteY0" fmla="*/ 33692 h 1262418"/>
              <a:gd name="connsiteX1" fmla="*/ 3944799 w 3944799"/>
              <a:gd name="connsiteY1" fmla="*/ 0 h 1262418"/>
              <a:gd name="connsiteX2" fmla="*/ 2019601 w 3944799"/>
              <a:gd name="connsiteY2" fmla="*/ 1262418 h 1262418"/>
              <a:gd name="connsiteX3" fmla="*/ 0 w 3944799"/>
              <a:gd name="connsiteY3" fmla="*/ 33692 h 1262418"/>
              <a:gd name="connsiteX0" fmla="*/ 0 w 4531653"/>
              <a:gd name="connsiteY0" fmla="*/ 115578 h 1344304"/>
              <a:gd name="connsiteX1" fmla="*/ 4531653 w 4531653"/>
              <a:gd name="connsiteY1" fmla="*/ 0 h 1344304"/>
              <a:gd name="connsiteX2" fmla="*/ 2019601 w 4531653"/>
              <a:gd name="connsiteY2" fmla="*/ 1344304 h 1344304"/>
              <a:gd name="connsiteX3" fmla="*/ 0 w 4531653"/>
              <a:gd name="connsiteY3" fmla="*/ 115578 h 1344304"/>
            </a:gdLst>
            <a:ahLst/>
            <a:cxnLst>
              <a:cxn ang="0">
                <a:pos x="connsiteX0" y="connsiteY0"/>
              </a:cxn>
              <a:cxn ang="0">
                <a:pos x="connsiteX1" y="connsiteY1"/>
              </a:cxn>
              <a:cxn ang="0">
                <a:pos x="connsiteX2" y="connsiteY2"/>
              </a:cxn>
              <a:cxn ang="0">
                <a:pos x="connsiteX3" y="connsiteY3"/>
              </a:cxn>
            </a:cxnLst>
            <a:rect l="l" t="t" r="r" b="b"/>
            <a:pathLst>
              <a:path w="4531653" h="1344304">
                <a:moveTo>
                  <a:pt x="0" y="115578"/>
                </a:moveTo>
                <a:lnTo>
                  <a:pt x="4531653" y="0"/>
                </a:lnTo>
                <a:lnTo>
                  <a:pt x="2019601" y="1344304"/>
                </a:lnTo>
                <a:lnTo>
                  <a:pt x="0" y="115578"/>
                </a:lnTo>
                <a:close/>
              </a:path>
            </a:pathLst>
          </a:custGeom>
          <a:gradFill>
            <a:gsLst>
              <a:gs pos="9000">
                <a:schemeClr val="accent1"/>
              </a:gs>
              <a:gs pos="100000">
                <a:schemeClr val="accent2"/>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7" name="Freeform 36"/>
          <p:cNvSpPr/>
          <p:nvPr/>
        </p:nvSpPr>
        <p:spPr>
          <a:xfrm>
            <a:off x="4067336" y="4705135"/>
            <a:ext cx="4628534" cy="2161794"/>
          </a:xfrm>
          <a:custGeom>
            <a:avLst/>
            <a:gdLst>
              <a:gd name="connsiteX0" fmla="*/ 0 w 4632158"/>
              <a:gd name="connsiteY0" fmla="*/ 1239253 h 2129590"/>
              <a:gd name="connsiteX1" fmla="*/ 3645569 w 4632158"/>
              <a:gd name="connsiteY1" fmla="*/ 0 h 2129590"/>
              <a:gd name="connsiteX2" fmla="*/ 4632158 w 4632158"/>
              <a:gd name="connsiteY2" fmla="*/ 2129590 h 2129590"/>
              <a:gd name="connsiteX3" fmla="*/ 0 w 4632158"/>
              <a:gd name="connsiteY3" fmla="*/ 1239253 h 2129590"/>
              <a:gd name="connsiteX0" fmla="*/ 0 w 4632158"/>
              <a:gd name="connsiteY0" fmla="*/ 1243228 h 2133565"/>
              <a:gd name="connsiteX1" fmla="*/ 3641593 w 4632158"/>
              <a:gd name="connsiteY1" fmla="*/ 0 h 2133565"/>
              <a:gd name="connsiteX2" fmla="*/ 4632158 w 4632158"/>
              <a:gd name="connsiteY2" fmla="*/ 2133565 h 2133565"/>
              <a:gd name="connsiteX3" fmla="*/ 0 w 4632158"/>
              <a:gd name="connsiteY3" fmla="*/ 1243228 h 2133565"/>
              <a:gd name="connsiteX0" fmla="*/ 0 w 4656011"/>
              <a:gd name="connsiteY0" fmla="*/ 1243228 h 2157419"/>
              <a:gd name="connsiteX1" fmla="*/ 3641593 w 4656011"/>
              <a:gd name="connsiteY1" fmla="*/ 0 h 2157419"/>
              <a:gd name="connsiteX2" fmla="*/ 4656011 w 4656011"/>
              <a:gd name="connsiteY2" fmla="*/ 2157419 h 2157419"/>
              <a:gd name="connsiteX3" fmla="*/ 0 w 4656011"/>
              <a:gd name="connsiteY3" fmla="*/ 1243228 h 2157419"/>
              <a:gd name="connsiteX0" fmla="*/ 0 w 4659987"/>
              <a:gd name="connsiteY0" fmla="*/ 1247204 h 2157419"/>
              <a:gd name="connsiteX1" fmla="*/ 3645569 w 4659987"/>
              <a:gd name="connsiteY1" fmla="*/ 0 h 2157419"/>
              <a:gd name="connsiteX2" fmla="*/ 4659987 w 4659987"/>
              <a:gd name="connsiteY2" fmla="*/ 2157419 h 2157419"/>
              <a:gd name="connsiteX3" fmla="*/ 0 w 4659987"/>
              <a:gd name="connsiteY3" fmla="*/ 1247204 h 2157419"/>
              <a:gd name="connsiteX0" fmla="*/ 0 w 4667938"/>
              <a:gd name="connsiteY0" fmla="*/ 1263107 h 2157419"/>
              <a:gd name="connsiteX1" fmla="*/ 3653520 w 4667938"/>
              <a:gd name="connsiteY1" fmla="*/ 0 h 2157419"/>
              <a:gd name="connsiteX2" fmla="*/ 4667938 w 4667938"/>
              <a:gd name="connsiteY2" fmla="*/ 2157419 h 2157419"/>
              <a:gd name="connsiteX3" fmla="*/ 0 w 4667938"/>
              <a:gd name="connsiteY3" fmla="*/ 1263107 h 2157419"/>
              <a:gd name="connsiteX0" fmla="*/ 0 w 4667938"/>
              <a:gd name="connsiteY0" fmla="*/ 1259132 h 2157419"/>
              <a:gd name="connsiteX1" fmla="*/ 3653520 w 4667938"/>
              <a:gd name="connsiteY1" fmla="*/ 0 h 2157419"/>
              <a:gd name="connsiteX2" fmla="*/ 4667938 w 4667938"/>
              <a:gd name="connsiteY2" fmla="*/ 2157419 h 2157419"/>
              <a:gd name="connsiteX3" fmla="*/ 0 w 4667938"/>
              <a:gd name="connsiteY3" fmla="*/ 1259132 h 2157419"/>
              <a:gd name="connsiteX0" fmla="*/ 0 w 4667938"/>
              <a:gd name="connsiteY0" fmla="*/ 1259132 h 2157419"/>
              <a:gd name="connsiteX1" fmla="*/ 3653520 w 4667938"/>
              <a:gd name="connsiteY1" fmla="*/ 0 h 2157419"/>
              <a:gd name="connsiteX2" fmla="*/ 4667938 w 4667938"/>
              <a:gd name="connsiteY2" fmla="*/ 2157419 h 2157419"/>
              <a:gd name="connsiteX3" fmla="*/ 0 w 4667938"/>
              <a:gd name="connsiteY3" fmla="*/ 1259132 h 2157419"/>
              <a:gd name="connsiteX0" fmla="*/ 0 w 4659987"/>
              <a:gd name="connsiteY0" fmla="*/ 1251181 h 2157419"/>
              <a:gd name="connsiteX1" fmla="*/ 3645569 w 4659987"/>
              <a:gd name="connsiteY1" fmla="*/ 0 h 2157419"/>
              <a:gd name="connsiteX2" fmla="*/ 4659987 w 4659987"/>
              <a:gd name="connsiteY2" fmla="*/ 2157419 h 2157419"/>
              <a:gd name="connsiteX3" fmla="*/ 0 w 4659987"/>
              <a:gd name="connsiteY3" fmla="*/ 1251181 h 2157419"/>
              <a:gd name="connsiteX0" fmla="*/ 0 w 4674275"/>
              <a:gd name="connsiteY0" fmla="*/ 1251181 h 2157419"/>
              <a:gd name="connsiteX1" fmla="*/ 3645569 w 4674275"/>
              <a:gd name="connsiteY1" fmla="*/ 0 h 2157419"/>
              <a:gd name="connsiteX2" fmla="*/ 4674275 w 4674275"/>
              <a:gd name="connsiteY2" fmla="*/ 2157419 h 2157419"/>
              <a:gd name="connsiteX3" fmla="*/ 0 w 4674275"/>
              <a:gd name="connsiteY3" fmla="*/ 1251181 h 2157419"/>
              <a:gd name="connsiteX0" fmla="*/ 0 w 4683800"/>
              <a:gd name="connsiteY0" fmla="*/ 1251181 h 2157419"/>
              <a:gd name="connsiteX1" fmla="*/ 3655094 w 4683800"/>
              <a:gd name="connsiteY1" fmla="*/ 0 h 2157419"/>
              <a:gd name="connsiteX2" fmla="*/ 4683800 w 4683800"/>
              <a:gd name="connsiteY2" fmla="*/ 2157419 h 2157419"/>
              <a:gd name="connsiteX3" fmla="*/ 0 w 4683800"/>
              <a:gd name="connsiteY3" fmla="*/ 1251181 h 2157419"/>
              <a:gd name="connsiteX0" fmla="*/ 0 w 4695230"/>
              <a:gd name="connsiteY0" fmla="*/ 1251181 h 2157419"/>
              <a:gd name="connsiteX1" fmla="*/ 3666524 w 4695230"/>
              <a:gd name="connsiteY1" fmla="*/ 0 h 2157419"/>
              <a:gd name="connsiteX2" fmla="*/ 4695230 w 4695230"/>
              <a:gd name="connsiteY2" fmla="*/ 2157419 h 2157419"/>
              <a:gd name="connsiteX3" fmla="*/ 0 w 4695230"/>
              <a:gd name="connsiteY3" fmla="*/ 1251181 h 2157419"/>
              <a:gd name="connsiteX0" fmla="*/ 0 w 4695230"/>
              <a:gd name="connsiteY0" fmla="*/ 1251181 h 2171067"/>
              <a:gd name="connsiteX1" fmla="*/ 3666524 w 4695230"/>
              <a:gd name="connsiteY1" fmla="*/ 0 h 2171067"/>
              <a:gd name="connsiteX2" fmla="*/ 4695230 w 4695230"/>
              <a:gd name="connsiteY2" fmla="*/ 2171067 h 2171067"/>
              <a:gd name="connsiteX3" fmla="*/ 0 w 4695230"/>
              <a:gd name="connsiteY3" fmla="*/ 1251181 h 2171067"/>
              <a:gd name="connsiteX0" fmla="*/ 0 w 4708878"/>
              <a:gd name="connsiteY0" fmla="*/ 1251181 h 2184715"/>
              <a:gd name="connsiteX1" fmla="*/ 3666524 w 4708878"/>
              <a:gd name="connsiteY1" fmla="*/ 0 h 2184715"/>
              <a:gd name="connsiteX2" fmla="*/ 4708878 w 4708878"/>
              <a:gd name="connsiteY2" fmla="*/ 2184715 h 2184715"/>
              <a:gd name="connsiteX3" fmla="*/ 0 w 4708878"/>
              <a:gd name="connsiteY3" fmla="*/ 1251181 h 2184715"/>
              <a:gd name="connsiteX0" fmla="*/ 0 w 4722526"/>
              <a:gd name="connsiteY0" fmla="*/ 1251181 h 2198363"/>
              <a:gd name="connsiteX1" fmla="*/ 3666524 w 4722526"/>
              <a:gd name="connsiteY1" fmla="*/ 0 h 2198363"/>
              <a:gd name="connsiteX2" fmla="*/ 4722526 w 4722526"/>
              <a:gd name="connsiteY2" fmla="*/ 2198363 h 2198363"/>
              <a:gd name="connsiteX3" fmla="*/ 0 w 4722526"/>
              <a:gd name="connsiteY3" fmla="*/ 1251181 h 2198363"/>
              <a:gd name="connsiteX0" fmla="*/ 0 w 4658916"/>
              <a:gd name="connsiteY0" fmla="*/ 1251181 h 2190411"/>
              <a:gd name="connsiteX1" fmla="*/ 3666524 w 4658916"/>
              <a:gd name="connsiteY1" fmla="*/ 0 h 2190411"/>
              <a:gd name="connsiteX2" fmla="*/ 4658916 w 4658916"/>
              <a:gd name="connsiteY2" fmla="*/ 2190411 h 2190411"/>
              <a:gd name="connsiteX3" fmla="*/ 0 w 4658916"/>
              <a:gd name="connsiteY3" fmla="*/ 1251181 h 2190411"/>
              <a:gd name="connsiteX0" fmla="*/ 0 w 4658916"/>
              <a:gd name="connsiteY0" fmla="*/ 1251181 h 2166557"/>
              <a:gd name="connsiteX1" fmla="*/ 3666524 w 4658916"/>
              <a:gd name="connsiteY1" fmla="*/ 0 h 2166557"/>
              <a:gd name="connsiteX2" fmla="*/ 4658916 w 4658916"/>
              <a:gd name="connsiteY2" fmla="*/ 2166557 h 2166557"/>
              <a:gd name="connsiteX3" fmla="*/ 0 w 4658916"/>
              <a:gd name="connsiteY3" fmla="*/ 1251181 h 2166557"/>
              <a:gd name="connsiteX0" fmla="*/ 0 w 4670136"/>
              <a:gd name="connsiteY0" fmla="*/ 1251181 h 2166557"/>
              <a:gd name="connsiteX1" fmla="*/ 3677744 w 4670136"/>
              <a:gd name="connsiteY1" fmla="*/ 0 h 2166557"/>
              <a:gd name="connsiteX2" fmla="*/ 4670136 w 4670136"/>
              <a:gd name="connsiteY2" fmla="*/ 2166557 h 2166557"/>
              <a:gd name="connsiteX3" fmla="*/ 0 w 4670136"/>
              <a:gd name="connsiteY3" fmla="*/ 1251181 h 2166557"/>
              <a:gd name="connsiteX0" fmla="*/ 0 w 4653306"/>
              <a:gd name="connsiteY0" fmla="*/ 1251181 h 2166557"/>
              <a:gd name="connsiteX1" fmla="*/ 3660914 w 4653306"/>
              <a:gd name="connsiteY1" fmla="*/ 0 h 2166557"/>
              <a:gd name="connsiteX2" fmla="*/ 4653306 w 4653306"/>
              <a:gd name="connsiteY2" fmla="*/ 2166557 h 2166557"/>
              <a:gd name="connsiteX3" fmla="*/ 0 w 4653306"/>
              <a:gd name="connsiteY3" fmla="*/ 1251181 h 2166557"/>
              <a:gd name="connsiteX0" fmla="*/ 0 w 4001299"/>
              <a:gd name="connsiteY0" fmla="*/ 869518 h 2166557"/>
              <a:gd name="connsiteX1" fmla="*/ 3008907 w 4001299"/>
              <a:gd name="connsiteY1" fmla="*/ 0 h 2166557"/>
              <a:gd name="connsiteX2" fmla="*/ 4001299 w 4001299"/>
              <a:gd name="connsiteY2" fmla="*/ 2166557 h 2166557"/>
              <a:gd name="connsiteX3" fmla="*/ 0 w 4001299"/>
              <a:gd name="connsiteY3" fmla="*/ 869518 h 2166557"/>
              <a:gd name="connsiteX0" fmla="*/ 0 w 4645354"/>
              <a:gd name="connsiteY0" fmla="*/ 1251181 h 2166557"/>
              <a:gd name="connsiteX1" fmla="*/ 3652962 w 4645354"/>
              <a:gd name="connsiteY1" fmla="*/ 0 h 2166557"/>
              <a:gd name="connsiteX2" fmla="*/ 4645354 w 4645354"/>
              <a:gd name="connsiteY2" fmla="*/ 2166557 h 2166557"/>
              <a:gd name="connsiteX3" fmla="*/ 0 w 4645354"/>
              <a:gd name="connsiteY3" fmla="*/ 1251181 h 2166557"/>
              <a:gd name="connsiteX0" fmla="*/ 0 w 4645354"/>
              <a:gd name="connsiteY0" fmla="*/ 1243230 h 2166557"/>
              <a:gd name="connsiteX1" fmla="*/ 3652962 w 4645354"/>
              <a:gd name="connsiteY1" fmla="*/ 0 h 2166557"/>
              <a:gd name="connsiteX2" fmla="*/ 4645354 w 4645354"/>
              <a:gd name="connsiteY2" fmla="*/ 2166557 h 2166557"/>
              <a:gd name="connsiteX3" fmla="*/ 0 w 4645354"/>
              <a:gd name="connsiteY3" fmla="*/ 1243230 h 2166557"/>
              <a:gd name="connsiteX0" fmla="*/ 0 w 4645354"/>
              <a:gd name="connsiteY0" fmla="*/ 1238467 h 2161794"/>
              <a:gd name="connsiteX1" fmla="*/ 3664911 w 4645354"/>
              <a:gd name="connsiteY1" fmla="*/ 0 h 2161794"/>
              <a:gd name="connsiteX2" fmla="*/ 4645354 w 4645354"/>
              <a:gd name="connsiteY2" fmla="*/ 2161794 h 2161794"/>
              <a:gd name="connsiteX3" fmla="*/ 0 w 4645354"/>
              <a:gd name="connsiteY3" fmla="*/ 1238467 h 2161794"/>
            </a:gdLst>
            <a:ahLst/>
            <a:cxnLst>
              <a:cxn ang="0">
                <a:pos x="connsiteX0" y="connsiteY0"/>
              </a:cxn>
              <a:cxn ang="0">
                <a:pos x="connsiteX1" y="connsiteY1"/>
              </a:cxn>
              <a:cxn ang="0">
                <a:pos x="connsiteX2" y="connsiteY2"/>
              </a:cxn>
              <a:cxn ang="0">
                <a:pos x="connsiteX3" y="connsiteY3"/>
              </a:cxn>
            </a:cxnLst>
            <a:rect l="l" t="t" r="r" b="b"/>
            <a:pathLst>
              <a:path w="4645354" h="2161794">
                <a:moveTo>
                  <a:pt x="0" y="1238467"/>
                </a:moveTo>
                <a:lnTo>
                  <a:pt x="3664911" y="0"/>
                </a:lnTo>
                <a:lnTo>
                  <a:pt x="4645354" y="2161794"/>
                </a:lnTo>
                <a:lnTo>
                  <a:pt x="0" y="1238467"/>
                </a:lnTo>
                <a:close/>
              </a:path>
            </a:pathLst>
          </a:custGeom>
          <a:gradFill>
            <a:gsLst>
              <a:gs pos="2000">
                <a:schemeClr val="accent1"/>
              </a:gs>
              <a:gs pos="100000">
                <a:schemeClr val="accent2"/>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8" name="Freeform 37"/>
          <p:cNvSpPr/>
          <p:nvPr/>
        </p:nvSpPr>
        <p:spPr>
          <a:xfrm>
            <a:off x="3541852" y="3007895"/>
            <a:ext cx="2834884" cy="2947737"/>
          </a:xfrm>
          <a:custGeom>
            <a:avLst/>
            <a:gdLst>
              <a:gd name="connsiteX0" fmla="*/ 0 w 2791326"/>
              <a:gd name="connsiteY0" fmla="*/ 1816768 h 2947737"/>
              <a:gd name="connsiteX1" fmla="*/ 493294 w 2791326"/>
              <a:gd name="connsiteY1" fmla="*/ 2947737 h 2947737"/>
              <a:gd name="connsiteX2" fmla="*/ 2791326 w 2791326"/>
              <a:gd name="connsiteY2" fmla="*/ 0 h 2947737"/>
              <a:gd name="connsiteX3" fmla="*/ 0 w 2791326"/>
              <a:gd name="connsiteY3" fmla="*/ 1816768 h 2947737"/>
              <a:gd name="connsiteX0" fmla="*/ 0 w 2799638"/>
              <a:gd name="connsiteY0" fmla="*/ 1845863 h 2947737"/>
              <a:gd name="connsiteX1" fmla="*/ 501606 w 2799638"/>
              <a:gd name="connsiteY1" fmla="*/ 2947737 h 2947737"/>
              <a:gd name="connsiteX2" fmla="*/ 2799638 w 2799638"/>
              <a:gd name="connsiteY2" fmla="*/ 0 h 2947737"/>
              <a:gd name="connsiteX3" fmla="*/ 0 w 2799638"/>
              <a:gd name="connsiteY3" fmla="*/ 1845863 h 2947737"/>
              <a:gd name="connsiteX0" fmla="*/ 0 w 2826933"/>
              <a:gd name="connsiteY0" fmla="*/ 1886806 h 2947737"/>
              <a:gd name="connsiteX1" fmla="*/ 528901 w 2826933"/>
              <a:gd name="connsiteY1" fmla="*/ 2947737 h 2947737"/>
              <a:gd name="connsiteX2" fmla="*/ 2826933 w 2826933"/>
              <a:gd name="connsiteY2" fmla="*/ 0 h 2947737"/>
              <a:gd name="connsiteX3" fmla="*/ 0 w 2826933"/>
              <a:gd name="connsiteY3" fmla="*/ 1886806 h 2947737"/>
              <a:gd name="connsiteX0" fmla="*/ 0 w 2826933"/>
              <a:gd name="connsiteY0" fmla="*/ 1859510 h 2947737"/>
              <a:gd name="connsiteX1" fmla="*/ 528901 w 2826933"/>
              <a:gd name="connsiteY1" fmla="*/ 2947737 h 2947737"/>
              <a:gd name="connsiteX2" fmla="*/ 2826933 w 2826933"/>
              <a:gd name="connsiteY2" fmla="*/ 0 h 2947737"/>
              <a:gd name="connsiteX3" fmla="*/ 0 w 2826933"/>
              <a:gd name="connsiteY3" fmla="*/ 1859510 h 2947737"/>
              <a:gd name="connsiteX0" fmla="*/ 0 w 2826933"/>
              <a:gd name="connsiteY0" fmla="*/ 1859510 h 2947737"/>
              <a:gd name="connsiteX1" fmla="*/ 523291 w 2826933"/>
              <a:gd name="connsiteY1" fmla="*/ 2947737 h 2947737"/>
              <a:gd name="connsiteX2" fmla="*/ 2826933 w 2826933"/>
              <a:gd name="connsiteY2" fmla="*/ 0 h 2947737"/>
              <a:gd name="connsiteX3" fmla="*/ 0 w 2826933"/>
              <a:gd name="connsiteY3" fmla="*/ 1859510 h 2947737"/>
              <a:gd name="connsiteX0" fmla="*/ 0 w 2834884"/>
              <a:gd name="connsiteY0" fmla="*/ 1867462 h 2947737"/>
              <a:gd name="connsiteX1" fmla="*/ 531242 w 2834884"/>
              <a:gd name="connsiteY1" fmla="*/ 2947737 h 2947737"/>
              <a:gd name="connsiteX2" fmla="*/ 2834884 w 2834884"/>
              <a:gd name="connsiteY2" fmla="*/ 0 h 2947737"/>
              <a:gd name="connsiteX3" fmla="*/ 0 w 2834884"/>
              <a:gd name="connsiteY3" fmla="*/ 1867462 h 2947737"/>
            </a:gdLst>
            <a:ahLst/>
            <a:cxnLst>
              <a:cxn ang="0">
                <a:pos x="connsiteX0" y="connsiteY0"/>
              </a:cxn>
              <a:cxn ang="0">
                <a:pos x="connsiteX1" y="connsiteY1"/>
              </a:cxn>
              <a:cxn ang="0">
                <a:pos x="connsiteX2" y="connsiteY2"/>
              </a:cxn>
              <a:cxn ang="0">
                <a:pos x="connsiteX3" y="connsiteY3"/>
              </a:cxn>
            </a:cxnLst>
            <a:rect l="l" t="t" r="r" b="b"/>
            <a:pathLst>
              <a:path w="2834884" h="2947737">
                <a:moveTo>
                  <a:pt x="0" y="1867462"/>
                </a:moveTo>
                <a:lnTo>
                  <a:pt x="531242" y="2947737"/>
                </a:lnTo>
                <a:lnTo>
                  <a:pt x="2834884" y="0"/>
                </a:lnTo>
                <a:lnTo>
                  <a:pt x="0" y="1867462"/>
                </a:lnTo>
                <a:close/>
              </a:path>
            </a:pathLst>
          </a:custGeom>
          <a:gradFill>
            <a:gsLst>
              <a:gs pos="15000">
                <a:schemeClr val="accent2"/>
              </a:gs>
              <a:gs pos="97000">
                <a:schemeClr val="accent1"/>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 name="Title 1"/>
          <p:cNvSpPr>
            <a:spLocks noGrp="1"/>
          </p:cNvSpPr>
          <p:nvPr userDrawn="1">
            <p:ph type="title"/>
          </p:nvPr>
        </p:nvSpPr>
        <p:spPr>
          <a:xfrm>
            <a:off x="379413" y="1333500"/>
            <a:ext cx="9521825" cy="4127499"/>
          </a:xfrm>
        </p:spPr>
        <p:txBody>
          <a:bodyPr rIns="0" anchor="t"/>
          <a:lstStyle>
            <a:lvl1pPr>
              <a:defRPr sz="4800">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3016774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ection Header Option 2">
    <p:spTree>
      <p:nvGrpSpPr>
        <p:cNvPr id="1" name=""/>
        <p:cNvGrpSpPr/>
        <p:nvPr/>
      </p:nvGrpSpPr>
      <p:grpSpPr>
        <a:xfrm>
          <a:off x="0" y="0"/>
          <a:ext cx="0" cy="0"/>
          <a:chOff x="0" y="0"/>
          <a:chExt cx="0" cy="0"/>
        </a:xfrm>
      </p:grpSpPr>
      <p:sp>
        <p:nvSpPr>
          <p:cNvPr id="41" name="Rectangle 40"/>
          <p:cNvSpPr/>
          <p:nvPr userDrawn="1"/>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grpSp>
        <p:nvGrpSpPr>
          <p:cNvPr id="3" name="Group 2"/>
          <p:cNvGrpSpPr/>
          <p:nvPr userDrawn="1"/>
        </p:nvGrpSpPr>
        <p:grpSpPr>
          <a:xfrm>
            <a:off x="-9845" y="-7221"/>
            <a:ext cx="12210731" cy="6884165"/>
            <a:chOff x="-9845" y="-7221"/>
            <a:chExt cx="12210731" cy="6884165"/>
          </a:xfrm>
        </p:grpSpPr>
        <p:sp>
          <p:nvSpPr>
            <p:cNvPr id="6" name="Freeform 5"/>
            <p:cNvSpPr/>
            <p:nvPr/>
          </p:nvSpPr>
          <p:spPr>
            <a:xfrm>
              <a:off x="-6314" y="3602940"/>
              <a:ext cx="3593122" cy="3267566"/>
            </a:xfrm>
            <a:custGeom>
              <a:avLst/>
              <a:gdLst>
                <a:gd name="connsiteX0" fmla="*/ 1392248 w 3580909"/>
                <a:gd name="connsiteY0" fmla="*/ 0 h 3209249"/>
                <a:gd name="connsiteX1" fmla="*/ 0 w 3580909"/>
                <a:gd name="connsiteY1" fmla="*/ 3209249 h 3209249"/>
                <a:gd name="connsiteX2" fmla="*/ 3580909 w 3580909"/>
                <a:gd name="connsiteY2" fmla="*/ 1215267 h 3209249"/>
                <a:gd name="connsiteX3" fmla="*/ 1392248 w 3580909"/>
                <a:gd name="connsiteY3" fmla="*/ 0 h 3209249"/>
                <a:gd name="connsiteX0" fmla="*/ 1406371 w 3595032"/>
                <a:gd name="connsiteY0" fmla="*/ 0 h 3209249"/>
                <a:gd name="connsiteX1" fmla="*/ 0 w 3595032"/>
                <a:gd name="connsiteY1" fmla="*/ 3209249 h 3209249"/>
                <a:gd name="connsiteX2" fmla="*/ 3595032 w 3595032"/>
                <a:gd name="connsiteY2" fmla="*/ 1215267 h 3209249"/>
                <a:gd name="connsiteX3" fmla="*/ 1406371 w 3595032"/>
                <a:gd name="connsiteY3" fmla="*/ 0 h 3209249"/>
                <a:gd name="connsiteX0" fmla="*/ 1399310 w 3587971"/>
                <a:gd name="connsiteY0" fmla="*/ 0 h 3209249"/>
                <a:gd name="connsiteX1" fmla="*/ 0 w 3587971"/>
                <a:gd name="connsiteY1" fmla="*/ 3209249 h 3209249"/>
                <a:gd name="connsiteX2" fmla="*/ 3587971 w 3587971"/>
                <a:gd name="connsiteY2" fmla="*/ 1215267 h 3209249"/>
                <a:gd name="connsiteX3" fmla="*/ 1399310 w 3587971"/>
                <a:gd name="connsiteY3" fmla="*/ 0 h 3209249"/>
                <a:gd name="connsiteX0" fmla="*/ 1399310 w 3587971"/>
                <a:gd name="connsiteY0" fmla="*/ 0 h 3252111"/>
                <a:gd name="connsiteX1" fmla="*/ 0 w 3587971"/>
                <a:gd name="connsiteY1" fmla="*/ 3252111 h 3252111"/>
                <a:gd name="connsiteX2" fmla="*/ 3587971 w 3587971"/>
                <a:gd name="connsiteY2" fmla="*/ 1258129 h 3252111"/>
                <a:gd name="connsiteX3" fmla="*/ 1399310 w 3587971"/>
                <a:gd name="connsiteY3" fmla="*/ 0 h 3252111"/>
                <a:gd name="connsiteX0" fmla="*/ 1396734 w 3585395"/>
                <a:gd name="connsiteY0" fmla="*/ 0 h 3264990"/>
                <a:gd name="connsiteX1" fmla="*/ 0 w 3585395"/>
                <a:gd name="connsiteY1" fmla="*/ 3264990 h 3264990"/>
                <a:gd name="connsiteX2" fmla="*/ 3585395 w 3585395"/>
                <a:gd name="connsiteY2" fmla="*/ 1258129 h 3264990"/>
                <a:gd name="connsiteX3" fmla="*/ 1396734 w 3585395"/>
                <a:gd name="connsiteY3" fmla="*/ 0 h 3264990"/>
                <a:gd name="connsiteX0" fmla="*/ 1404461 w 3593122"/>
                <a:gd name="connsiteY0" fmla="*/ 0 h 3267566"/>
                <a:gd name="connsiteX1" fmla="*/ 0 w 3593122"/>
                <a:gd name="connsiteY1" fmla="*/ 3267566 h 3267566"/>
                <a:gd name="connsiteX2" fmla="*/ 3593122 w 3593122"/>
                <a:gd name="connsiteY2" fmla="*/ 1258129 h 3267566"/>
                <a:gd name="connsiteX3" fmla="*/ 1404461 w 3593122"/>
                <a:gd name="connsiteY3" fmla="*/ 0 h 3267566"/>
              </a:gdLst>
              <a:ahLst/>
              <a:cxnLst>
                <a:cxn ang="0">
                  <a:pos x="connsiteX0" y="connsiteY0"/>
                </a:cxn>
                <a:cxn ang="0">
                  <a:pos x="connsiteX1" y="connsiteY1"/>
                </a:cxn>
                <a:cxn ang="0">
                  <a:pos x="connsiteX2" y="connsiteY2"/>
                </a:cxn>
                <a:cxn ang="0">
                  <a:pos x="connsiteX3" y="connsiteY3"/>
                </a:cxn>
              </a:cxnLst>
              <a:rect l="l" t="t" r="r" b="b"/>
              <a:pathLst>
                <a:path w="3593122" h="3267566">
                  <a:moveTo>
                    <a:pt x="1404461" y="0"/>
                  </a:moveTo>
                  <a:lnTo>
                    <a:pt x="0" y="3267566"/>
                  </a:lnTo>
                  <a:lnTo>
                    <a:pt x="3593122" y="1258129"/>
                  </a:lnTo>
                  <a:lnTo>
                    <a:pt x="1404461" y="0"/>
                  </a:lnTo>
                  <a:close/>
                </a:path>
              </a:pathLst>
            </a:custGeom>
            <a:gradFill>
              <a:gsLst>
                <a:gs pos="100000">
                  <a:schemeClr val="accent3"/>
                </a:gs>
                <a:gs pos="44000">
                  <a:schemeClr val="accent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7" name="Freeform 6"/>
            <p:cNvSpPr/>
            <p:nvPr/>
          </p:nvSpPr>
          <p:spPr>
            <a:xfrm>
              <a:off x="1390330" y="1741468"/>
              <a:ext cx="2199979" cy="3164694"/>
            </a:xfrm>
            <a:custGeom>
              <a:avLst/>
              <a:gdLst>
                <a:gd name="connsiteX0" fmla="*/ 1739462 w 2186152"/>
                <a:gd name="connsiteY0" fmla="*/ 0 h 3095296"/>
                <a:gd name="connsiteX1" fmla="*/ 0 w 2186152"/>
                <a:gd name="connsiteY1" fmla="*/ 1891862 h 3095296"/>
                <a:gd name="connsiteX2" fmla="*/ 2186152 w 2186152"/>
                <a:gd name="connsiteY2" fmla="*/ 3095296 h 3095296"/>
                <a:gd name="connsiteX3" fmla="*/ 1739462 w 2186152"/>
                <a:gd name="connsiteY3" fmla="*/ 0 h 3095296"/>
                <a:gd name="connsiteX0" fmla="*/ 1733563 w 2186152"/>
                <a:gd name="connsiteY0" fmla="*/ 0 h 3112994"/>
                <a:gd name="connsiteX1" fmla="*/ 0 w 2186152"/>
                <a:gd name="connsiteY1" fmla="*/ 1909560 h 3112994"/>
                <a:gd name="connsiteX2" fmla="*/ 2186152 w 2186152"/>
                <a:gd name="connsiteY2" fmla="*/ 3112994 h 3112994"/>
                <a:gd name="connsiteX3" fmla="*/ 1733563 w 2186152"/>
                <a:gd name="connsiteY3" fmla="*/ 0 h 3112994"/>
                <a:gd name="connsiteX0" fmla="*/ 1752613 w 2186152"/>
                <a:gd name="connsiteY0" fmla="*/ 0 h 3108232"/>
                <a:gd name="connsiteX1" fmla="*/ 0 w 2186152"/>
                <a:gd name="connsiteY1" fmla="*/ 1904798 h 3108232"/>
                <a:gd name="connsiteX2" fmla="*/ 2186152 w 2186152"/>
                <a:gd name="connsiteY2" fmla="*/ 3108232 h 3108232"/>
                <a:gd name="connsiteX3" fmla="*/ 1752613 w 2186152"/>
                <a:gd name="connsiteY3" fmla="*/ 0 h 3108232"/>
                <a:gd name="connsiteX0" fmla="*/ 1738326 w 2186152"/>
                <a:gd name="connsiteY0" fmla="*/ 0 h 3108232"/>
                <a:gd name="connsiteX1" fmla="*/ 0 w 2186152"/>
                <a:gd name="connsiteY1" fmla="*/ 1904798 h 3108232"/>
                <a:gd name="connsiteX2" fmla="*/ 2186152 w 2186152"/>
                <a:gd name="connsiteY2" fmla="*/ 3108232 h 3108232"/>
                <a:gd name="connsiteX3" fmla="*/ 1738326 w 2186152"/>
                <a:gd name="connsiteY3" fmla="*/ 0 h 3108232"/>
                <a:gd name="connsiteX0" fmla="*/ 1724039 w 2186152"/>
                <a:gd name="connsiteY0" fmla="*/ 0 h 3089182"/>
                <a:gd name="connsiteX1" fmla="*/ 0 w 2186152"/>
                <a:gd name="connsiteY1" fmla="*/ 1885748 h 3089182"/>
                <a:gd name="connsiteX2" fmla="*/ 2186152 w 2186152"/>
                <a:gd name="connsiteY2" fmla="*/ 3089182 h 3089182"/>
                <a:gd name="connsiteX3" fmla="*/ 1724039 w 2186152"/>
                <a:gd name="connsiteY3" fmla="*/ 0 h 3089182"/>
                <a:gd name="connsiteX0" fmla="*/ 1743089 w 2205202"/>
                <a:gd name="connsiteY0" fmla="*/ 0 h 3089182"/>
                <a:gd name="connsiteX1" fmla="*/ 0 w 2205202"/>
                <a:gd name="connsiteY1" fmla="*/ 1861935 h 3089182"/>
                <a:gd name="connsiteX2" fmla="*/ 2205202 w 2205202"/>
                <a:gd name="connsiteY2" fmla="*/ 3089182 h 3089182"/>
                <a:gd name="connsiteX3" fmla="*/ 1743089 w 2205202"/>
                <a:gd name="connsiteY3" fmla="*/ 0 h 3089182"/>
                <a:gd name="connsiteX0" fmla="*/ 1733564 w 2205202"/>
                <a:gd name="connsiteY0" fmla="*/ 0 h 3079657"/>
                <a:gd name="connsiteX1" fmla="*/ 0 w 2205202"/>
                <a:gd name="connsiteY1" fmla="*/ 1852410 h 3079657"/>
                <a:gd name="connsiteX2" fmla="*/ 2205202 w 2205202"/>
                <a:gd name="connsiteY2" fmla="*/ 3079657 h 3079657"/>
                <a:gd name="connsiteX3" fmla="*/ 1733564 w 2205202"/>
                <a:gd name="connsiteY3" fmla="*/ 0 h 3079657"/>
                <a:gd name="connsiteX0" fmla="*/ 1695464 w 2167102"/>
                <a:gd name="connsiteY0" fmla="*/ 0 h 3079657"/>
                <a:gd name="connsiteX1" fmla="*/ 0 w 2167102"/>
                <a:gd name="connsiteY1" fmla="*/ 1871460 h 3079657"/>
                <a:gd name="connsiteX2" fmla="*/ 2167102 w 2167102"/>
                <a:gd name="connsiteY2" fmla="*/ 3079657 h 3079657"/>
                <a:gd name="connsiteX3" fmla="*/ 1695464 w 2167102"/>
                <a:gd name="connsiteY3" fmla="*/ 0 h 3079657"/>
                <a:gd name="connsiteX0" fmla="*/ 1724039 w 2195677"/>
                <a:gd name="connsiteY0" fmla="*/ 0 h 3079657"/>
                <a:gd name="connsiteX1" fmla="*/ 0 w 2195677"/>
                <a:gd name="connsiteY1" fmla="*/ 1866698 h 3079657"/>
                <a:gd name="connsiteX2" fmla="*/ 2195677 w 2195677"/>
                <a:gd name="connsiteY2" fmla="*/ 3079657 h 3079657"/>
                <a:gd name="connsiteX3" fmla="*/ 1724039 w 2195677"/>
                <a:gd name="connsiteY3" fmla="*/ 0 h 3079657"/>
                <a:gd name="connsiteX0" fmla="*/ 1746073 w 2195677"/>
                <a:gd name="connsiteY0" fmla="*/ 0 h 3079657"/>
                <a:gd name="connsiteX1" fmla="*/ 0 w 2195677"/>
                <a:gd name="connsiteY1" fmla="*/ 1866698 h 3079657"/>
                <a:gd name="connsiteX2" fmla="*/ 2195677 w 2195677"/>
                <a:gd name="connsiteY2" fmla="*/ 3079657 h 3079657"/>
                <a:gd name="connsiteX3" fmla="*/ 1746073 w 2195677"/>
                <a:gd name="connsiteY3" fmla="*/ 0 h 3079657"/>
                <a:gd name="connsiteX0" fmla="*/ 1714323 w 2195677"/>
                <a:gd name="connsiteY0" fmla="*/ 0 h 3098707"/>
                <a:gd name="connsiteX1" fmla="*/ 0 w 2195677"/>
                <a:gd name="connsiteY1" fmla="*/ 1885748 h 3098707"/>
                <a:gd name="connsiteX2" fmla="*/ 2195677 w 2195677"/>
                <a:gd name="connsiteY2" fmla="*/ 3098707 h 3098707"/>
                <a:gd name="connsiteX3" fmla="*/ 1714323 w 2195677"/>
                <a:gd name="connsiteY3" fmla="*/ 0 h 3098707"/>
                <a:gd name="connsiteX0" fmla="*/ 1720673 w 2195677"/>
                <a:gd name="connsiteY0" fmla="*/ 0 h 3092357"/>
                <a:gd name="connsiteX1" fmla="*/ 0 w 2195677"/>
                <a:gd name="connsiteY1" fmla="*/ 1879398 h 3092357"/>
                <a:gd name="connsiteX2" fmla="*/ 2195677 w 2195677"/>
                <a:gd name="connsiteY2" fmla="*/ 3092357 h 3092357"/>
                <a:gd name="connsiteX3" fmla="*/ 1720673 w 2195677"/>
                <a:gd name="connsiteY3" fmla="*/ 0 h 3092357"/>
                <a:gd name="connsiteX0" fmla="*/ 1739723 w 2195677"/>
                <a:gd name="connsiteY0" fmla="*/ 0 h 3086007"/>
                <a:gd name="connsiteX1" fmla="*/ 0 w 2195677"/>
                <a:gd name="connsiteY1" fmla="*/ 1873048 h 3086007"/>
                <a:gd name="connsiteX2" fmla="*/ 2195677 w 2195677"/>
                <a:gd name="connsiteY2" fmla="*/ 3086007 h 3086007"/>
                <a:gd name="connsiteX3" fmla="*/ 1739723 w 2195677"/>
                <a:gd name="connsiteY3" fmla="*/ 0 h 3086007"/>
                <a:gd name="connsiteX0" fmla="*/ 1720673 w 2195677"/>
                <a:gd name="connsiteY0" fmla="*/ 0 h 3155857"/>
                <a:gd name="connsiteX1" fmla="*/ 0 w 2195677"/>
                <a:gd name="connsiteY1" fmla="*/ 1942898 h 3155857"/>
                <a:gd name="connsiteX2" fmla="*/ 2195677 w 2195677"/>
                <a:gd name="connsiteY2" fmla="*/ 3155857 h 3155857"/>
                <a:gd name="connsiteX3" fmla="*/ 1720673 w 2195677"/>
                <a:gd name="connsiteY3" fmla="*/ 0 h 3155857"/>
                <a:gd name="connsiteX0" fmla="*/ 1720673 w 2195677"/>
                <a:gd name="connsiteY0" fmla="*/ 0 h 3079657"/>
                <a:gd name="connsiteX1" fmla="*/ 0 w 2195677"/>
                <a:gd name="connsiteY1" fmla="*/ 1866698 h 3079657"/>
                <a:gd name="connsiteX2" fmla="*/ 2195677 w 2195677"/>
                <a:gd name="connsiteY2" fmla="*/ 3079657 h 3079657"/>
                <a:gd name="connsiteX3" fmla="*/ 1720673 w 2195677"/>
                <a:gd name="connsiteY3" fmla="*/ 0 h 3079657"/>
                <a:gd name="connsiteX0" fmla="*/ 1720673 w 2195677"/>
                <a:gd name="connsiteY0" fmla="*/ 0 h 3149507"/>
                <a:gd name="connsiteX1" fmla="*/ 0 w 2195677"/>
                <a:gd name="connsiteY1" fmla="*/ 1936548 h 3149507"/>
                <a:gd name="connsiteX2" fmla="*/ 2195677 w 2195677"/>
                <a:gd name="connsiteY2" fmla="*/ 3149507 h 3149507"/>
                <a:gd name="connsiteX3" fmla="*/ 1720673 w 2195677"/>
                <a:gd name="connsiteY3" fmla="*/ 0 h 3149507"/>
                <a:gd name="connsiteX0" fmla="*/ 1739723 w 2214727"/>
                <a:gd name="connsiteY0" fmla="*/ 0 h 3149507"/>
                <a:gd name="connsiteX1" fmla="*/ 0 w 2214727"/>
                <a:gd name="connsiteY1" fmla="*/ 1936548 h 3149507"/>
                <a:gd name="connsiteX2" fmla="*/ 2214727 w 2214727"/>
                <a:gd name="connsiteY2" fmla="*/ 3149507 h 3149507"/>
                <a:gd name="connsiteX3" fmla="*/ 1739723 w 2214727"/>
                <a:gd name="connsiteY3" fmla="*/ 0 h 3149507"/>
                <a:gd name="connsiteX0" fmla="*/ 1739723 w 2214727"/>
                <a:gd name="connsiteY0" fmla="*/ 0 h 3149507"/>
                <a:gd name="connsiteX1" fmla="*/ 0 w 2214727"/>
                <a:gd name="connsiteY1" fmla="*/ 1936548 h 3149507"/>
                <a:gd name="connsiteX2" fmla="*/ 2214727 w 2214727"/>
                <a:gd name="connsiteY2" fmla="*/ 3149507 h 3149507"/>
                <a:gd name="connsiteX3" fmla="*/ 1739723 w 2214727"/>
                <a:gd name="connsiteY3" fmla="*/ 0 h 3149507"/>
                <a:gd name="connsiteX0" fmla="*/ 1724975 w 2199979"/>
                <a:gd name="connsiteY0" fmla="*/ 0 h 3149507"/>
                <a:gd name="connsiteX1" fmla="*/ 0 w 2199979"/>
                <a:gd name="connsiteY1" fmla="*/ 1921800 h 3149507"/>
                <a:gd name="connsiteX2" fmla="*/ 2199979 w 2199979"/>
                <a:gd name="connsiteY2" fmla="*/ 3149507 h 3149507"/>
                <a:gd name="connsiteX3" fmla="*/ 1724975 w 2199979"/>
                <a:gd name="connsiteY3" fmla="*/ 0 h 3149507"/>
                <a:gd name="connsiteX0" fmla="*/ 1722399 w 2199979"/>
                <a:gd name="connsiteY0" fmla="*/ 0 h 3072234"/>
                <a:gd name="connsiteX1" fmla="*/ 0 w 2199979"/>
                <a:gd name="connsiteY1" fmla="*/ 1844527 h 3072234"/>
                <a:gd name="connsiteX2" fmla="*/ 2199979 w 2199979"/>
                <a:gd name="connsiteY2" fmla="*/ 3072234 h 3072234"/>
                <a:gd name="connsiteX3" fmla="*/ 1722399 w 2199979"/>
                <a:gd name="connsiteY3" fmla="*/ 0 h 3072234"/>
                <a:gd name="connsiteX0" fmla="*/ 1722399 w 2199979"/>
                <a:gd name="connsiteY0" fmla="*/ 0 h 3123750"/>
                <a:gd name="connsiteX1" fmla="*/ 0 w 2199979"/>
                <a:gd name="connsiteY1" fmla="*/ 1896043 h 3123750"/>
                <a:gd name="connsiteX2" fmla="*/ 2199979 w 2199979"/>
                <a:gd name="connsiteY2" fmla="*/ 3123750 h 3123750"/>
                <a:gd name="connsiteX3" fmla="*/ 1722399 w 2199979"/>
                <a:gd name="connsiteY3" fmla="*/ 0 h 3123750"/>
                <a:gd name="connsiteX0" fmla="*/ 1736047 w 2199979"/>
                <a:gd name="connsiteY0" fmla="*/ 0 h 3164694"/>
                <a:gd name="connsiteX1" fmla="*/ 0 w 2199979"/>
                <a:gd name="connsiteY1" fmla="*/ 1936987 h 3164694"/>
                <a:gd name="connsiteX2" fmla="*/ 2199979 w 2199979"/>
                <a:gd name="connsiteY2" fmla="*/ 3164694 h 3164694"/>
                <a:gd name="connsiteX3" fmla="*/ 1736047 w 2199979"/>
                <a:gd name="connsiteY3" fmla="*/ 0 h 3164694"/>
              </a:gdLst>
              <a:ahLst/>
              <a:cxnLst>
                <a:cxn ang="0">
                  <a:pos x="connsiteX0" y="connsiteY0"/>
                </a:cxn>
                <a:cxn ang="0">
                  <a:pos x="connsiteX1" y="connsiteY1"/>
                </a:cxn>
                <a:cxn ang="0">
                  <a:pos x="connsiteX2" y="connsiteY2"/>
                </a:cxn>
                <a:cxn ang="0">
                  <a:pos x="connsiteX3" y="connsiteY3"/>
                </a:cxn>
              </a:cxnLst>
              <a:rect l="l" t="t" r="r" b="b"/>
              <a:pathLst>
                <a:path w="2199979" h="3164694">
                  <a:moveTo>
                    <a:pt x="1736047" y="0"/>
                  </a:moveTo>
                  <a:lnTo>
                    <a:pt x="0" y="1936987"/>
                  </a:lnTo>
                  <a:lnTo>
                    <a:pt x="2199979" y="3164694"/>
                  </a:lnTo>
                  <a:lnTo>
                    <a:pt x="1736047" y="0"/>
                  </a:lnTo>
                  <a:close/>
                </a:path>
              </a:pathLst>
            </a:custGeom>
            <a:gradFill>
              <a:gsLst>
                <a:gs pos="100000">
                  <a:schemeClr val="accent3"/>
                </a:gs>
                <a:gs pos="44000">
                  <a:schemeClr val="accent2"/>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8" name="Freeform 7"/>
            <p:cNvSpPr/>
            <p:nvPr/>
          </p:nvSpPr>
          <p:spPr>
            <a:xfrm>
              <a:off x="6375805" y="1"/>
              <a:ext cx="4644129" cy="1222744"/>
            </a:xfrm>
            <a:custGeom>
              <a:avLst/>
              <a:gdLst>
                <a:gd name="connsiteX0" fmla="*/ 0 w 4550735"/>
                <a:gd name="connsiteY0" fmla="*/ 0 h 1222745"/>
                <a:gd name="connsiteX1" fmla="*/ 1222744 w 4550735"/>
                <a:gd name="connsiteY1" fmla="*/ 1222745 h 1222745"/>
                <a:gd name="connsiteX2" fmla="*/ 4550735 w 4550735"/>
                <a:gd name="connsiteY2" fmla="*/ 10633 h 1222745"/>
                <a:gd name="connsiteX3" fmla="*/ 0 w 4550735"/>
                <a:gd name="connsiteY3" fmla="*/ 0 h 1222745"/>
                <a:gd name="connsiteX0" fmla="*/ 0 w 4582633"/>
                <a:gd name="connsiteY0" fmla="*/ 10633 h 1212112"/>
                <a:gd name="connsiteX1" fmla="*/ 1254642 w 4582633"/>
                <a:gd name="connsiteY1" fmla="*/ 1212112 h 1212112"/>
                <a:gd name="connsiteX2" fmla="*/ 4582633 w 4582633"/>
                <a:gd name="connsiteY2" fmla="*/ 0 h 1212112"/>
                <a:gd name="connsiteX3" fmla="*/ 0 w 4582633"/>
                <a:gd name="connsiteY3" fmla="*/ 10633 h 1212112"/>
                <a:gd name="connsiteX0" fmla="*/ 0 w 4566685"/>
                <a:gd name="connsiteY0" fmla="*/ 0 h 1228061"/>
                <a:gd name="connsiteX1" fmla="*/ 1238694 w 4566685"/>
                <a:gd name="connsiteY1" fmla="*/ 1228061 h 1228061"/>
                <a:gd name="connsiteX2" fmla="*/ 4566685 w 4566685"/>
                <a:gd name="connsiteY2" fmla="*/ 15949 h 1228061"/>
                <a:gd name="connsiteX3" fmla="*/ 0 w 4566685"/>
                <a:gd name="connsiteY3" fmla="*/ 0 h 1228061"/>
                <a:gd name="connsiteX0" fmla="*/ 0 w 4566685"/>
                <a:gd name="connsiteY0" fmla="*/ 0 h 1217428"/>
                <a:gd name="connsiteX1" fmla="*/ 1238694 w 4566685"/>
                <a:gd name="connsiteY1" fmla="*/ 1217428 h 1217428"/>
                <a:gd name="connsiteX2" fmla="*/ 4566685 w 4566685"/>
                <a:gd name="connsiteY2" fmla="*/ 5316 h 1217428"/>
                <a:gd name="connsiteX3" fmla="*/ 0 w 4566685"/>
                <a:gd name="connsiteY3" fmla="*/ 0 h 1217428"/>
                <a:gd name="connsiteX0" fmla="*/ 0 w 4614532"/>
                <a:gd name="connsiteY0" fmla="*/ 0 h 1217428"/>
                <a:gd name="connsiteX1" fmla="*/ 1238694 w 4614532"/>
                <a:gd name="connsiteY1" fmla="*/ 1217428 h 1217428"/>
                <a:gd name="connsiteX2" fmla="*/ 4614532 w 4614532"/>
                <a:gd name="connsiteY2" fmla="*/ 5316 h 1217428"/>
                <a:gd name="connsiteX3" fmla="*/ 0 w 4614532"/>
                <a:gd name="connsiteY3" fmla="*/ 0 h 1217428"/>
                <a:gd name="connsiteX0" fmla="*/ 0 w 4614532"/>
                <a:gd name="connsiteY0" fmla="*/ 0 h 1228060"/>
                <a:gd name="connsiteX1" fmla="*/ 1286541 w 4614532"/>
                <a:gd name="connsiteY1" fmla="*/ 1228060 h 1228060"/>
                <a:gd name="connsiteX2" fmla="*/ 4614532 w 4614532"/>
                <a:gd name="connsiteY2" fmla="*/ 5316 h 1228060"/>
                <a:gd name="connsiteX3" fmla="*/ 0 w 4614532"/>
                <a:gd name="connsiteY3" fmla="*/ 0 h 1228060"/>
                <a:gd name="connsiteX0" fmla="*/ 0 w 4614532"/>
                <a:gd name="connsiteY0" fmla="*/ 10633 h 1222744"/>
                <a:gd name="connsiteX1" fmla="*/ 1286541 w 4614532"/>
                <a:gd name="connsiteY1" fmla="*/ 1222744 h 1222744"/>
                <a:gd name="connsiteX2" fmla="*/ 4614532 w 4614532"/>
                <a:gd name="connsiteY2" fmla="*/ 0 h 1222744"/>
                <a:gd name="connsiteX3" fmla="*/ 0 w 4614532"/>
                <a:gd name="connsiteY3" fmla="*/ 10633 h 1222744"/>
                <a:gd name="connsiteX0" fmla="*/ 0 w 4614532"/>
                <a:gd name="connsiteY0" fmla="*/ 10633 h 1201479"/>
                <a:gd name="connsiteX1" fmla="*/ 1238695 w 4614532"/>
                <a:gd name="connsiteY1" fmla="*/ 1201479 h 1201479"/>
                <a:gd name="connsiteX2" fmla="*/ 4614532 w 4614532"/>
                <a:gd name="connsiteY2" fmla="*/ 0 h 1201479"/>
                <a:gd name="connsiteX3" fmla="*/ 0 w 4614532"/>
                <a:gd name="connsiteY3" fmla="*/ 10633 h 1201479"/>
                <a:gd name="connsiteX0" fmla="*/ 0 w 4614532"/>
                <a:gd name="connsiteY0" fmla="*/ 10633 h 1222744"/>
                <a:gd name="connsiteX1" fmla="*/ 1249328 w 4614532"/>
                <a:gd name="connsiteY1" fmla="*/ 1222744 h 1222744"/>
                <a:gd name="connsiteX2" fmla="*/ 4614532 w 4614532"/>
                <a:gd name="connsiteY2" fmla="*/ 0 h 1222744"/>
                <a:gd name="connsiteX3" fmla="*/ 0 w 4614532"/>
                <a:gd name="connsiteY3" fmla="*/ 10633 h 1222744"/>
                <a:gd name="connsiteX0" fmla="*/ 0 w 4614532"/>
                <a:gd name="connsiteY0" fmla="*/ 0 h 1222744"/>
                <a:gd name="connsiteX1" fmla="*/ 1249328 w 4614532"/>
                <a:gd name="connsiteY1" fmla="*/ 1222744 h 1222744"/>
                <a:gd name="connsiteX2" fmla="*/ 4614532 w 4614532"/>
                <a:gd name="connsiteY2" fmla="*/ 0 h 1222744"/>
                <a:gd name="connsiteX3" fmla="*/ 0 w 4614532"/>
                <a:gd name="connsiteY3" fmla="*/ 0 h 1222744"/>
                <a:gd name="connsiteX0" fmla="*/ 0 w 4630481"/>
                <a:gd name="connsiteY0" fmla="*/ 0 h 1222744"/>
                <a:gd name="connsiteX1" fmla="*/ 1249328 w 4630481"/>
                <a:gd name="connsiteY1" fmla="*/ 1222744 h 1222744"/>
                <a:gd name="connsiteX2" fmla="*/ 4630481 w 4630481"/>
                <a:gd name="connsiteY2" fmla="*/ 0 h 1222744"/>
                <a:gd name="connsiteX3" fmla="*/ 0 w 4630481"/>
                <a:gd name="connsiteY3" fmla="*/ 0 h 1222744"/>
                <a:gd name="connsiteX0" fmla="*/ 0 w 4671425"/>
                <a:gd name="connsiteY0" fmla="*/ 0 h 1222744"/>
                <a:gd name="connsiteX1" fmla="*/ 1290272 w 4671425"/>
                <a:gd name="connsiteY1" fmla="*/ 1222744 h 1222744"/>
                <a:gd name="connsiteX2" fmla="*/ 4671425 w 4671425"/>
                <a:gd name="connsiteY2" fmla="*/ 0 h 1222744"/>
                <a:gd name="connsiteX3" fmla="*/ 0 w 4671425"/>
                <a:gd name="connsiteY3" fmla="*/ 0 h 1222744"/>
                <a:gd name="connsiteX0" fmla="*/ 0 w 4671425"/>
                <a:gd name="connsiteY0" fmla="*/ 0 h 1222744"/>
                <a:gd name="connsiteX1" fmla="*/ 1290272 w 4671425"/>
                <a:gd name="connsiteY1" fmla="*/ 1222744 h 1222744"/>
                <a:gd name="connsiteX2" fmla="*/ 4671425 w 4671425"/>
                <a:gd name="connsiteY2" fmla="*/ 614149 h 1222744"/>
                <a:gd name="connsiteX3" fmla="*/ 0 w 4671425"/>
                <a:gd name="connsiteY3" fmla="*/ 0 h 1222744"/>
                <a:gd name="connsiteX0" fmla="*/ 0 w 4657777"/>
                <a:gd name="connsiteY0" fmla="*/ 13648 h 1236392"/>
                <a:gd name="connsiteX1" fmla="*/ 1290272 w 4657777"/>
                <a:gd name="connsiteY1" fmla="*/ 1236392 h 1236392"/>
                <a:gd name="connsiteX2" fmla="*/ 4657777 w 4657777"/>
                <a:gd name="connsiteY2" fmla="*/ 0 h 1236392"/>
                <a:gd name="connsiteX3" fmla="*/ 0 w 4657777"/>
                <a:gd name="connsiteY3" fmla="*/ 13648 h 1236392"/>
                <a:gd name="connsiteX0" fmla="*/ 0 w 4644129"/>
                <a:gd name="connsiteY0" fmla="*/ 0 h 1222744"/>
                <a:gd name="connsiteX1" fmla="*/ 1290272 w 4644129"/>
                <a:gd name="connsiteY1" fmla="*/ 1222744 h 1222744"/>
                <a:gd name="connsiteX2" fmla="*/ 4644129 w 4644129"/>
                <a:gd name="connsiteY2" fmla="*/ 0 h 1222744"/>
                <a:gd name="connsiteX3" fmla="*/ 0 w 4644129"/>
                <a:gd name="connsiteY3" fmla="*/ 0 h 1222744"/>
              </a:gdLst>
              <a:ahLst/>
              <a:cxnLst>
                <a:cxn ang="0">
                  <a:pos x="connsiteX0" y="connsiteY0"/>
                </a:cxn>
                <a:cxn ang="0">
                  <a:pos x="connsiteX1" y="connsiteY1"/>
                </a:cxn>
                <a:cxn ang="0">
                  <a:pos x="connsiteX2" y="connsiteY2"/>
                </a:cxn>
                <a:cxn ang="0">
                  <a:pos x="connsiteX3" y="connsiteY3"/>
                </a:cxn>
              </a:cxnLst>
              <a:rect l="l" t="t" r="r" b="b"/>
              <a:pathLst>
                <a:path w="4644129" h="1222744">
                  <a:moveTo>
                    <a:pt x="0" y="0"/>
                  </a:moveTo>
                  <a:lnTo>
                    <a:pt x="1290272" y="1222744"/>
                  </a:lnTo>
                  <a:lnTo>
                    <a:pt x="4644129" y="0"/>
                  </a:lnTo>
                  <a:lnTo>
                    <a:pt x="0" y="0"/>
                  </a:lnTo>
                  <a:close/>
                </a:path>
              </a:pathLst>
            </a:custGeom>
            <a:gradFill>
              <a:gsLst>
                <a:gs pos="100000">
                  <a:schemeClr val="accent3"/>
                </a:gs>
                <a:gs pos="35000">
                  <a:schemeClr val="accent2"/>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4052439" y="2989173"/>
              <a:ext cx="3708351" cy="2971471"/>
            </a:xfrm>
            <a:custGeom>
              <a:avLst/>
              <a:gdLst>
                <a:gd name="connsiteX0" fmla="*/ 2291255 w 3641834"/>
                <a:gd name="connsiteY0" fmla="*/ 0 h 2958662"/>
                <a:gd name="connsiteX1" fmla="*/ 3641834 w 3641834"/>
                <a:gd name="connsiteY1" fmla="*/ 1692165 h 2958662"/>
                <a:gd name="connsiteX2" fmla="*/ 0 w 3641834"/>
                <a:gd name="connsiteY2" fmla="*/ 2958662 h 2958662"/>
                <a:gd name="connsiteX3" fmla="*/ 2291255 w 3641834"/>
                <a:gd name="connsiteY3" fmla="*/ 0 h 2958662"/>
                <a:gd name="connsiteX0" fmla="*/ 2291255 w 3641834"/>
                <a:gd name="connsiteY0" fmla="*/ 0 h 2963917"/>
                <a:gd name="connsiteX1" fmla="*/ 3641834 w 3641834"/>
                <a:gd name="connsiteY1" fmla="*/ 1697420 h 2963917"/>
                <a:gd name="connsiteX2" fmla="*/ 0 w 3641834"/>
                <a:gd name="connsiteY2" fmla="*/ 2963917 h 2963917"/>
                <a:gd name="connsiteX3" fmla="*/ 2291255 w 3641834"/>
                <a:gd name="connsiteY3" fmla="*/ 0 h 2963917"/>
                <a:gd name="connsiteX0" fmla="*/ 2301765 w 3641834"/>
                <a:gd name="connsiteY0" fmla="*/ 0 h 2948152"/>
                <a:gd name="connsiteX1" fmla="*/ 3641834 w 3641834"/>
                <a:gd name="connsiteY1" fmla="*/ 1681655 h 2948152"/>
                <a:gd name="connsiteX2" fmla="*/ 0 w 3641834"/>
                <a:gd name="connsiteY2" fmla="*/ 2948152 h 2948152"/>
                <a:gd name="connsiteX3" fmla="*/ 2301765 w 3641834"/>
                <a:gd name="connsiteY3" fmla="*/ 0 h 2948152"/>
                <a:gd name="connsiteX0" fmla="*/ 2293452 w 3641834"/>
                <a:gd name="connsiteY0" fmla="*/ 0 h 2948152"/>
                <a:gd name="connsiteX1" fmla="*/ 3641834 w 3641834"/>
                <a:gd name="connsiteY1" fmla="*/ 1681655 h 2948152"/>
                <a:gd name="connsiteX2" fmla="*/ 0 w 3641834"/>
                <a:gd name="connsiteY2" fmla="*/ 2948152 h 2948152"/>
                <a:gd name="connsiteX3" fmla="*/ 2293452 w 3641834"/>
                <a:gd name="connsiteY3" fmla="*/ 0 h 2948152"/>
                <a:gd name="connsiteX0" fmla="*/ 2305379 w 3653761"/>
                <a:gd name="connsiteY0" fmla="*/ 0 h 2944176"/>
                <a:gd name="connsiteX1" fmla="*/ 3653761 w 3653761"/>
                <a:gd name="connsiteY1" fmla="*/ 1681655 h 2944176"/>
                <a:gd name="connsiteX2" fmla="*/ 0 w 3653761"/>
                <a:gd name="connsiteY2" fmla="*/ 2944176 h 2944176"/>
                <a:gd name="connsiteX3" fmla="*/ 2305379 w 3653761"/>
                <a:gd name="connsiteY3" fmla="*/ 0 h 2944176"/>
                <a:gd name="connsiteX0" fmla="*/ 2291731 w 3653761"/>
                <a:gd name="connsiteY0" fmla="*/ 0 h 2944176"/>
                <a:gd name="connsiteX1" fmla="*/ 3653761 w 3653761"/>
                <a:gd name="connsiteY1" fmla="*/ 1681655 h 2944176"/>
                <a:gd name="connsiteX2" fmla="*/ 0 w 3653761"/>
                <a:gd name="connsiteY2" fmla="*/ 2944176 h 2944176"/>
                <a:gd name="connsiteX3" fmla="*/ 2291731 w 3653761"/>
                <a:gd name="connsiteY3" fmla="*/ 0 h 2944176"/>
                <a:gd name="connsiteX0" fmla="*/ 2305378 w 3653761"/>
                <a:gd name="connsiteY0" fmla="*/ 0 h 2971471"/>
                <a:gd name="connsiteX1" fmla="*/ 3653761 w 3653761"/>
                <a:gd name="connsiteY1" fmla="*/ 1708950 h 2971471"/>
                <a:gd name="connsiteX2" fmla="*/ 0 w 3653761"/>
                <a:gd name="connsiteY2" fmla="*/ 2971471 h 2971471"/>
                <a:gd name="connsiteX3" fmla="*/ 2305378 w 3653761"/>
                <a:gd name="connsiteY3" fmla="*/ 0 h 2971471"/>
                <a:gd name="connsiteX0" fmla="*/ 2305378 w 3694704"/>
                <a:gd name="connsiteY0" fmla="*/ 0 h 2971471"/>
                <a:gd name="connsiteX1" fmla="*/ 3694704 w 3694704"/>
                <a:gd name="connsiteY1" fmla="*/ 1722598 h 2971471"/>
                <a:gd name="connsiteX2" fmla="*/ 0 w 3694704"/>
                <a:gd name="connsiteY2" fmla="*/ 2971471 h 2971471"/>
                <a:gd name="connsiteX3" fmla="*/ 2305378 w 3694704"/>
                <a:gd name="connsiteY3" fmla="*/ 0 h 2971471"/>
                <a:gd name="connsiteX0" fmla="*/ 2319025 w 3708351"/>
                <a:gd name="connsiteY0" fmla="*/ 0 h 2971471"/>
                <a:gd name="connsiteX1" fmla="*/ 3708351 w 3708351"/>
                <a:gd name="connsiteY1" fmla="*/ 1722598 h 2971471"/>
                <a:gd name="connsiteX2" fmla="*/ 0 w 3708351"/>
                <a:gd name="connsiteY2" fmla="*/ 2971471 h 2971471"/>
                <a:gd name="connsiteX3" fmla="*/ 2319025 w 3708351"/>
                <a:gd name="connsiteY3" fmla="*/ 0 h 2971471"/>
              </a:gdLst>
              <a:ahLst/>
              <a:cxnLst>
                <a:cxn ang="0">
                  <a:pos x="connsiteX0" y="connsiteY0"/>
                </a:cxn>
                <a:cxn ang="0">
                  <a:pos x="connsiteX1" y="connsiteY1"/>
                </a:cxn>
                <a:cxn ang="0">
                  <a:pos x="connsiteX2" y="connsiteY2"/>
                </a:cxn>
                <a:cxn ang="0">
                  <a:pos x="connsiteX3" y="connsiteY3"/>
                </a:cxn>
              </a:cxnLst>
              <a:rect l="l" t="t" r="r" b="b"/>
              <a:pathLst>
                <a:path w="3708351" h="2971471">
                  <a:moveTo>
                    <a:pt x="2319025" y="0"/>
                  </a:moveTo>
                  <a:lnTo>
                    <a:pt x="3708351" y="1722598"/>
                  </a:lnTo>
                  <a:lnTo>
                    <a:pt x="0" y="2971471"/>
                  </a:lnTo>
                  <a:lnTo>
                    <a:pt x="2319025" y="0"/>
                  </a:lnTo>
                  <a:close/>
                </a:path>
              </a:pathLst>
            </a:custGeom>
            <a:gradFill>
              <a:gsLst>
                <a:gs pos="100000">
                  <a:schemeClr val="accent3"/>
                </a:gs>
                <a:gs pos="44000">
                  <a:schemeClr val="accent2"/>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0" name="Freeform 9"/>
            <p:cNvSpPr/>
            <p:nvPr/>
          </p:nvSpPr>
          <p:spPr>
            <a:xfrm>
              <a:off x="-3085" y="0"/>
              <a:ext cx="3366670" cy="1804474"/>
            </a:xfrm>
            <a:custGeom>
              <a:avLst/>
              <a:gdLst>
                <a:gd name="connsiteX0" fmla="*/ 0 w 3172858"/>
                <a:gd name="connsiteY0" fmla="*/ 0 h 1773716"/>
                <a:gd name="connsiteX1" fmla="*/ 1079653 w 3172858"/>
                <a:gd name="connsiteY1" fmla="*/ 1773716 h 1773716"/>
                <a:gd name="connsiteX2" fmla="*/ 3172858 w 3172858"/>
                <a:gd name="connsiteY2" fmla="*/ 1751682 h 1773716"/>
                <a:gd name="connsiteX3" fmla="*/ 0 w 3172858"/>
                <a:gd name="connsiteY3" fmla="*/ 0 h 1773716"/>
                <a:gd name="connsiteX0" fmla="*/ 0 w 3114492"/>
                <a:gd name="connsiteY0" fmla="*/ 0 h 1773716"/>
                <a:gd name="connsiteX1" fmla="*/ 1079653 w 3114492"/>
                <a:gd name="connsiteY1" fmla="*/ 1773716 h 1773716"/>
                <a:gd name="connsiteX2" fmla="*/ 3114492 w 3114492"/>
                <a:gd name="connsiteY2" fmla="*/ 1177750 h 1773716"/>
                <a:gd name="connsiteX3" fmla="*/ 0 w 3114492"/>
                <a:gd name="connsiteY3" fmla="*/ 0 h 1773716"/>
                <a:gd name="connsiteX0" fmla="*/ 0 w 3153403"/>
                <a:gd name="connsiteY0" fmla="*/ 0 h 1773716"/>
                <a:gd name="connsiteX1" fmla="*/ 1079653 w 3153403"/>
                <a:gd name="connsiteY1" fmla="*/ 1773716 h 1773716"/>
                <a:gd name="connsiteX2" fmla="*/ 3153403 w 3153403"/>
                <a:gd name="connsiteY2" fmla="*/ 1771137 h 1773716"/>
                <a:gd name="connsiteX3" fmla="*/ 0 w 3153403"/>
                <a:gd name="connsiteY3" fmla="*/ 0 h 1773716"/>
                <a:gd name="connsiteX0" fmla="*/ 0 w 3346198"/>
                <a:gd name="connsiteY0" fmla="*/ 0 h 1771137"/>
                <a:gd name="connsiteX1" fmla="*/ 3346198 w 3346198"/>
                <a:gd name="connsiteY1" fmla="*/ 3282 h 1771137"/>
                <a:gd name="connsiteX2" fmla="*/ 3153403 w 3346198"/>
                <a:gd name="connsiteY2" fmla="*/ 1771137 h 1771137"/>
                <a:gd name="connsiteX3" fmla="*/ 0 w 3346198"/>
                <a:gd name="connsiteY3" fmla="*/ 0 h 1771137"/>
                <a:gd name="connsiteX0" fmla="*/ 0 w 3346198"/>
                <a:gd name="connsiteY0" fmla="*/ 0 h 1766374"/>
                <a:gd name="connsiteX1" fmla="*/ 3346198 w 3346198"/>
                <a:gd name="connsiteY1" fmla="*/ 3282 h 1766374"/>
                <a:gd name="connsiteX2" fmla="*/ 3110540 w 3346198"/>
                <a:gd name="connsiteY2" fmla="*/ 1766374 h 1766374"/>
                <a:gd name="connsiteX3" fmla="*/ 0 w 3346198"/>
                <a:gd name="connsiteY3" fmla="*/ 0 h 1766374"/>
                <a:gd name="connsiteX0" fmla="*/ 0 w 3346198"/>
                <a:gd name="connsiteY0" fmla="*/ 0 h 1780662"/>
                <a:gd name="connsiteX1" fmla="*/ 3346198 w 3346198"/>
                <a:gd name="connsiteY1" fmla="*/ 3282 h 1780662"/>
                <a:gd name="connsiteX2" fmla="*/ 3091490 w 3346198"/>
                <a:gd name="connsiteY2" fmla="*/ 1780662 h 1780662"/>
                <a:gd name="connsiteX3" fmla="*/ 0 w 3346198"/>
                <a:gd name="connsiteY3" fmla="*/ 0 h 1780662"/>
                <a:gd name="connsiteX0" fmla="*/ 0 w 3346198"/>
                <a:gd name="connsiteY0" fmla="*/ 0 h 1804474"/>
                <a:gd name="connsiteX1" fmla="*/ 3346198 w 3346198"/>
                <a:gd name="connsiteY1" fmla="*/ 3282 h 1804474"/>
                <a:gd name="connsiteX2" fmla="*/ 3115303 w 3346198"/>
                <a:gd name="connsiteY2" fmla="*/ 1804474 h 1804474"/>
                <a:gd name="connsiteX3" fmla="*/ 0 w 3346198"/>
                <a:gd name="connsiteY3" fmla="*/ 0 h 1804474"/>
                <a:gd name="connsiteX0" fmla="*/ 0 w 3346198"/>
                <a:gd name="connsiteY0" fmla="*/ 10366 h 1801192"/>
                <a:gd name="connsiteX1" fmla="*/ 3346198 w 3346198"/>
                <a:gd name="connsiteY1" fmla="*/ 0 h 1801192"/>
                <a:gd name="connsiteX2" fmla="*/ 3115303 w 3346198"/>
                <a:gd name="connsiteY2" fmla="*/ 1801192 h 1801192"/>
                <a:gd name="connsiteX3" fmla="*/ 0 w 3346198"/>
                <a:gd name="connsiteY3" fmla="*/ 10366 h 1801192"/>
                <a:gd name="connsiteX0" fmla="*/ 0 w 3366670"/>
                <a:gd name="connsiteY0" fmla="*/ 0 h 1818122"/>
                <a:gd name="connsiteX1" fmla="*/ 3366670 w 3366670"/>
                <a:gd name="connsiteY1" fmla="*/ 16930 h 1818122"/>
                <a:gd name="connsiteX2" fmla="*/ 3135775 w 3366670"/>
                <a:gd name="connsiteY2" fmla="*/ 1818122 h 1818122"/>
                <a:gd name="connsiteX3" fmla="*/ 0 w 3366670"/>
                <a:gd name="connsiteY3" fmla="*/ 0 h 1818122"/>
                <a:gd name="connsiteX0" fmla="*/ 0 w 3363258"/>
                <a:gd name="connsiteY0" fmla="*/ 0 h 1811298"/>
                <a:gd name="connsiteX1" fmla="*/ 3363258 w 3363258"/>
                <a:gd name="connsiteY1" fmla="*/ 10106 h 1811298"/>
                <a:gd name="connsiteX2" fmla="*/ 3132363 w 3363258"/>
                <a:gd name="connsiteY2" fmla="*/ 1811298 h 1811298"/>
                <a:gd name="connsiteX3" fmla="*/ 0 w 3363258"/>
                <a:gd name="connsiteY3" fmla="*/ 0 h 1811298"/>
                <a:gd name="connsiteX0" fmla="*/ 0 w 3363258"/>
                <a:gd name="connsiteY0" fmla="*/ 0 h 1807886"/>
                <a:gd name="connsiteX1" fmla="*/ 3363258 w 3363258"/>
                <a:gd name="connsiteY1" fmla="*/ 6694 h 1807886"/>
                <a:gd name="connsiteX2" fmla="*/ 3132363 w 3363258"/>
                <a:gd name="connsiteY2" fmla="*/ 1807886 h 1807886"/>
                <a:gd name="connsiteX3" fmla="*/ 0 w 3363258"/>
                <a:gd name="connsiteY3" fmla="*/ 0 h 1807886"/>
                <a:gd name="connsiteX0" fmla="*/ 0 w 3363258"/>
                <a:gd name="connsiteY0" fmla="*/ 3542 h 1801192"/>
                <a:gd name="connsiteX1" fmla="*/ 3363258 w 3363258"/>
                <a:gd name="connsiteY1" fmla="*/ 0 h 1801192"/>
                <a:gd name="connsiteX2" fmla="*/ 3132363 w 3363258"/>
                <a:gd name="connsiteY2" fmla="*/ 1801192 h 1801192"/>
                <a:gd name="connsiteX3" fmla="*/ 0 w 3363258"/>
                <a:gd name="connsiteY3" fmla="*/ 3542 h 1801192"/>
                <a:gd name="connsiteX0" fmla="*/ 0 w 3366670"/>
                <a:gd name="connsiteY0" fmla="*/ 0 h 1804474"/>
                <a:gd name="connsiteX1" fmla="*/ 3366670 w 3366670"/>
                <a:gd name="connsiteY1" fmla="*/ 3282 h 1804474"/>
                <a:gd name="connsiteX2" fmla="*/ 3135775 w 3366670"/>
                <a:gd name="connsiteY2" fmla="*/ 1804474 h 1804474"/>
                <a:gd name="connsiteX3" fmla="*/ 0 w 3366670"/>
                <a:gd name="connsiteY3" fmla="*/ 0 h 1804474"/>
              </a:gdLst>
              <a:ahLst/>
              <a:cxnLst>
                <a:cxn ang="0">
                  <a:pos x="connsiteX0" y="connsiteY0"/>
                </a:cxn>
                <a:cxn ang="0">
                  <a:pos x="connsiteX1" y="connsiteY1"/>
                </a:cxn>
                <a:cxn ang="0">
                  <a:pos x="connsiteX2" y="connsiteY2"/>
                </a:cxn>
                <a:cxn ang="0">
                  <a:pos x="connsiteX3" y="connsiteY3"/>
                </a:cxn>
              </a:cxnLst>
              <a:rect l="l" t="t" r="r" b="b"/>
              <a:pathLst>
                <a:path w="3366670" h="1804474">
                  <a:moveTo>
                    <a:pt x="0" y="0"/>
                  </a:moveTo>
                  <a:lnTo>
                    <a:pt x="3366670" y="3282"/>
                  </a:lnTo>
                  <a:lnTo>
                    <a:pt x="3135775" y="1804474"/>
                  </a:lnTo>
                  <a:lnTo>
                    <a:pt x="0" y="0"/>
                  </a:lnTo>
                  <a:close/>
                </a:path>
              </a:pathLst>
            </a:custGeom>
            <a:gradFill>
              <a:gsLst>
                <a:gs pos="100000">
                  <a:schemeClr val="accent3"/>
                </a:gs>
                <a:gs pos="39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1" name="Freeform 10"/>
            <p:cNvSpPr/>
            <p:nvPr/>
          </p:nvSpPr>
          <p:spPr>
            <a:xfrm>
              <a:off x="3111696" y="1778988"/>
              <a:ext cx="3269644" cy="3085357"/>
            </a:xfrm>
            <a:custGeom>
              <a:avLst/>
              <a:gdLst>
                <a:gd name="connsiteX0" fmla="*/ 0 w 3237186"/>
                <a:gd name="connsiteY0" fmla="*/ 0 h 3095296"/>
                <a:gd name="connsiteX1" fmla="*/ 441434 w 3237186"/>
                <a:gd name="connsiteY1" fmla="*/ 3095296 h 3095296"/>
                <a:gd name="connsiteX2" fmla="*/ 3237186 w 3237186"/>
                <a:gd name="connsiteY2" fmla="*/ 1255986 h 3095296"/>
                <a:gd name="connsiteX3" fmla="*/ 0 w 3237186"/>
                <a:gd name="connsiteY3" fmla="*/ 0 h 3095296"/>
                <a:gd name="connsiteX0" fmla="*/ 0 w 3237186"/>
                <a:gd name="connsiteY0" fmla="*/ 0 h 3109584"/>
                <a:gd name="connsiteX1" fmla="*/ 441434 w 3237186"/>
                <a:gd name="connsiteY1" fmla="*/ 3109584 h 3109584"/>
                <a:gd name="connsiteX2" fmla="*/ 3237186 w 3237186"/>
                <a:gd name="connsiteY2" fmla="*/ 1270274 h 3109584"/>
                <a:gd name="connsiteX3" fmla="*/ 0 w 3237186"/>
                <a:gd name="connsiteY3" fmla="*/ 0 h 3109584"/>
                <a:gd name="connsiteX0" fmla="*/ 0 w 3237186"/>
                <a:gd name="connsiteY0" fmla="*/ 0 h 3085764"/>
                <a:gd name="connsiteX1" fmla="*/ 441434 w 3237186"/>
                <a:gd name="connsiteY1" fmla="*/ 3085764 h 3085764"/>
                <a:gd name="connsiteX2" fmla="*/ 3237186 w 3237186"/>
                <a:gd name="connsiteY2" fmla="*/ 1246454 h 3085764"/>
                <a:gd name="connsiteX3" fmla="*/ 0 w 3237186"/>
                <a:gd name="connsiteY3" fmla="*/ 0 h 3085764"/>
                <a:gd name="connsiteX0" fmla="*/ 0 w 3255520"/>
                <a:gd name="connsiteY0" fmla="*/ 0 h 3085764"/>
                <a:gd name="connsiteX1" fmla="*/ 441434 w 3255520"/>
                <a:gd name="connsiteY1" fmla="*/ 3085764 h 3085764"/>
                <a:gd name="connsiteX2" fmla="*/ 3255520 w 3255520"/>
                <a:gd name="connsiteY2" fmla="*/ 1239108 h 3085764"/>
                <a:gd name="connsiteX3" fmla="*/ 0 w 3255520"/>
                <a:gd name="connsiteY3" fmla="*/ 0 h 3085764"/>
                <a:gd name="connsiteX0" fmla="*/ 0 w 3255520"/>
                <a:gd name="connsiteY0" fmla="*/ 0 h 3088940"/>
                <a:gd name="connsiteX1" fmla="*/ 460457 w 3255520"/>
                <a:gd name="connsiteY1" fmla="*/ 3088940 h 3088940"/>
                <a:gd name="connsiteX2" fmla="*/ 3255520 w 3255520"/>
                <a:gd name="connsiteY2" fmla="*/ 1239108 h 3088940"/>
                <a:gd name="connsiteX3" fmla="*/ 0 w 3255520"/>
                <a:gd name="connsiteY3" fmla="*/ 0 h 3088940"/>
                <a:gd name="connsiteX0" fmla="*/ 0 w 3262334"/>
                <a:gd name="connsiteY0" fmla="*/ 0 h 3088940"/>
                <a:gd name="connsiteX1" fmla="*/ 460457 w 3262334"/>
                <a:gd name="connsiteY1" fmla="*/ 3088940 h 3088940"/>
                <a:gd name="connsiteX2" fmla="*/ 3262334 w 3262334"/>
                <a:gd name="connsiteY2" fmla="*/ 1239108 h 3088940"/>
                <a:gd name="connsiteX3" fmla="*/ 0 w 3262334"/>
                <a:gd name="connsiteY3" fmla="*/ 0 h 3088940"/>
                <a:gd name="connsiteX0" fmla="*/ 0 w 3264905"/>
                <a:gd name="connsiteY0" fmla="*/ 0 h 3086363"/>
                <a:gd name="connsiteX1" fmla="*/ 463028 w 3264905"/>
                <a:gd name="connsiteY1" fmla="*/ 3086363 h 3086363"/>
                <a:gd name="connsiteX2" fmla="*/ 3264905 w 3264905"/>
                <a:gd name="connsiteY2" fmla="*/ 1236531 h 3086363"/>
                <a:gd name="connsiteX3" fmla="*/ 0 w 3264905"/>
                <a:gd name="connsiteY3" fmla="*/ 0 h 3086363"/>
              </a:gdLst>
              <a:ahLst/>
              <a:cxnLst>
                <a:cxn ang="0">
                  <a:pos x="connsiteX0" y="connsiteY0"/>
                </a:cxn>
                <a:cxn ang="0">
                  <a:pos x="connsiteX1" y="connsiteY1"/>
                </a:cxn>
                <a:cxn ang="0">
                  <a:pos x="connsiteX2" y="connsiteY2"/>
                </a:cxn>
                <a:cxn ang="0">
                  <a:pos x="connsiteX3" y="connsiteY3"/>
                </a:cxn>
              </a:cxnLst>
              <a:rect l="l" t="t" r="r" b="b"/>
              <a:pathLst>
                <a:path w="3264905" h="3086363">
                  <a:moveTo>
                    <a:pt x="0" y="0"/>
                  </a:moveTo>
                  <a:lnTo>
                    <a:pt x="463028" y="3086363"/>
                  </a:lnTo>
                  <a:lnTo>
                    <a:pt x="3264905" y="1236531"/>
                  </a:lnTo>
                  <a:lnTo>
                    <a:pt x="0" y="0"/>
                  </a:lnTo>
                  <a:close/>
                </a:path>
              </a:pathLst>
            </a:custGeom>
            <a:gradFill>
              <a:gsLst>
                <a:gs pos="100000">
                  <a:schemeClr val="accent3"/>
                </a:gs>
                <a:gs pos="44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2" name="Freeform 11"/>
            <p:cNvSpPr/>
            <p:nvPr/>
          </p:nvSpPr>
          <p:spPr>
            <a:xfrm>
              <a:off x="7713406" y="2411362"/>
              <a:ext cx="1983659" cy="4457360"/>
            </a:xfrm>
            <a:custGeom>
              <a:avLst/>
              <a:gdLst>
                <a:gd name="connsiteX0" fmla="*/ 1983659 w 1983659"/>
                <a:gd name="connsiteY0" fmla="*/ 0 h 4431891"/>
                <a:gd name="connsiteX1" fmla="*/ 1032388 w 1983659"/>
                <a:gd name="connsiteY1" fmla="*/ 4431891 h 4431891"/>
                <a:gd name="connsiteX2" fmla="*/ 0 w 1983659"/>
                <a:gd name="connsiteY2" fmla="*/ 2286000 h 4431891"/>
                <a:gd name="connsiteX3" fmla="*/ 1983659 w 1983659"/>
                <a:gd name="connsiteY3" fmla="*/ 0 h 4431891"/>
                <a:gd name="connsiteX0" fmla="*/ 1983659 w 1983659"/>
                <a:gd name="connsiteY0" fmla="*/ 0 h 4439842"/>
                <a:gd name="connsiteX1" fmla="*/ 1000583 w 1983659"/>
                <a:gd name="connsiteY1" fmla="*/ 4439842 h 4439842"/>
                <a:gd name="connsiteX2" fmla="*/ 0 w 1983659"/>
                <a:gd name="connsiteY2" fmla="*/ 2286000 h 4439842"/>
                <a:gd name="connsiteX3" fmla="*/ 1983659 w 1983659"/>
                <a:gd name="connsiteY3" fmla="*/ 0 h 4439842"/>
                <a:gd name="connsiteX0" fmla="*/ 1983659 w 1983659"/>
                <a:gd name="connsiteY0" fmla="*/ 0 h 4447794"/>
                <a:gd name="connsiteX1" fmla="*/ 1000583 w 1983659"/>
                <a:gd name="connsiteY1" fmla="*/ 4447794 h 4447794"/>
                <a:gd name="connsiteX2" fmla="*/ 0 w 1983659"/>
                <a:gd name="connsiteY2" fmla="*/ 2286000 h 4447794"/>
                <a:gd name="connsiteX3" fmla="*/ 1983659 w 1983659"/>
                <a:gd name="connsiteY3" fmla="*/ 0 h 4447794"/>
                <a:gd name="connsiteX0" fmla="*/ 1983659 w 1983659"/>
                <a:gd name="connsiteY0" fmla="*/ 0 h 4471648"/>
                <a:gd name="connsiteX1" fmla="*/ 1000583 w 1983659"/>
                <a:gd name="connsiteY1" fmla="*/ 4471648 h 4471648"/>
                <a:gd name="connsiteX2" fmla="*/ 0 w 1983659"/>
                <a:gd name="connsiteY2" fmla="*/ 2286000 h 4471648"/>
                <a:gd name="connsiteX3" fmla="*/ 1983659 w 1983659"/>
                <a:gd name="connsiteY3" fmla="*/ 0 h 4471648"/>
                <a:gd name="connsiteX0" fmla="*/ 1983659 w 1983659"/>
                <a:gd name="connsiteY0" fmla="*/ 0 h 4457360"/>
                <a:gd name="connsiteX1" fmla="*/ 995820 w 1983659"/>
                <a:gd name="connsiteY1" fmla="*/ 4457360 h 4457360"/>
                <a:gd name="connsiteX2" fmla="*/ 0 w 1983659"/>
                <a:gd name="connsiteY2" fmla="*/ 2286000 h 4457360"/>
                <a:gd name="connsiteX3" fmla="*/ 1983659 w 1983659"/>
                <a:gd name="connsiteY3" fmla="*/ 0 h 4457360"/>
                <a:gd name="connsiteX0" fmla="*/ 1983659 w 1983659"/>
                <a:gd name="connsiteY0" fmla="*/ 0 h 4457360"/>
                <a:gd name="connsiteX1" fmla="*/ 991058 w 1983659"/>
                <a:gd name="connsiteY1" fmla="*/ 4457360 h 4457360"/>
                <a:gd name="connsiteX2" fmla="*/ 0 w 1983659"/>
                <a:gd name="connsiteY2" fmla="*/ 2286000 h 4457360"/>
                <a:gd name="connsiteX3" fmla="*/ 1983659 w 1983659"/>
                <a:gd name="connsiteY3" fmla="*/ 0 h 4457360"/>
              </a:gdLst>
              <a:ahLst/>
              <a:cxnLst>
                <a:cxn ang="0">
                  <a:pos x="connsiteX0" y="connsiteY0"/>
                </a:cxn>
                <a:cxn ang="0">
                  <a:pos x="connsiteX1" y="connsiteY1"/>
                </a:cxn>
                <a:cxn ang="0">
                  <a:pos x="connsiteX2" y="connsiteY2"/>
                </a:cxn>
                <a:cxn ang="0">
                  <a:pos x="connsiteX3" y="connsiteY3"/>
                </a:cxn>
              </a:cxnLst>
              <a:rect l="l" t="t" r="r" b="b"/>
              <a:pathLst>
                <a:path w="1983659" h="4457360">
                  <a:moveTo>
                    <a:pt x="1983659" y="0"/>
                  </a:moveTo>
                  <a:lnTo>
                    <a:pt x="991058" y="4457360"/>
                  </a:lnTo>
                  <a:lnTo>
                    <a:pt x="0" y="2286000"/>
                  </a:lnTo>
                  <a:lnTo>
                    <a:pt x="1983659" y="0"/>
                  </a:lnTo>
                  <a:close/>
                </a:path>
              </a:pathLst>
            </a:custGeom>
            <a:gradFill>
              <a:gsLst>
                <a:gs pos="100000">
                  <a:schemeClr val="accent3"/>
                </a:gs>
                <a:gs pos="3600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3" name="Freeform 12"/>
            <p:cNvSpPr/>
            <p:nvPr/>
          </p:nvSpPr>
          <p:spPr>
            <a:xfrm>
              <a:off x="6341757" y="1209676"/>
              <a:ext cx="3359456" cy="1822946"/>
            </a:xfrm>
            <a:custGeom>
              <a:avLst/>
              <a:gdLst>
                <a:gd name="connsiteX0" fmla="*/ 1271587 w 3305175"/>
                <a:gd name="connsiteY0" fmla="*/ 0 h 1809750"/>
                <a:gd name="connsiteX1" fmla="*/ 3305175 w 3305175"/>
                <a:gd name="connsiteY1" fmla="*/ 1233487 h 1809750"/>
                <a:gd name="connsiteX2" fmla="*/ 0 w 3305175"/>
                <a:gd name="connsiteY2" fmla="*/ 1809750 h 1809750"/>
                <a:gd name="connsiteX3" fmla="*/ 1271587 w 3305175"/>
                <a:gd name="connsiteY3" fmla="*/ 0 h 1809750"/>
                <a:gd name="connsiteX0" fmla="*/ 1281112 w 3314700"/>
                <a:gd name="connsiteY0" fmla="*/ 0 h 1828800"/>
                <a:gd name="connsiteX1" fmla="*/ 3314700 w 3314700"/>
                <a:gd name="connsiteY1" fmla="*/ 1233487 h 1828800"/>
                <a:gd name="connsiteX2" fmla="*/ 0 w 3314700"/>
                <a:gd name="connsiteY2" fmla="*/ 1828800 h 1828800"/>
                <a:gd name="connsiteX3" fmla="*/ 1281112 w 3314700"/>
                <a:gd name="connsiteY3" fmla="*/ 0 h 1828800"/>
                <a:gd name="connsiteX0" fmla="*/ 1300162 w 3333750"/>
                <a:gd name="connsiteY0" fmla="*/ 0 h 1824037"/>
                <a:gd name="connsiteX1" fmla="*/ 3333750 w 3333750"/>
                <a:gd name="connsiteY1" fmla="*/ 1233487 h 1824037"/>
                <a:gd name="connsiteX2" fmla="*/ 0 w 3333750"/>
                <a:gd name="connsiteY2" fmla="*/ 1824037 h 1824037"/>
                <a:gd name="connsiteX3" fmla="*/ 1300162 w 3333750"/>
                <a:gd name="connsiteY3" fmla="*/ 0 h 1824037"/>
                <a:gd name="connsiteX0" fmla="*/ 1314449 w 3333750"/>
                <a:gd name="connsiteY0" fmla="*/ 0 h 1381124"/>
                <a:gd name="connsiteX1" fmla="*/ 3333750 w 3333750"/>
                <a:gd name="connsiteY1" fmla="*/ 790574 h 1381124"/>
                <a:gd name="connsiteX2" fmla="*/ 0 w 3333750"/>
                <a:gd name="connsiteY2" fmla="*/ 1381124 h 1381124"/>
                <a:gd name="connsiteX3" fmla="*/ 1314449 w 3333750"/>
                <a:gd name="connsiteY3" fmla="*/ 0 h 1381124"/>
                <a:gd name="connsiteX0" fmla="*/ 1300162 w 3333750"/>
                <a:gd name="connsiteY0" fmla="*/ 0 h 1819274"/>
                <a:gd name="connsiteX1" fmla="*/ 3333750 w 3333750"/>
                <a:gd name="connsiteY1" fmla="*/ 1228724 h 1819274"/>
                <a:gd name="connsiteX2" fmla="*/ 0 w 3333750"/>
                <a:gd name="connsiteY2" fmla="*/ 1819274 h 1819274"/>
                <a:gd name="connsiteX3" fmla="*/ 1300162 w 3333750"/>
                <a:gd name="connsiteY3" fmla="*/ 0 h 1819274"/>
                <a:gd name="connsiteX0" fmla="*/ 1300162 w 3333750"/>
                <a:gd name="connsiteY0" fmla="*/ 0 h 1819274"/>
                <a:gd name="connsiteX1" fmla="*/ 3333750 w 3333750"/>
                <a:gd name="connsiteY1" fmla="*/ 1228724 h 1819274"/>
                <a:gd name="connsiteX2" fmla="*/ 0 w 3333750"/>
                <a:gd name="connsiteY2" fmla="*/ 1819274 h 1819274"/>
                <a:gd name="connsiteX3" fmla="*/ 1300162 w 3333750"/>
                <a:gd name="connsiteY3" fmla="*/ 0 h 1819274"/>
                <a:gd name="connsiteX0" fmla="*/ 1325868 w 3359456"/>
                <a:gd name="connsiteY0" fmla="*/ 0 h 1822946"/>
                <a:gd name="connsiteX1" fmla="*/ 3359456 w 3359456"/>
                <a:gd name="connsiteY1" fmla="*/ 1228724 h 1822946"/>
                <a:gd name="connsiteX2" fmla="*/ 0 w 3359456"/>
                <a:gd name="connsiteY2" fmla="*/ 1822946 h 1822946"/>
                <a:gd name="connsiteX3" fmla="*/ 1325868 w 3359456"/>
                <a:gd name="connsiteY3" fmla="*/ 0 h 1822946"/>
                <a:gd name="connsiteX0" fmla="*/ 1325868 w 3359456"/>
                <a:gd name="connsiteY0" fmla="*/ 0 h 1822946"/>
                <a:gd name="connsiteX1" fmla="*/ 3359456 w 3359456"/>
                <a:gd name="connsiteY1" fmla="*/ 1228724 h 1822946"/>
                <a:gd name="connsiteX2" fmla="*/ 0 w 3359456"/>
                <a:gd name="connsiteY2" fmla="*/ 1822946 h 1822946"/>
                <a:gd name="connsiteX3" fmla="*/ 1325868 w 3359456"/>
                <a:gd name="connsiteY3" fmla="*/ 0 h 1822946"/>
              </a:gdLst>
              <a:ahLst/>
              <a:cxnLst>
                <a:cxn ang="0">
                  <a:pos x="connsiteX0" y="connsiteY0"/>
                </a:cxn>
                <a:cxn ang="0">
                  <a:pos x="connsiteX1" y="connsiteY1"/>
                </a:cxn>
                <a:cxn ang="0">
                  <a:pos x="connsiteX2" y="connsiteY2"/>
                </a:cxn>
                <a:cxn ang="0">
                  <a:pos x="connsiteX3" y="connsiteY3"/>
                </a:cxn>
              </a:cxnLst>
              <a:rect l="l" t="t" r="r" b="b"/>
              <a:pathLst>
                <a:path w="3359456" h="1822946">
                  <a:moveTo>
                    <a:pt x="1325868" y="0"/>
                  </a:moveTo>
                  <a:lnTo>
                    <a:pt x="3359456" y="1228724"/>
                  </a:lnTo>
                  <a:lnTo>
                    <a:pt x="0" y="1822946"/>
                  </a:lnTo>
                  <a:lnTo>
                    <a:pt x="1325868" y="0"/>
                  </a:lnTo>
                  <a:close/>
                </a:path>
              </a:pathLst>
            </a:custGeom>
            <a:gradFill>
              <a:gsLst>
                <a:gs pos="100000">
                  <a:schemeClr val="accent3"/>
                </a:gs>
                <a:gs pos="44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4" name="Freeform 13"/>
            <p:cNvSpPr/>
            <p:nvPr/>
          </p:nvSpPr>
          <p:spPr>
            <a:xfrm>
              <a:off x="-227" y="-2"/>
              <a:ext cx="1040749" cy="6875699"/>
            </a:xfrm>
            <a:custGeom>
              <a:avLst/>
              <a:gdLst>
                <a:gd name="connsiteX0" fmla="*/ 0 w 1076445"/>
                <a:gd name="connsiteY0" fmla="*/ 0 h 6817489"/>
                <a:gd name="connsiteX1" fmla="*/ 1076445 w 1076445"/>
                <a:gd name="connsiteY1" fmla="*/ 1805651 h 6817489"/>
                <a:gd name="connsiteX2" fmla="*/ 11574 w 1076445"/>
                <a:gd name="connsiteY2" fmla="*/ 6817489 h 6817489"/>
                <a:gd name="connsiteX3" fmla="*/ 0 w 1076445"/>
                <a:gd name="connsiteY3" fmla="*/ 0 h 6817489"/>
                <a:gd name="connsiteX0" fmla="*/ 0 w 873245"/>
                <a:gd name="connsiteY0" fmla="*/ 0 h 6817489"/>
                <a:gd name="connsiteX1" fmla="*/ 873245 w 873245"/>
                <a:gd name="connsiteY1" fmla="*/ 1764376 h 6817489"/>
                <a:gd name="connsiteX2" fmla="*/ 11574 w 873245"/>
                <a:gd name="connsiteY2" fmla="*/ 6817489 h 6817489"/>
                <a:gd name="connsiteX3" fmla="*/ 0 w 873245"/>
                <a:gd name="connsiteY3" fmla="*/ 0 h 6817489"/>
                <a:gd name="connsiteX0" fmla="*/ 0 w 1047870"/>
                <a:gd name="connsiteY0" fmla="*/ 0 h 6817489"/>
                <a:gd name="connsiteX1" fmla="*/ 1047870 w 1047870"/>
                <a:gd name="connsiteY1" fmla="*/ 1770726 h 6817489"/>
                <a:gd name="connsiteX2" fmla="*/ 11574 w 1047870"/>
                <a:gd name="connsiteY2" fmla="*/ 6817489 h 6817489"/>
                <a:gd name="connsiteX3" fmla="*/ 0 w 1047870"/>
                <a:gd name="connsiteY3" fmla="*/ 0 h 6817489"/>
                <a:gd name="connsiteX0" fmla="*/ 0 w 698013"/>
                <a:gd name="connsiteY0" fmla="*/ 0 h 6817489"/>
                <a:gd name="connsiteX1" fmla="*/ 698013 w 698013"/>
                <a:gd name="connsiteY1" fmla="*/ 2181752 h 6817489"/>
                <a:gd name="connsiteX2" fmla="*/ 11574 w 698013"/>
                <a:gd name="connsiteY2" fmla="*/ 6817489 h 6817489"/>
                <a:gd name="connsiteX3" fmla="*/ 0 w 698013"/>
                <a:gd name="connsiteY3" fmla="*/ 0 h 6817489"/>
                <a:gd name="connsiteX0" fmla="*/ 0 w 1039919"/>
                <a:gd name="connsiteY0" fmla="*/ 0 h 6817489"/>
                <a:gd name="connsiteX1" fmla="*/ 1039919 w 1039919"/>
                <a:gd name="connsiteY1" fmla="*/ 1762823 h 6817489"/>
                <a:gd name="connsiteX2" fmla="*/ 11574 w 1039919"/>
                <a:gd name="connsiteY2" fmla="*/ 6817489 h 6817489"/>
                <a:gd name="connsiteX3" fmla="*/ 0 w 1039919"/>
                <a:gd name="connsiteY3" fmla="*/ 0 h 6817489"/>
                <a:gd name="connsiteX0" fmla="*/ 0 w 823788"/>
                <a:gd name="connsiteY0" fmla="*/ 0 h 6817489"/>
                <a:gd name="connsiteX1" fmla="*/ 823788 w 823788"/>
                <a:gd name="connsiteY1" fmla="*/ 1820668 h 6817489"/>
                <a:gd name="connsiteX2" fmla="*/ 11574 w 823788"/>
                <a:gd name="connsiteY2" fmla="*/ 6817489 h 6817489"/>
                <a:gd name="connsiteX3" fmla="*/ 0 w 823788"/>
                <a:gd name="connsiteY3" fmla="*/ 0 h 6817489"/>
                <a:gd name="connsiteX0" fmla="*/ 0 w 1035762"/>
                <a:gd name="connsiteY0" fmla="*/ 0 h 6817489"/>
                <a:gd name="connsiteX1" fmla="*/ 1035762 w 1035762"/>
                <a:gd name="connsiteY1" fmla="*/ 1766955 h 6817489"/>
                <a:gd name="connsiteX2" fmla="*/ 11574 w 1035762"/>
                <a:gd name="connsiteY2" fmla="*/ 6817489 h 6817489"/>
                <a:gd name="connsiteX3" fmla="*/ 0 w 1035762"/>
                <a:gd name="connsiteY3" fmla="*/ 0 h 6817489"/>
                <a:gd name="connsiteX0" fmla="*/ 0 w 1040524"/>
                <a:gd name="connsiteY0" fmla="*/ 0 h 6817489"/>
                <a:gd name="connsiteX1" fmla="*/ 1040524 w 1040524"/>
                <a:gd name="connsiteY1" fmla="*/ 1762221 h 6817489"/>
                <a:gd name="connsiteX2" fmla="*/ 11574 w 1040524"/>
                <a:gd name="connsiteY2" fmla="*/ 6817489 h 6817489"/>
                <a:gd name="connsiteX3" fmla="*/ 0 w 1040524"/>
                <a:gd name="connsiteY3" fmla="*/ 0 h 6817489"/>
                <a:gd name="connsiteX0" fmla="*/ 225 w 1040749"/>
                <a:gd name="connsiteY0" fmla="*/ 0 h 6858541"/>
                <a:gd name="connsiteX1" fmla="*/ 1040749 w 1040749"/>
                <a:gd name="connsiteY1" fmla="*/ 1762221 h 6858541"/>
                <a:gd name="connsiteX2" fmla="*/ 0 w 1040749"/>
                <a:gd name="connsiteY2" fmla="*/ 6858541 h 6858541"/>
                <a:gd name="connsiteX3" fmla="*/ 225 w 1040749"/>
                <a:gd name="connsiteY3" fmla="*/ 0 h 6858541"/>
                <a:gd name="connsiteX0" fmla="*/ 225 w 1040749"/>
                <a:gd name="connsiteY0" fmla="*/ 0 h 6835083"/>
                <a:gd name="connsiteX1" fmla="*/ 1040749 w 1040749"/>
                <a:gd name="connsiteY1" fmla="*/ 1762221 h 6835083"/>
                <a:gd name="connsiteX2" fmla="*/ 0 w 1040749"/>
                <a:gd name="connsiteY2" fmla="*/ 6835083 h 6835083"/>
                <a:gd name="connsiteX3" fmla="*/ 225 w 1040749"/>
                <a:gd name="connsiteY3" fmla="*/ 0 h 6835083"/>
              </a:gdLst>
              <a:ahLst/>
              <a:cxnLst>
                <a:cxn ang="0">
                  <a:pos x="connsiteX0" y="connsiteY0"/>
                </a:cxn>
                <a:cxn ang="0">
                  <a:pos x="connsiteX1" y="connsiteY1"/>
                </a:cxn>
                <a:cxn ang="0">
                  <a:pos x="connsiteX2" y="connsiteY2"/>
                </a:cxn>
                <a:cxn ang="0">
                  <a:pos x="connsiteX3" y="connsiteY3"/>
                </a:cxn>
              </a:cxnLst>
              <a:rect l="l" t="t" r="r" b="b"/>
              <a:pathLst>
                <a:path w="1040749" h="6835083">
                  <a:moveTo>
                    <a:pt x="225" y="0"/>
                  </a:moveTo>
                  <a:lnTo>
                    <a:pt x="1040749" y="1762221"/>
                  </a:lnTo>
                  <a:lnTo>
                    <a:pt x="0" y="6835083"/>
                  </a:lnTo>
                  <a:lnTo>
                    <a:pt x="225" y="0"/>
                  </a:lnTo>
                  <a:close/>
                </a:path>
              </a:pathLst>
            </a:custGeom>
            <a:gradFill>
              <a:gsLst>
                <a:gs pos="96000">
                  <a:schemeClr val="accent3"/>
                </a:gs>
                <a:gs pos="18000">
                  <a:schemeClr val="accent2"/>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5" name="Freeform 14"/>
            <p:cNvSpPr/>
            <p:nvPr/>
          </p:nvSpPr>
          <p:spPr>
            <a:xfrm>
              <a:off x="3119436" y="-1"/>
              <a:ext cx="3260163" cy="3022037"/>
            </a:xfrm>
            <a:custGeom>
              <a:avLst/>
              <a:gdLst>
                <a:gd name="connsiteX0" fmla="*/ 185737 w 3228975"/>
                <a:gd name="connsiteY0" fmla="*/ 0 h 3024188"/>
                <a:gd name="connsiteX1" fmla="*/ 0 w 3228975"/>
                <a:gd name="connsiteY1" fmla="*/ 1771650 h 3024188"/>
                <a:gd name="connsiteX2" fmla="*/ 3228975 w 3228975"/>
                <a:gd name="connsiteY2" fmla="*/ 3024188 h 3024188"/>
                <a:gd name="connsiteX3" fmla="*/ 185737 w 3228975"/>
                <a:gd name="connsiteY3" fmla="*/ 0 h 3024188"/>
                <a:gd name="connsiteX0" fmla="*/ 185737 w 3228975"/>
                <a:gd name="connsiteY0" fmla="*/ 0 h 3024188"/>
                <a:gd name="connsiteX1" fmla="*/ 0 w 3228975"/>
                <a:gd name="connsiteY1" fmla="*/ 1771650 h 3024188"/>
                <a:gd name="connsiteX2" fmla="*/ 3228975 w 3228975"/>
                <a:gd name="connsiteY2" fmla="*/ 3024188 h 3024188"/>
                <a:gd name="connsiteX3" fmla="*/ 1976437 w 3228975"/>
                <a:gd name="connsiteY3" fmla="*/ 1776413 h 3024188"/>
                <a:gd name="connsiteX4" fmla="*/ 185737 w 3228975"/>
                <a:gd name="connsiteY4" fmla="*/ 0 h 3024188"/>
                <a:gd name="connsiteX0" fmla="*/ 185737 w 3228975"/>
                <a:gd name="connsiteY0" fmla="*/ 0 h 3024188"/>
                <a:gd name="connsiteX1" fmla="*/ 0 w 3228975"/>
                <a:gd name="connsiteY1" fmla="*/ 1771650 h 3024188"/>
                <a:gd name="connsiteX2" fmla="*/ 3228975 w 3228975"/>
                <a:gd name="connsiteY2" fmla="*/ 3024188 h 3024188"/>
                <a:gd name="connsiteX3" fmla="*/ 2733674 w 3228975"/>
                <a:gd name="connsiteY3" fmla="*/ 1281113 h 3024188"/>
                <a:gd name="connsiteX4" fmla="*/ 185737 w 3228975"/>
                <a:gd name="connsiteY4" fmla="*/ 0 h 3024188"/>
                <a:gd name="connsiteX0" fmla="*/ 185737 w 3181350"/>
                <a:gd name="connsiteY0" fmla="*/ 0 h 2481263"/>
                <a:gd name="connsiteX1" fmla="*/ 0 w 3181350"/>
                <a:gd name="connsiteY1" fmla="*/ 1771650 h 2481263"/>
                <a:gd name="connsiteX2" fmla="*/ 3181350 w 3181350"/>
                <a:gd name="connsiteY2" fmla="*/ 2481263 h 2481263"/>
                <a:gd name="connsiteX3" fmla="*/ 2733674 w 3181350"/>
                <a:gd name="connsiteY3" fmla="*/ 1281113 h 2481263"/>
                <a:gd name="connsiteX4" fmla="*/ 185737 w 3181350"/>
                <a:gd name="connsiteY4" fmla="*/ 0 h 2481263"/>
                <a:gd name="connsiteX0" fmla="*/ 185737 w 3214688"/>
                <a:gd name="connsiteY0" fmla="*/ 0 h 3014663"/>
                <a:gd name="connsiteX1" fmla="*/ 0 w 3214688"/>
                <a:gd name="connsiteY1" fmla="*/ 1771650 h 3014663"/>
                <a:gd name="connsiteX2" fmla="*/ 3214688 w 3214688"/>
                <a:gd name="connsiteY2" fmla="*/ 3014663 h 3014663"/>
                <a:gd name="connsiteX3" fmla="*/ 2733674 w 3214688"/>
                <a:gd name="connsiteY3" fmla="*/ 1281113 h 3014663"/>
                <a:gd name="connsiteX4" fmla="*/ 185737 w 3214688"/>
                <a:gd name="connsiteY4" fmla="*/ 0 h 3014663"/>
                <a:gd name="connsiteX0" fmla="*/ 185737 w 3214688"/>
                <a:gd name="connsiteY0" fmla="*/ 0 h 3014663"/>
                <a:gd name="connsiteX1" fmla="*/ 0 w 3214688"/>
                <a:gd name="connsiteY1" fmla="*/ 1771650 h 3014663"/>
                <a:gd name="connsiteX2" fmla="*/ 3214688 w 3214688"/>
                <a:gd name="connsiteY2" fmla="*/ 3014663 h 3014663"/>
                <a:gd name="connsiteX3" fmla="*/ 2733674 w 3214688"/>
                <a:gd name="connsiteY3" fmla="*/ 1285876 h 3014663"/>
                <a:gd name="connsiteX4" fmla="*/ 185737 w 3214688"/>
                <a:gd name="connsiteY4" fmla="*/ 0 h 3014663"/>
                <a:gd name="connsiteX0" fmla="*/ 185737 w 3214688"/>
                <a:gd name="connsiteY0" fmla="*/ 0 h 3014663"/>
                <a:gd name="connsiteX1" fmla="*/ 0 w 3214688"/>
                <a:gd name="connsiteY1" fmla="*/ 1771650 h 3014663"/>
                <a:gd name="connsiteX2" fmla="*/ 3214688 w 3214688"/>
                <a:gd name="connsiteY2" fmla="*/ 3014663 h 3014663"/>
                <a:gd name="connsiteX3" fmla="*/ 185737 w 3214688"/>
                <a:gd name="connsiteY3" fmla="*/ 0 h 3014663"/>
                <a:gd name="connsiteX0" fmla="*/ 190500 w 3219451"/>
                <a:gd name="connsiteY0" fmla="*/ 0 h 3014663"/>
                <a:gd name="connsiteX1" fmla="*/ 0 w 3219451"/>
                <a:gd name="connsiteY1" fmla="*/ 1781175 h 3014663"/>
                <a:gd name="connsiteX2" fmla="*/ 3219451 w 3219451"/>
                <a:gd name="connsiteY2" fmla="*/ 3014663 h 3014663"/>
                <a:gd name="connsiteX3" fmla="*/ 190500 w 3219451"/>
                <a:gd name="connsiteY3" fmla="*/ 0 h 3014663"/>
                <a:gd name="connsiteX0" fmla="*/ 190500 w 3219451"/>
                <a:gd name="connsiteY0" fmla="*/ 0 h 3014663"/>
                <a:gd name="connsiteX1" fmla="*/ 0 w 3219451"/>
                <a:gd name="connsiteY1" fmla="*/ 1766887 h 3014663"/>
                <a:gd name="connsiteX2" fmla="*/ 3219451 w 3219451"/>
                <a:gd name="connsiteY2" fmla="*/ 3014663 h 3014663"/>
                <a:gd name="connsiteX3" fmla="*/ 190500 w 3219451"/>
                <a:gd name="connsiteY3" fmla="*/ 0 h 3014663"/>
                <a:gd name="connsiteX0" fmla="*/ 223838 w 3252789"/>
                <a:gd name="connsiteY0" fmla="*/ 0 h 3014663"/>
                <a:gd name="connsiteX1" fmla="*/ 0 w 3252789"/>
                <a:gd name="connsiteY1" fmla="*/ 1771650 h 3014663"/>
                <a:gd name="connsiteX2" fmla="*/ 3252789 w 3252789"/>
                <a:gd name="connsiteY2" fmla="*/ 3014663 h 3014663"/>
                <a:gd name="connsiteX3" fmla="*/ 223838 w 3252789"/>
                <a:gd name="connsiteY3" fmla="*/ 0 h 3014663"/>
                <a:gd name="connsiteX0" fmla="*/ 223838 w 3252789"/>
                <a:gd name="connsiteY0" fmla="*/ 0 h 3014663"/>
                <a:gd name="connsiteX1" fmla="*/ 0 w 3252789"/>
                <a:gd name="connsiteY1" fmla="*/ 1790700 h 3014663"/>
                <a:gd name="connsiteX2" fmla="*/ 3252789 w 3252789"/>
                <a:gd name="connsiteY2" fmla="*/ 3014663 h 3014663"/>
                <a:gd name="connsiteX3" fmla="*/ 223838 w 3252789"/>
                <a:gd name="connsiteY3" fmla="*/ 0 h 3014663"/>
                <a:gd name="connsiteX0" fmla="*/ 223838 w 3252789"/>
                <a:gd name="connsiteY0" fmla="*/ 0 h 3022037"/>
                <a:gd name="connsiteX1" fmla="*/ 0 w 3252789"/>
                <a:gd name="connsiteY1" fmla="*/ 1790700 h 3022037"/>
                <a:gd name="connsiteX2" fmla="*/ 3252789 w 3252789"/>
                <a:gd name="connsiteY2" fmla="*/ 3022037 h 3022037"/>
                <a:gd name="connsiteX3" fmla="*/ 223838 w 3252789"/>
                <a:gd name="connsiteY3" fmla="*/ 0 h 3022037"/>
                <a:gd name="connsiteX0" fmla="*/ 223838 w 3260163"/>
                <a:gd name="connsiteY0" fmla="*/ 0 h 3014663"/>
                <a:gd name="connsiteX1" fmla="*/ 0 w 3260163"/>
                <a:gd name="connsiteY1" fmla="*/ 1790700 h 3014663"/>
                <a:gd name="connsiteX2" fmla="*/ 3260163 w 3260163"/>
                <a:gd name="connsiteY2" fmla="*/ 3014663 h 3014663"/>
                <a:gd name="connsiteX3" fmla="*/ 223838 w 3260163"/>
                <a:gd name="connsiteY3" fmla="*/ 0 h 3014663"/>
                <a:gd name="connsiteX0" fmla="*/ 223838 w 3260163"/>
                <a:gd name="connsiteY0" fmla="*/ 0 h 3022037"/>
                <a:gd name="connsiteX1" fmla="*/ 0 w 3260163"/>
                <a:gd name="connsiteY1" fmla="*/ 1790700 h 3022037"/>
                <a:gd name="connsiteX2" fmla="*/ 3260163 w 3260163"/>
                <a:gd name="connsiteY2" fmla="*/ 3022037 h 3022037"/>
                <a:gd name="connsiteX3" fmla="*/ 223838 w 3260163"/>
                <a:gd name="connsiteY3" fmla="*/ 0 h 3022037"/>
              </a:gdLst>
              <a:ahLst/>
              <a:cxnLst>
                <a:cxn ang="0">
                  <a:pos x="connsiteX0" y="connsiteY0"/>
                </a:cxn>
                <a:cxn ang="0">
                  <a:pos x="connsiteX1" y="connsiteY1"/>
                </a:cxn>
                <a:cxn ang="0">
                  <a:pos x="connsiteX2" y="connsiteY2"/>
                </a:cxn>
                <a:cxn ang="0">
                  <a:pos x="connsiteX3" y="connsiteY3"/>
                </a:cxn>
              </a:cxnLst>
              <a:rect l="l" t="t" r="r" b="b"/>
              <a:pathLst>
                <a:path w="3260163" h="3022037">
                  <a:moveTo>
                    <a:pt x="223838" y="0"/>
                  </a:moveTo>
                  <a:lnTo>
                    <a:pt x="0" y="1790700"/>
                  </a:lnTo>
                  <a:lnTo>
                    <a:pt x="3260163" y="3022037"/>
                  </a:lnTo>
                  <a:lnTo>
                    <a:pt x="223838" y="0"/>
                  </a:lnTo>
                  <a:close/>
                </a:path>
              </a:pathLst>
            </a:custGeom>
            <a:gradFill>
              <a:gsLst>
                <a:gs pos="100000">
                  <a:schemeClr val="accent3"/>
                </a:gs>
                <a:gs pos="6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6" name="Freeform 15"/>
            <p:cNvSpPr/>
            <p:nvPr/>
          </p:nvSpPr>
          <p:spPr>
            <a:xfrm>
              <a:off x="3343275" y="0"/>
              <a:ext cx="4337998" cy="3019426"/>
            </a:xfrm>
            <a:custGeom>
              <a:avLst/>
              <a:gdLst>
                <a:gd name="connsiteX0" fmla="*/ 0 w 4324350"/>
                <a:gd name="connsiteY0" fmla="*/ 0 h 3019426"/>
                <a:gd name="connsiteX1" fmla="*/ 4324350 w 4324350"/>
                <a:gd name="connsiteY1" fmla="*/ 1214438 h 3019426"/>
                <a:gd name="connsiteX2" fmla="*/ 3028950 w 4324350"/>
                <a:gd name="connsiteY2" fmla="*/ 3019426 h 3019426"/>
                <a:gd name="connsiteX3" fmla="*/ 0 w 4324350"/>
                <a:gd name="connsiteY3" fmla="*/ 0 h 3019426"/>
                <a:gd name="connsiteX0" fmla="*/ 0 w 4324350"/>
                <a:gd name="connsiteY0" fmla="*/ 0 h 3019426"/>
                <a:gd name="connsiteX1" fmla="*/ 4324350 w 4324350"/>
                <a:gd name="connsiteY1" fmla="*/ 1214438 h 3019426"/>
                <a:gd name="connsiteX2" fmla="*/ 3028950 w 4324350"/>
                <a:gd name="connsiteY2" fmla="*/ 3019426 h 3019426"/>
                <a:gd name="connsiteX3" fmla="*/ 0 w 4324350"/>
                <a:gd name="connsiteY3" fmla="*/ 0 h 3019426"/>
                <a:gd name="connsiteX0" fmla="*/ 0 w 4337998"/>
                <a:gd name="connsiteY0" fmla="*/ 0 h 3019426"/>
                <a:gd name="connsiteX1" fmla="*/ 4337998 w 4337998"/>
                <a:gd name="connsiteY1" fmla="*/ 1214438 h 3019426"/>
                <a:gd name="connsiteX2" fmla="*/ 3028950 w 4337998"/>
                <a:gd name="connsiteY2" fmla="*/ 3019426 h 3019426"/>
                <a:gd name="connsiteX3" fmla="*/ 0 w 4337998"/>
                <a:gd name="connsiteY3" fmla="*/ 0 h 3019426"/>
                <a:gd name="connsiteX0" fmla="*/ 0 w 4337998"/>
                <a:gd name="connsiteY0" fmla="*/ 0 h 3019426"/>
                <a:gd name="connsiteX1" fmla="*/ 4337998 w 4337998"/>
                <a:gd name="connsiteY1" fmla="*/ 1214438 h 3019426"/>
                <a:gd name="connsiteX2" fmla="*/ 3015303 w 4337998"/>
                <a:gd name="connsiteY2" fmla="*/ 3019426 h 3019426"/>
                <a:gd name="connsiteX3" fmla="*/ 0 w 4337998"/>
                <a:gd name="connsiteY3" fmla="*/ 0 h 3019426"/>
              </a:gdLst>
              <a:ahLst/>
              <a:cxnLst>
                <a:cxn ang="0">
                  <a:pos x="connsiteX0" y="connsiteY0"/>
                </a:cxn>
                <a:cxn ang="0">
                  <a:pos x="connsiteX1" y="connsiteY1"/>
                </a:cxn>
                <a:cxn ang="0">
                  <a:pos x="connsiteX2" y="connsiteY2"/>
                </a:cxn>
                <a:cxn ang="0">
                  <a:pos x="connsiteX3" y="connsiteY3"/>
                </a:cxn>
              </a:cxnLst>
              <a:rect l="l" t="t" r="r" b="b"/>
              <a:pathLst>
                <a:path w="4337998" h="3019426">
                  <a:moveTo>
                    <a:pt x="0" y="0"/>
                  </a:moveTo>
                  <a:lnTo>
                    <a:pt x="4337998" y="1214438"/>
                  </a:lnTo>
                  <a:lnTo>
                    <a:pt x="3015303" y="3019426"/>
                  </a:lnTo>
                  <a:lnTo>
                    <a:pt x="0" y="0"/>
                  </a:lnTo>
                  <a:close/>
                </a:path>
              </a:pathLst>
            </a:custGeom>
            <a:gradFill>
              <a:gsLst>
                <a:gs pos="100000">
                  <a:schemeClr val="accent3"/>
                </a:gs>
                <a:gs pos="44000">
                  <a:schemeClr val="accent2"/>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r>
                <a:rPr lang="en-US" sz="2000"/>
                <a:t>s</a:t>
              </a:r>
              <a:endParaRPr lang="en-US" sz="2000" dirty="0"/>
            </a:p>
          </p:txBody>
        </p:sp>
        <p:sp>
          <p:nvSpPr>
            <p:cNvPr id="17" name="Freeform 16"/>
            <p:cNvSpPr/>
            <p:nvPr/>
          </p:nvSpPr>
          <p:spPr>
            <a:xfrm>
              <a:off x="7667625" y="1"/>
              <a:ext cx="4533261" cy="1214438"/>
            </a:xfrm>
            <a:custGeom>
              <a:avLst/>
              <a:gdLst>
                <a:gd name="connsiteX0" fmla="*/ 3367088 w 4524375"/>
                <a:gd name="connsiteY0" fmla="*/ 0 h 1223963"/>
                <a:gd name="connsiteX1" fmla="*/ 0 w 4524375"/>
                <a:gd name="connsiteY1" fmla="*/ 1223963 h 1223963"/>
                <a:gd name="connsiteX2" fmla="*/ 4524375 w 4524375"/>
                <a:gd name="connsiteY2" fmla="*/ 1071563 h 1223963"/>
                <a:gd name="connsiteX3" fmla="*/ 3367088 w 4524375"/>
                <a:gd name="connsiteY3" fmla="*/ 0 h 1223963"/>
                <a:gd name="connsiteX0" fmla="*/ 3352800 w 4524375"/>
                <a:gd name="connsiteY0" fmla="*/ 0 h 1233489"/>
                <a:gd name="connsiteX1" fmla="*/ 0 w 4524375"/>
                <a:gd name="connsiteY1" fmla="*/ 1233489 h 1233489"/>
                <a:gd name="connsiteX2" fmla="*/ 4524375 w 4524375"/>
                <a:gd name="connsiteY2" fmla="*/ 1081089 h 1233489"/>
                <a:gd name="connsiteX3" fmla="*/ 3352800 w 4524375"/>
                <a:gd name="connsiteY3" fmla="*/ 0 h 1233489"/>
                <a:gd name="connsiteX0" fmla="*/ 3352800 w 4524375"/>
                <a:gd name="connsiteY0" fmla="*/ 0 h 1228726"/>
                <a:gd name="connsiteX1" fmla="*/ 0 w 4524375"/>
                <a:gd name="connsiteY1" fmla="*/ 1228726 h 1228726"/>
                <a:gd name="connsiteX2" fmla="*/ 4524375 w 4524375"/>
                <a:gd name="connsiteY2" fmla="*/ 1076326 h 1228726"/>
                <a:gd name="connsiteX3" fmla="*/ 3352800 w 4524375"/>
                <a:gd name="connsiteY3" fmla="*/ 0 h 1228726"/>
                <a:gd name="connsiteX0" fmla="*/ 3357563 w 4524375"/>
                <a:gd name="connsiteY0" fmla="*/ 0 h 1223963"/>
                <a:gd name="connsiteX1" fmla="*/ 0 w 4524375"/>
                <a:gd name="connsiteY1" fmla="*/ 1223963 h 1223963"/>
                <a:gd name="connsiteX2" fmla="*/ 4524375 w 4524375"/>
                <a:gd name="connsiteY2" fmla="*/ 1071563 h 1223963"/>
                <a:gd name="connsiteX3" fmla="*/ 3357563 w 4524375"/>
                <a:gd name="connsiteY3" fmla="*/ 0 h 1223963"/>
                <a:gd name="connsiteX0" fmla="*/ 3371851 w 4538663"/>
                <a:gd name="connsiteY0" fmla="*/ 0 h 1219200"/>
                <a:gd name="connsiteX1" fmla="*/ 0 w 4538663"/>
                <a:gd name="connsiteY1" fmla="*/ 1219200 h 1219200"/>
                <a:gd name="connsiteX2" fmla="*/ 4538663 w 4538663"/>
                <a:gd name="connsiteY2" fmla="*/ 1071563 h 1219200"/>
                <a:gd name="connsiteX3" fmla="*/ 3371851 w 4538663"/>
                <a:gd name="connsiteY3" fmla="*/ 0 h 1219200"/>
                <a:gd name="connsiteX0" fmla="*/ 3243264 w 4410076"/>
                <a:gd name="connsiteY0" fmla="*/ 0 h 1071563"/>
                <a:gd name="connsiteX1" fmla="*/ 0 w 4410076"/>
                <a:gd name="connsiteY1" fmla="*/ 1033463 h 1071563"/>
                <a:gd name="connsiteX2" fmla="*/ 4410076 w 4410076"/>
                <a:gd name="connsiteY2" fmla="*/ 1071563 h 1071563"/>
                <a:gd name="connsiteX3" fmla="*/ 3243264 w 4410076"/>
                <a:gd name="connsiteY3" fmla="*/ 0 h 1071563"/>
                <a:gd name="connsiteX0" fmla="*/ 3352801 w 4519613"/>
                <a:gd name="connsiteY0" fmla="*/ 0 h 1214438"/>
                <a:gd name="connsiteX1" fmla="*/ 0 w 4519613"/>
                <a:gd name="connsiteY1" fmla="*/ 1214438 h 1214438"/>
                <a:gd name="connsiteX2" fmla="*/ 4519613 w 4519613"/>
                <a:gd name="connsiteY2" fmla="*/ 1071563 h 1214438"/>
                <a:gd name="connsiteX3" fmla="*/ 3352801 w 4519613"/>
                <a:gd name="connsiteY3" fmla="*/ 0 h 1214438"/>
                <a:gd name="connsiteX0" fmla="*/ 3352801 w 4533261"/>
                <a:gd name="connsiteY0" fmla="*/ 0 h 1214438"/>
                <a:gd name="connsiteX1" fmla="*/ 0 w 4533261"/>
                <a:gd name="connsiteY1" fmla="*/ 1214438 h 1214438"/>
                <a:gd name="connsiteX2" fmla="*/ 4533261 w 4533261"/>
                <a:gd name="connsiteY2" fmla="*/ 1071563 h 1214438"/>
                <a:gd name="connsiteX3" fmla="*/ 3352801 w 4533261"/>
                <a:gd name="connsiteY3" fmla="*/ 0 h 1214438"/>
                <a:gd name="connsiteX0" fmla="*/ 3352801 w 4533261"/>
                <a:gd name="connsiteY0" fmla="*/ 0 h 1214438"/>
                <a:gd name="connsiteX1" fmla="*/ 0 w 4533261"/>
                <a:gd name="connsiteY1" fmla="*/ 1214438 h 1214438"/>
                <a:gd name="connsiteX2" fmla="*/ 4533261 w 4533261"/>
                <a:gd name="connsiteY2" fmla="*/ 1098859 h 1214438"/>
                <a:gd name="connsiteX3" fmla="*/ 3352801 w 4533261"/>
                <a:gd name="connsiteY3" fmla="*/ 0 h 1214438"/>
              </a:gdLst>
              <a:ahLst/>
              <a:cxnLst>
                <a:cxn ang="0">
                  <a:pos x="connsiteX0" y="connsiteY0"/>
                </a:cxn>
                <a:cxn ang="0">
                  <a:pos x="connsiteX1" y="connsiteY1"/>
                </a:cxn>
                <a:cxn ang="0">
                  <a:pos x="connsiteX2" y="connsiteY2"/>
                </a:cxn>
                <a:cxn ang="0">
                  <a:pos x="connsiteX3" y="connsiteY3"/>
                </a:cxn>
              </a:cxnLst>
              <a:rect l="l" t="t" r="r" b="b"/>
              <a:pathLst>
                <a:path w="4533261" h="1214438">
                  <a:moveTo>
                    <a:pt x="3352801" y="0"/>
                  </a:moveTo>
                  <a:lnTo>
                    <a:pt x="0" y="1214438"/>
                  </a:lnTo>
                  <a:lnTo>
                    <a:pt x="4533261" y="1098859"/>
                  </a:lnTo>
                  <a:lnTo>
                    <a:pt x="3352801" y="0"/>
                  </a:lnTo>
                  <a:close/>
                </a:path>
              </a:pathLst>
            </a:custGeom>
            <a:gradFill>
              <a:gsLst>
                <a:gs pos="100000">
                  <a:schemeClr val="accent3"/>
                </a:gs>
                <a:gs pos="44000">
                  <a:schemeClr val="accent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8" name="Freeform 17"/>
            <p:cNvSpPr/>
            <p:nvPr/>
          </p:nvSpPr>
          <p:spPr>
            <a:xfrm>
              <a:off x="11015664" y="1"/>
              <a:ext cx="1176841" cy="1098080"/>
            </a:xfrm>
            <a:custGeom>
              <a:avLst/>
              <a:gdLst>
                <a:gd name="connsiteX0" fmla="*/ 0 w 1171575"/>
                <a:gd name="connsiteY0" fmla="*/ 0 h 1076325"/>
                <a:gd name="connsiteX1" fmla="*/ 1171575 w 1171575"/>
                <a:gd name="connsiteY1" fmla="*/ 1076325 h 1076325"/>
                <a:gd name="connsiteX2" fmla="*/ 1171575 w 1171575"/>
                <a:gd name="connsiteY2" fmla="*/ 0 h 1076325"/>
                <a:gd name="connsiteX3" fmla="*/ 0 w 1171575"/>
                <a:gd name="connsiteY3" fmla="*/ 0 h 1076325"/>
                <a:gd name="connsiteX0" fmla="*/ 0 w 1171575"/>
                <a:gd name="connsiteY0" fmla="*/ 0 h 1076325"/>
                <a:gd name="connsiteX1" fmla="*/ 1171575 w 1171575"/>
                <a:gd name="connsiteY1" fmla="*/ 1076325 h 1076325"/>
                <a:gd name="connsiteX2" fmla="*/ 1171575 w 1171575"/>
                <a:gd name="connsiteY2" fmla="*/ 0 h 1076325"/>
                <a:gd name="connsiteX3" fmla="*/ 0 w 1171575"/>
                <a:gd name="connsiteY3" fmla="*/ 0 h 1076325"/>
                <a:gd name="connsiteX0" fmla="*/ 0 w 1176299"/>
                <a:gd name="connsiteY0" fmla="*/ 0 h 1085850"/>
                <a:gd name="connsiteX1" fmla="*/ 1176299 w 1176299"/>
                <a:gd name="connsiteY1" fmla="*/ 1085850 h 1085850"/>
                <a:gd name="connsiteX2" fmla="*/ 1171575 w 1176299"/>
                <a:gd name="connsiteY2" fmla="*/ 0 h 1085850"/>
                <a:gd name="connsiteX3" fmla="*/ 0 w 1176299"/>
                <a:gd name="connsiteY3" fmla="*/ 0 h 1085850"/>
                <a:gd name="connsiteX0" fmla="*/ 0 w 1181344"/>
                <a:gd name="connsiteY0" fmla="*/ 0 h 1085850"/>
                <a:gd name="connsiteX1" fmla="*/ 1176299 w 1181344"/>
                <a:gd name="connsiteY1" fmla="*/ 1085850 h 1085850"/>
                <a:gd name="connsiteX2" fmla="*/ 1181138 w 1181344"/>
                <a:gd name="connsiteY2" fmla="*/ 0 h 1085850"/>
                <a:gd name="connsiteX3" fmla="*/ 0 w 1181344"/>
                <a:gd name="connsiteY3" fmla="*/ 0 h 1085850"/>
                <a:gd name="connsiteX0" fmla="*/ 0 w 1181586"/>
                <a:gd name="connsiteY0" fmla="*/ 0 h 1081088"/>
                <a:gd name="connsiteX1" fmla="*/ 1181080 w 1181586"/>
                <a:gd name="connsiteY1" fmla="*/ 1081088 h 1081088"/>
                <a:gd name="connsiteX2" fmla="*/ 1181138 w 1181586"/>
                <a:gd name="connsiteY2" fmla="*/ 0 h 1081088"/>
                <a:gd name="connsiteX3" fmla="*/ 0 w 1181586"/>
                <a:gd name="connsiteY3" fmla="*/ 0 h 1081088"/>
                <a:gd name="connsiteX0" fmla="*/ 0 w 1181586"/>
                <a:gd name="connsiteY0" fmla="*/ 0 h 1070785"/>
                <a:gd name="connsiteX1" fmla="*/ 1181080 w 1181586"/>
                <a:gd name="connsiteY1" fmla="*/ 1070785 h 1070785"/>
                <a:gd name="connsiteX2" fmla="*/ 1181138 w 1181586"/>
                <a:gd name="connsiteY2" fmla="*/ 0 h 1070785"/>
                <a:gd name="connsiteX3" fmla="*/ 0 w 1181586"/>
                <a:gd name="connsiteY3" fmla="*/ 0 h 1070785"/>
                <a:gd name="connsiteX0" fmla="*/ 0 w 1181152"/>
                <a:gd name="connsiteY0" fmla="*/ 0 h 593113"/>
                <a:gd name="connsiteX1" fmla="*/ 1057755 w 1181152"/>
                <a:gd name="connsiteY1" fmla="*/ 593113 h 593113"/>
                <a:gd name="connsiteX2" fmla="*/ 1181138 w 1181152"/>
                <a:gd name="connsiteY2" fmla="*/ 0 h 593113"/>
                <a:gd name="connsiteX3" fmla="*/ 0 w 1181152"/>
                <a:gd name="connsiteY3" fmla="*/ 0 h 593113"/>
                <a:gd name="connsiteX0" fmla="*/ 0 w 1181586"/>
                <a:gd name="connsiteY0" fmla="*/ 0 h 1098080"/>
                <a:gd name="connsiteX1" fmla="*/ 1181081 w 1181586"/>
                <a:gd name="connsiteY1" fmla="*/ 1098080 h 1098080"/>
                <a:gd name="connsiteX2" fmla="*/ 1181138 w 1181586"/>
                <a:gd name="connsiteY2" fmla="*/ 0 h 1098080"/>
                <a:gd name="connsiteX3" fmla="*/ 0 w 1181586"/>
                <a:gd name="connsiteY3" fmla="*/ 0 h 1098080"/>
              </a:gdLst>
              <a:ahLst/>
              <a:cxnLst>
                <a:cxn ang="0">
                  <a:pos x="connsiteX0" y="connsiteY0"/>
                </a:cxn>
                <a:cxn ang="0">
                  <a:pos x="connsiteX1" y="connsiteY1"/>
                </a:cxn>
                <a:cxn ang="0">
                  <a:pos x="connsiteX2" y="connsiteY2"/>
                </a:cxn>
                <a:cxn ang="0">
                  <a:pos x="connsiteX3" y="connsiteY3"/>
                </a:cxn>
              </a:cxnLst>
              <a:rect l="l" t="t" r="r" b="b"/>
              <a:pathLst>
                <a:path w="1181586" h="1098080">
                  <a:moveTo>
                    <a:pt x="0" y="0"/>
                  </a:moveTo>
                  <a:lnTo>
                    <a:pt x="1181081" y="1098080"/>
                  </a:lnTo>
                  <a:cubicBezTo>
                    <a:pt x="1179506" y="736130"/>
                    <a:pt x="1182713" y="361950"/>
                    <a:pt x="1181138" y="0"/>
                  </a:cubicBezTo>
                  <a:lnTo>
                    <a:pt x="0" y="0"/>
                  </a:lnTo>
                  <a:close/>
                </a:path>
              </a:pathLst>
            </a:custGeom>
            <a:gradFill>
              <a:gsLst>
                <a:gs pos="100000">
                  <a:schemeClr val="accent3"/>
                </a:gs>
                <a:gs pos="44000">
                  <a:schemeClr val="accent2"/>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9" name="Freeform 18"/>
            <p:cNvSpPr/>
            <p:nvPr/>
          </p:nvSpPr>
          <p:spPr>
            <a:xfrm>
              <a:off x="10959906" y="1057275"/>
              <a:ext cx="1232552" cy="3276600"/>
            </a:xfrm>
            <a:custGeom>
              <a:avLst/>
              <a:gdLst>
                <a:gd name="connsiteX0" fmla="*/ 1171575 w 1176337"/>
                <a:gd name="connsiteY0" fmla="*/ 0 h 3267075"/>
                <a:gd name="connsiteX1" fmla="*/ 0 w 1176337"/>
                <a:gd name="connsiteY1" fmla="*/ 2762250 h 3267075"/>
                <a:gd name="connsiteX2" fmla="*/ 1176337 w 1176337"/>
                <a:gd name="connsiteY2" fmla="*/ 3267075 h 3267075"/>
                <a:gd name="connsiteX3" fmla="*/ 1171575 w 1176337"/>
                <a:gd name="connsiteY3" fmla="*/ 0 h 3267075"/>
                <a:gd name="connsiteX0" fmla="*/ 1176337 w 1176795"/>
                <a:gd name="connsiteY0" fmla="*/ 0 h 3276600"/>
                <a:gd name="connsiteX1" fmla="*/ 0 w 1176795"/>
                <a:gd name="connsiteY1" fmla="*/ 2771775 h 3276600"/>
                <a:gd name="connsiteX2" fmla="*/ 1176337 w 1176795"/>
                <a:gd name="connsiteY2" fmla="*/ 3276600 h 3276600"/>
                <a:gd name="connsiteX3" fmla="*/ 1176337 w 1176795"/>
                <a:gd name="connsiteY3" fmla="*/ 0 h 3276600"/>
                <a:gd name="connsiteX0" fmla="*/ 1209791 w 1210249"/>
                <a:gd name="connsiteY0" fmla="*/ 0 h 3276600"/>
                <a:gd name="connsiteX1" fmla="*/ 0 w 1210249"/>
                <a:gd name="connsiteY1" fmla="*/ 2771775 h 3276600"/>
                <a:gd name="connsiteX2" fmla="*/ 1209791 w 1210249"/>
                <a:gd name="connsiteY2" fmla="*/ 3276600 h 3276600"/>
                <a:gd name="connsiteX3" fmla="*/ 1209791 w 1210249"/>
                <a:gd name="connsiteY3" fmla="*/ 0 h 3276600"/>
                <a:gd name="connsiteX0" fmla="*/ 1232094 w 1232552"/>
                <a:gd name="connsiteY0" fmla="*/ 0 h 3276600"/>
                <a:gd name="connsiteX1" fmla="*/ 0 w 1232552"/>
                <a:gd name="connsiteY1" fmla="*/ 2749472 h 3276600"/>
                <a:gd name="connsiteX2" fmla="*/ 1232094 w 1232552"/>
                <a:gd name="connsiteY2" fmla="*/ 3276600 h 3276600"/>
                <a:gd name="connsiteX3" fmla="*/ 1232094 w 1232552"/>
                <a:gd name="connsiteY3" fmla="*/ 0 h 3276600"/>
              </a:gdLst>
              <a:ahLst/>
              <a:cxnLst>
                <a:cxn ang="0">
                  <a:pos x="connsiteX0" y="connsiteY0"/>
                </a:cxn>
                <a:cxn ang="0">
                  <a:pos x="connsiteX1" y="connsiteY1"/>
                </a:cxn>
                <a:cxn ang="0">
                  <a:pos x="connsiteX2" y="connsiteY2"/>
                </a:cxn>
                <a:cxn ang="0">
                  <a:pos x="connsiteX3" y="connsiteY3"/>
                </a:cxn>
              </a:cxnLst>
              <a:rect l="l" t="t" r="r" b="b"/>
              <a:pathLst>
                <a:path w="1232552" h="3276600">
                  <a:moveTo>
                    <a:pt x="1232094" y="0"/>
                  </a:moveTo>
                  <a:lnTo>
                    <a:pt x="0" y="2749472"/>
                  </a:lnTo>
                  <a:lnTo>
                    <a:pt x="1232094" y="3276600"/>
                  </a:lnTo>
                  <a:cubicBezTo>
                    <a:pt x="1230507" y="2187575"/>
                    <a:pt x="1233681" y="1089025"/>
                    <a:pt x="1232094" y="0"/>
                  </a:cubicBezTo>
                  <a:close/>
                </a:path>
              </a:pathLst>
            </a:custGeom>
            <a:gradFill>
              <a:gsLst>
                <a:gs pos="100000">
                  <a:schemeClr val="accent3"/>
                </a:gs>
                <a:gs pos="4400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0" name="Freeform 19"/>
            <p:cNvSpPr/>
            <p:nvPr/>
          </p:nvSpPr>
          <p:spPr>
            <a:xfrm>
              <a:off x="6366969" y="2428875"/>
              <a:ext cx="3339005" cy="2271713"/>
            </a:xfrm>
            <a:custGeom>
              <a:avLst/>
              <a:gdLst>
                <a:gd name="connsiteX0" fmla="*/ 0 w 3324225"/>
                <a:gd name="connsiteY0" fmla="*/ 590550 h 2271713"/>
                <a:gd name="connsiteX1" fmla="*/ 1343025 w 3324225"/>
                <a:gd name="connsiteY1" fmla="*/ 2271713 h 2271713"/>
                <a:gd name="connsiteX2" fmla="*/ 3324225 w 3324225"/>
                <a:gd name="connsiteY2" fmla="*/ 0 h 2271713"/>
                <a:gd name="connsiteX3" fmla="*/ 0 w 3324225"/>
                <a:gd name="connsiteY3" fmla="*/ 590550 h 2271713"/>
                <a:gd name="connsiteX0" fmla="*/ 0 w 3333750"/>
                <a:gd name="connsiteY0" fmla="*/ 585787 h 2271713"/>
                <a:gd name="connsiteX1" fmla="*/ 1352550 w 3333750"/>
                <a:gd name="connsiteY1" fmla="*/ 2271713 h 2271713"/>
                <a:gd name="connsiteX2" fmla="*/ 3333750 w 3333750"/>
                <a:gd name="connsiteY2" fmla="*/ 0 h 2271713"/>
                <a:gd name="connsiteX3" fmla="*/ 0 w 3333750"/>
                <a:gd name="connsiteY3" fmla="*/ 585787 h 2271713"/>
                <a:gd name="connsiteX0" fmla="*/ 0 w 3333750"/>
                <a:gd name="connsiteY0" fmla="*/ 591043 h 2271713"/>
                <a:gd name="connsiteX1" fmla="*/ 1352550 w 3333750"/>
                <a:gd name="connsiteY1" fmla="*/ 2271713 h 2271713"/>
                <a:gd name="connsiteX2" fmla="*/ 3333750 w 3333750"/>
                <a:gd name="connsiteY2" fmla="*/ 0 h 2271713"/>
                <a:gd name="connsiteX3" fmla="*/ 0 w 3333750"/>
                <a:gd name="connsiteY3" fmla="*/ 591043 h 2271713"/>
                <a:gd name="connsiteX0" fmla="*/ 0 w 3339005"/>
                <a:gd name="connsiteY0" fmla="*/ 591043 h 2271713"/>
                <a:gd name="connsiteX1" fmla="*/ 1357805 w 3339005"/>
                <a:gd name="connsiteY1" fmla="*/ 2271713 h 2271713"/>
                <a:gd name="connsiteX2" fmla="*/ 3339005 w 3339005"/>
                <a:gd name="connsiteY2" fmla="*/ 0 h 2271713"/>
                <a:gd name="connsiteX3" fmla="*/ 0 w 3339005"/>
                <a:gd name="connsiteY3" fmla="*/ 591043 h 2271713"/>
              </a:gdLst>
              <a:ahLst/>
              <a:cxnLst>
                <a:cxn ang="0">
                  <a:pos x="connsiteX0" y="connsiteY0"/>
                </a:cxn>
                <a:cxn ang="0">
                  <a:pos x="connsiteX1" y="connsiteY1"/>
                </a:cxn>
                <a:cxn ang="0">
                  <a:pos x="connsiteX2" y="connsiteY2"/>
                </a:cxn>
                <a:cxn ang="0">
                  <a:pos x="connsiteX3" y="connsiteY3"/>
                </a:cxn>
              </a:cxnLst>
              <a:rect l="l" t="t" r="r" b="b"/>
              <a:pathLst>
                <a:path w="3339005" h="2271713">
                  <a:moveTo>
                    <a:pt x="0" y="591043"/>
                  </a:moveTo>
                  <a:lnTo>
                    <a:pt x="1357805" y="2271713"/>
                  </a:lnTo>
                  <a:lnTo>
                    <a:pt x="3339005" y="0"/>
                  </a:lnTo>
                  <a:lnTo>
                    <a:pt x="0" y="591043"/>
                  </a:lnTo>
                  <a:close/>
                </a:path>
              </a:pathLst>
            </a:custGeom>
            <a:gradFill>
              <a:gsLst>
                <a:gs pos="100000">
                  <a:schemeClr val="accent3"/>
                </a:gs>
                <a:gs pos="44000">
                  <a:schemeClr val="accent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1" name="Freeform 20"/>
            <p:cNvSpPr/>
            <p:nvPr/>
          </p:nvSpPr>
          <p:spPr>
            <a:xfrm>
              <a:off x="1025774" y="1761707"/>
              <a:ext cx="2098477" cy="1910094"/>
            </a:xfrm>
            <a:custGeom>
              <a:avLst/>
              <a:gdLst>
                <a:gd name="connsiteX0" fmla="*/ 2086304 w 2086304"/>
                <a:gd name="connsiteY0" fmla="*/ 0 h 1886607"/>
                <a:gd name="connsiteX1" fmla="*/ 0 w 2086304"/>
                <a:gd name="connsiteY1" fmla="*/ 15765 h 1886607"/>
                <a:gd name="connsiteX2" fmla="*/ 362607 w 2086304"/>
                <a:gd name="connsiteY2" fmla="*/ 1886607 h 1886607"/>
                <a:gd name="connsiteX3" fmla="*/ 2086304 w 2086304"/>
                <a:gd name="connsiteY3" fmla="*/ 0 h 1886607"/>
                <a:gd name="connsiteX0" fmla="*/ 2101053 w 2101053"/>
                <a:gd name="connsiteY0" fmla="*/ 0 h 1886607"/>
                <a:gd name="connsiteX1" fmla="*/ 0 w 2101053"/>
                <a:gd name="connsiteY1" fmla="*/ 1207 h 1886607"/>
                <a:gd name="connsiteX2" fmla="*/ 377356 w 2101053"/>
                <a:gd name="connsiteY2" fmla="*/ 1886607 h 1886607"/>
                <a:gd name="connsiteX3" fmla="*/ 2101053 w 2101053"/>
                <a:gd name="connsiteY3" fmla="*/ 0 h 1886607"/>
                <a:gd name="connsiteX0" fmla="*/ 2098477 w 2098477"/>
                <a:gd name="connsiteY0" fmla="*/ 8963 h 1885400"/>
                <a:gd name="connsiteX1" fmla="*/ 0 w 2098477"/>
                <a:gd name="connsiteY1" fmla="*/ 0 h 1885400"/>
                <a:gd name="connsiteX2" fmla="*/ 377356 w 2098477"/>
                <a:gd name="connsiteY2" fmla="*/ 1885400 h 1885400"/>
                <a:gd name="connsiteX3" fmla="*/ 2098477 w 2098477"/>
                <a:gd name="connsiteY3" fmla="*/ 8963 h 1885400"/>
              </a:gdLst>
              <a:ahLst/>
              <a:cxnLst>
                <a:cxn ang="0">
                  <a:pos x="connsiteX0" y="connsiteY0"/>
                </a:cxn>
                <a:cxn ang="0">
                  <a:pos x="connsiteX1" y="connsiteY1"/>
                </a:cxn>
                <a:cxn ang="0">
                  <a:pos x="connsiteX2" y="connsiteY2"/>
                </a:cxn>
                <a:cxn ang="0">
                  <a:pos x="connsiteX3" y="connsiteY3"/>
                </a:cxn>
              </a:cxnLst>
              <a:rect l="l" t="t" r="r" b="b"/>
              <a:pathLst>
                <a:path w="2098477" h="1885400">
                  <a:moveTo>
                    <a:pt x="2098477" y="8963"/>
                  </a:moveTo>
                  <a:lnTo>
                    <a:pt x="0" y="0"/>
                  </a:lnTo>
                  <a:lnTo>
                    <a:pt x="377356" y="1885400"/>
                  </a:lnTo>
                  <a:lnTo>
                    <a:pt x="2098477" y="8963"/>
                  </a:lnTo>
                  <a:close/>
                </a:path>
              </a:pathLst>
            </a:custGeom>
            <a:gradFill>
              <a:gsLst>
                <a:gs pos="100000">
                  <a:schemeClr val="accent3"/>
                </a:gs>
                <a:gs pos="44000">
                  <a:schemeClr val="accent2"/>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2" name="Freeform 21"/>
            <p:cNvSpPr/>
            <p:nvPr/>
          </p:nvSpPr>
          <p:spPr>
            <a:xfrm>
              <a:off x="3532" y="4857972"/>
              <a:ext cx="4090198" cy="2007612"/>
            </a:xfrm>
            <a:custGeom>
              <a:avLst/>
              <a:gdLst>
                <a:gd name="connsiteX0" fmla="*/ 3576398 w 4077729"/>
                <a:gd name="connsiteY0" fmla="*/ 0 h 1994733"/>
                <a:gd name="connsiteX1" fmla="*/ 4077729 w 4077729"/>
                <a:gd name="connsiteY1" fmla="*/ 1101516 h 1994733"/>
                <a:gd name="connsiteX2" fmla="*/ 0 w 4077729"/>
                <a:gd name="connsiteY2" fmla="*/ 1994733 h 1994733"/>
                <a:gd name="connsiteX3" fmla="*/ 3576398 w 4077729"/>
                <a:gd name="connsiteY3" fmla="*/ 0 h 1994733"/>
                <a:gd name="connsiteX0" fmla="*/ 3576398 w 4086042"/>
                <a:gd name="connsiteY0" fmla="*/ 0 h 1994733"/>
                <a:gd name="connsiteX1" fmla="*/ 4086042 w 4086042"/>
                <a:gd name="connsiteY1" fmla="*/ 1093204 h 1994733"/>
                <a:gd name="connsiteX2" fmla="*/ 0 w 4086042"/>
                <a:gd name="connsiteY2" fmla="*/ 1994733 h 1994733"/>
                <a:gd name="connsiteX3" fmla="*/ 3576398 w 4086042"/>
                <a:gd name="connsiteY3" fmla="*/ 0 h 1994733"/>
                <a:gd name="connsiteX0" fmla="*/ 3576398 w 4090198"/>
                <a:gd name="connsiteY0" fmla="*/ 0 h 1994733"/>
                <a:gd name="connsiteX1" fmla="*/ 4090198 w 4090198"/>
                <a:gd name="connsiteY1" fmla="*/ 1084892 h 1994733"/>
                <a:gd name="connsiteX2" fmla="*/ 0 w 4090198"/>
                <a:gd name="connsiteY2" fmla="*/ 1994733 h 1994733"/>
                <a:gd name="connsiteX3" fmla="*/ 3576398 w 4090198"/>
                <a:gd name="connsiteY3" fmla="*/ 0 h 1994733"/>
                <a:gd name="connsiteX0" fmla="*/ 3576398 w 4090198"/>
                <a:gd name="connsiteY0" fmla="*/ 0 h 2007612"/>
                <a:gd name="connsiteX1" fmla="*/ 4090198 w 4090198"/>
                <a:gd name="connsiteY1" fmla="*/ 1084892 h 2007612"/>
                <a:gd name="connsiteX2" fmla="*/ 0 w 4090198"/>
                <a:gd name="connsiteY2" fmla="*/ 2007612 h 2007612"/>
                <a:gd name="connsiteX3" fmla="*/ 3576398 w 4090198"/>
                <a:gd name="connsiteY3" fmla="*/ 0 h 2007612"/>
              </a:gdLst>
              <a:ahLst/>
              <a:cxnLst>
                <a:cxn ang="0">
                  <a:pos x="connsiteX0" y="connsiteY0"/>
                </a:cxn>
                <a:cxn ang="0">
                  <a:pos x="connsiteX1" y="connsiteY1"/>
                </a:cxn>
                <a:cxn ang="0">
                  <a:pos x="connsiteX2" y="connsiteY2"/>
                </a:cxn>
                <a:cxn ang="0">
                  <a:pos x="connsiteX3" y="connsiteY3"/>
                </a:cxn>
              </a:cxnLst>
              <a:rect l="l" t="t" r="r" b="b"/>
              <a:pathLst>
                <a:path w="4090198" h="2007612">
                  <a:moveTo>
                    <a:pt x="3576398" y="0"/>
                  </a:moveTo>
                  <a:lnTo>
                    <a:pt x="4090198" y="1084892"/>
                  </a:lnTo>
                  <a:lnTo>
                    <a:pt x="0" y="2007612"/>
                  </a:lnTo>
                  <a:lnTo>
                    <a:pt x="3576398" y="0"/>
                  </a:lnTo>
                  <a:close/>
                </a:path>
              </a:pathLst>
            </a:custGeom>
            <a:gradFill>
              <a:gsLst>
                <a:gs pos="100000">
                  <a:schemeClr val="accent3"/>
                </a:gs>
                <a:gs pos="44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3" name="Freeform 22"/>
            <p:cNvSpPr/>
            <p:nvPr/>
          </p:nvSpPr>
          <p:spPr>
            <a:xfrm>
              <a:off x="-6301" y="5938309"/>
              <a:ext cx="4092304" cy="924304"/>
            </a:xfrm>
            <a:custGeom>
              <a:avLst/>
              <a:gdLst>
                <a:gd name="connsiteX0" fmla="*/ 4074199 w 4074199"/>
                <a:gd name="connsiteY0" fmla="*/ 0 h 907339"/>
                <a:gd name="connsiteX1" fmla="*/ 3357507 w 4074199"/>
                <a:gd name="connsiteY1" fmla="*/ 907339 h 907339"/>
                <a:gd name="connsiteX2" fmla="*/ 0 w 4074199"/>
                <a:gd name="connsiteY2" fmla="*/ 907339 h 907339"/>
                <a:gd name="connsiteX3" fmla="*/ 4074199 w 4074199"/>
                <a:gd name="connsiteY3" fmla="*/ 0 h 907339"/>
                <a:gd name="connsiteX0" fmla="*/ 4084791 w 4084791"/>
                <a:gd name="connsiteY0" fmla="*/ 0 h 907339"/>
                <a:gd name="connsiteX1" fmla="*/ 3368099 w 4084791"/>
                <a:gd name="connsiteY1" fmla="*/ 907339 h 907339"/>
                <a:gd name="connsiteX2" fmla="*/ 0 w 4084791"/>
                <a:gd name="connsiteY2" fmla="*/ 907339 h 907339"/>
                <a:gd name="connsiteX3" fmla="*/ 4084791 w 4084791"/>
                <a:gd name="connsiteY3" fmla="*/ 0 h 907339"/>
                <a:gd name="connsiteX0" fmla="*/ 4100031 w 4100031"/>
                <a:gd name="connsiteY0" fmla="*/ 0 h 907339"/>
                <a:gd name="connsiteX1" fmla="*/ 3368099 w 4100031"/>
                <a:gd name="connsiteY1" fmla="*/ 907339 h 907339"/>
                <a:gd name="connsiteX2" fmla="*/ 0 w 4100031"/>
                <a:gd name="connsiteY2" fmla="*/ 907339 h 907339"/>
                <a:gd name="connsiteX3" fmla="*/ 4100031 w 4100031"/>
                <a:gd name="connsiteY3" fmla="*/ 0 h 907339"/>
                <a:gd name="connsiteX0" fmla="*/ 4102607 w 4102607"/>
                <a:gd name="connsiteY0" fmla="*/ 0 h 907339"/>
                <a:gd name="connsiteX1" fmla="*/ 3370675 w 4102607"/>
                <a:gd name="connsiteY1" fmla="*/ 907339 h 907339"/>
                <a:gd name="connsiteX2" fmla="*/ 0 w 4102607"/>
                <a:gd name="connsiteY2" fmla="*/ 857464 h 907339"/>
                <a:gd name="connsiteX3" fmla="*/ 4102607 w 4102607"/>
                <a:gd name="connsiteY3" fmla="*/ 0 h 907339"/>
                <a:gd name="connsiteX0" fmla="*/ 4097455 w 4097455"/>
                <a:gd name="connsiteY0" fmla="*/ 0 h 907339"/>
                <a:gd name="connsiteX1" fmla="*/ 3365523 w 4097455"/>
                <a:gd name="connsiteY1" fmla="*/ 907339 h 907339"/>
                <a:gd name="connsiteX2" fmla="*/ 0 w 4097455"/>
                <a:gd name="connsiteY2" fmla="*/ 859958 h 907339"/>
                <a:gd name="connsiteX3" fmla="*/ 4097455 w 4097455"/>
                <a:gd name="connsiteY3" fmla="*/ 0 h 907339"/>
                <a:gd name="connsiteX0" fmla="*/ 4097455 w 4097455"/>
                <a:gd name="connsiteY0" fmla="*/ 0 h 862451"/>
                <a:gd name="connsiteX1" fmla="*/ 3411887 w 4097455"/>
                <a:gd name="connsiteY1" fmla="*/ 862451 h 862451"/>
                <a:gd name="connsiteX2" fmla="*/ 0 w 4097455"/>
                <a:gd name="connsiteY2" fmla="*/ 859958 h 862451"/>
                <a:gd name="connsiteX3" fmla="*/ 4097455 w 4097455"/>
                <a:gd name="connsiteY3" fmla="*/ 0 h 862451"/>
                <a:gd name="connsiteX0" fmla="*/ 4089728 w 4089728"/>
                <a:gd name="connsiteY0" fmla="*/ 0 h 892377"/>
                <a:gd name="connsiteX1" fmla="*/ 3411887 w 4089728"/>
                <a:gd name="connsiteY1" fmla="*/ 892377 h 892377"/>
                <a:gd name="connsiteX2" fmla="*/ 0 w 4089728"/>
                <a:gd name="connsiteY2" fmla="*/ 889884 h 892377"/>
                <a:gd name="connsiteX3" fmla="*/ 4089728 w 4089728"/>
                <a:gd name="connsiteY3" fmla="*/ 0 h 892377"/>
                <a:gd name="connsiteX0" fmla="*/ 4089728 w 4089728"/>
                <a:gd name="connsiteY0" fmla="*/ 0 h 892377"/>
                <a:gd name="connsiteX1" fmla="*/ 3424766 w 4089728"/>
                <a:gd name="connsiteY1" fmla="*/ 892377 h 892377"/>
                <a:gd name="connsiteX2" fmla="*/ 0 w 4089728"/>
                <a:gd name="connsiteY2" fmla="*/ 889884 h 892377"/>
                <a:gd name="connsiteX3" fmla="*/ 4089728 w 4089728"/>
                <a:gd name="connsiteY3" fmla="*/ 0 h 892377"/>
                <a:gd name="connsiteX0" fmla="*/ 4089728 w 4089728"/>
                <a:gd name="connsiteY0" fmla="*/ 0 h 889884"/>
                <a:gd name="connsiteX1" fmla="*/ 3360372 w 4089728"/>
                <a:gd name="connsiteY1" fmla="*/ 889884 h 889884"/>
                <a:gd name="connsiteX2" fmla="*/ 0 w 4089728"/>
                <a:gd name="connsiteY2" fmla="*/ 889884 h 889884"/>
                <a:gd name="connsiteX3" fmla="*/ 4089728 w 4089728"/>
                <a:gd name="connsiteY3" fmla="*/ 0 h 889884"/>
                <a:gd name="connsiteX0" fmla="*/ 4079425 w 4079425"/>
                <a:gd name="connsiteY0" fmla="*/ 0 h 889884"/>
                <a:gd name="connsiteX1" fmla="*/ 3350069 w 4079425"/>
                <a:gd name="connsiteY1" fmla="*/ 889884 h 889884"/>
                <a:gd name="connsiteX2" fmla="*/ 0 w 4079425"/>
                <a:gd name="connsiteY2" fmla="*/ 882403 h 889884"/>
                <a:gd name="connsiteX3" fmla="*/ 4079425 w 4079425"/>
                <a:gd name="connsiteY3" fmla="*/ 0 h 889884"/>
                <a:gd name="connsiteX0" fmla="*/ 4082000 w 4082000"/>
                <a:gd name="connsiteY0" fmla="*/ 0 h 889884"/>
                <a:gd name="connsiteX1" fmla="*/ 3352644 w 4082000"/>
                <a:gd name="connsiteY1" fmla="*/ 889884 h 889884"/>
                <a:gd name="connsiteX2" fmla="*/ 0 w 4082000"/>
                <a:gd name="connsiteY2" fmla="*/ 882403 h 889884"/>
                <a:gd name="connsiteX3" fmla="*/ 4082000 w 4082000"/>
                <a:gd name="connsiteY3" fmla="*/ 0 h 889884"/>
                <a:gd name="connsiteX0" fmla="*/ 4087152 w 4087152"/>
                <a:gd name="connsiteY0" fmla="*/ 0 h 1007091"/>
                <a:gd name="connsiteX1" fmla="*/ 3357796 w 4087152"/>
                <a:gd name="connsiteY1" fmla="*/ 889884 h 1007091"/>
                <a:gd name="connsiteX2" fmla="*/ 0 w 4087152"/>
                <a:gd name="connsiteY2" fmla="*/ 1007091 h 1007091"/>
                <a:gd name="connsiteX3" fmla="*/ 4087152 w 4087152"/>
                <a:gd name="connsiteY3" fmla="*/ 0 h 1007091"/>
                <a:gd name="connsiteX0" fmla="*/ 4092304 w 4092304"/>
                <a:gd name="connsiteY0" fmla="*/ 0 h 894872"/>
                <a:gd name="connsiteX1" fmla="*/ 3362948 w 4092304"/>
                <a:gd name="connsiteY1" fmla="*/ 889884 h 894872"/>
                <a:gd name="connsiteX2" fmla="*/ 0 w 4092304"/>
                <a:gd name="connsiteY2" fmla="*/ 894872 h 894872"/>
                <a:gd name="connsiteX3" fmla="*/ 4092304 w 4092304"/>
                <a:gd name="connsiteY3" fmla="*/ 0 h 894872"/>
              </a:gdLst>
              <a:ahLst/>
              <a:cxnLst>
                <a:cxn ang="0">
                  <a:pos x="connsiteX0" y="connsiteY0"/>
                </a:cxn>
                <a:cxn ang="0">
                  <a:pos x="connsiteX1" y="connsiteY1"/>
                </a:cxn>
                <a:cxn ang="0">
                  <a:pos x="connsiteX2" y="connsiteY2"/>
                </a:cxn>
                <a:cxn ang="0">
                  <a:pos x="connsiteX3" y="connsiteY3"/>
                </a:cxn>
              </a:cxnLst>
              <a:rect l="l" t="t" r="r" b="b"/>
              <a:pathLst>
                <a:path w="4092304" h="894872">
                  <a:moveTo>
                    <a:pt x="4092304" y="0"/>
                  </a:moveTo>
                  <a:lnTo>
                    <a:pt x="3362948" y="889884"/>
                  </a:lnTo>
                  <a:lnTo>
                    <a:pt x="0" y="894872"/>
                  </a:lnTo>
                  <a:lnTo>
                    <a:pt x="4092304" y="0"/>
                  </a:lnTo>
                  <a:close/>
                </a:path>
              </a:pathLst>
            </a:custGeom>
            <a:gradFill>
              <a:gsLst>
                <a:gs pos="100000">
                  <a:schemeClr val="accent3"/>
                </a:gs>
                <a:gs pos="44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4" name="Freeform 23"/>
            <p:cNvSpPr/>
            <p:nvPr/>
          </p:nvSpPr>
          <p:spPr>
            <a:xfrm>
              <a:off x="4102443" y="4914459"/>
              <a:ext cx="547228" cy="151811"/>
            </a:xfrm>
            <a:custGeom>
              <a:avLst/>
              <a:gdLst>
                <a:gd name="connsiteX0" fmla="*/ 0 w 547228"/>
                <a:gd name="connsiteY0" fmla="*/ 0 h 151811"/>
                <a:gd name="connsiteX1" fmla="*/ 547228 w 547228"/>
                <a:gd name="connsiteY1" fmla="*/ 70610 h 151811"/>
                <a:gd name="connsiteX2" fmla="*/ 526045 w 547228"/>
                <a:gd name="connsiteY2" fmla="*/ 151811 h 151811"/>
              </a:gdLst>
              <a:ahLst/>
              <a:cxnLst>
                <a:cxn ang="0">
                  <a:pos x="connsiteX0" y="connsiteY0"/>
                </a:cxn>
                <a:cxn ang="0">
                  <a:pos x="connsiteX1" y="connsiteY1"/>
                </a:cxn>
                <a:cxn ang="0">
                  <a:pos x="connsiteX2" y="connsiteY2"/>
                </a:cxn>
              </a:cxnLst>
              <a:rect l="l" t="t" r="r" b="b"/>
              <a:pathLst>
                <a:path w="547228" h="151811">
                  <a:moveTo>
                    <a:pt x="0" y="0"/>
                  </a:moveTo>
                  <a:lnTo>
                    <a:pt x="547228" y="70610"/>
                  </a:lnTo>
                  <a:lnTo>
                    <a:pt x="526045" y="151811"/>
                  </a:lnTo>
                </a:path>
              </a:pathLst>
            </a:custGeom>
            <a:gradFill>
              <a:gsLst>
                <a:gs pos="100000">
                  <a:schemeClr val="accent3"/>
                </a:gs>
                <a:gs pos="44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3317876" y="5936217"/>
              <a:ext cx="5416584" cy="930949"/>
            </a:xfrm>
            <a:custGeom>
              <a:avLst/>
              <a:gdLst>
                <a:gd name="connsiteX0" fmla="*/ 683287 w 5365819"/>
                <a:gd name="connsiteY0" fmla="*/ 0 h 914400"/>
                <a:gd name="connsiteX1" fmla="*/ 5365819 w 5365819"/>
                <a:gd name="connsiteY1" fmla="*/ 904351 h 914400"/>
                <a:gd name="connsiteX2" fmla="*/ 0 w 5365819"/>
                <a:gd name="connsiteY2" fmla="*/ 914400 h 914400"/>
                <a:gd name="connsiteX3" fmla="*/ 683287 w 5365819"/>
                <a:gd name="connsiteY3" fmla="*/ 0 h 914400"/>
                <a:gd name="connsiteX0" fmla="*/ 711531 w 5394063"/>
                <a:gd name="connsiteY0" fmla="*/ 0 h 917930"/>
                <a:gd name="connsiteX1" fmla="*/ 5394063 w 5394063"/>
                <a:gd name="connsiteY1" fmla="*/ 904351 h 917930"/>
                <a:gd name="connsiteX2" fmla="*/ 0 w 5394063"/>
                <a:gd name="connsiteY2" fmla="*/ 917930 h 917930"/>
                <a:gd name="connsiteX3" fmla="*/ 711531 w 5394063"/>
                <a:gd name="connsiteY3" fmla="*/ 0 h 917930"/>
                <a:gd name="connsiteX0" fmla="*/ 725653 w 5394063"/>
                <a:gd name="connsiteY0" fmla="*/ 0 h 910869"/>
                <a:gd name="connsiteX1" fmla="*/ 5394063 w 5394063"/>
                <a:gd name="connsiteY1" fmla="*/ 897290 h 910869"/>
                <a:gd name="connsiteX2" fmla="*/ 0 w 5394063"/>
                <a:gd name="connsiteY2" fmla="*/ 910869 h 910869"/>
                <a:gd name="connsiteX3" fmla="*/ 725653 w 5394063"/>
                <a:gd name="connsiteY3" fmla="*/ 0 h 910869"/>
                <a:gd name="connsiteX0" fmla="*/ 725653 w 5376410"/>
                <a:gd name="connsiteY0" fmla="*/ 0 h 910869"/>
                <a:gd name="connsiteX1" fmla="*/ 5376410 w 5376410"/>
                <a:gd name="connsiteY1" fmla="*/ 907881 h 910869"/>
                <a:gd name="connsiteX2" fmla="*/ 0 w 5376410"/>
                <a:gd name="connsiteY2" fmla="*/ 910869 h 910869"/>
                <a:gd name="connsiteX3" fmla="*/ 725653 w 5376410"/>
                <a:gd name="connsiteY3" fmla="*/ 0 h 910869"/>
                <a:gd name="connsiteX0" fmla="*/ 783842 w 5376410"/>
                <a:gd name="connsiteY0" fmla="*/ 0 h 765396"/>
                <a:gd name="connsiteX1" fmla="*/ 5376410 w 5376410"/>
                <a:gd name="connsiteY1" fmla="*/ 762408 h 765396"/>
                <a:gd name="connsiteX2" fmla="*/ 0 w 5376410"/>
                <a:gd name="connsiteY2" fmla="*/ 765396 h 765396"/>
                <a:gd name="connsiteX3" fmla="*/ 783842 w 5376410"/>
                <a:gd name="connsiteY3" fmla="*/ 0 h 765396"/>
                <a:gd name="connsiteX0" fmla="*/ 729810 w 5376410"/>
                <a:gd name="connsiteY0" fmla="*/ 0 h 910869"/>
                <a:gd name="connsiteX1" fmla="*/ 5376410 w 5376410"/>
                <a:gd name="connsiteY1" fmla="*/ 907881 h 910869"/>
                <a:gd name="connsiteX2" fmla="*/ 0 w 5376410"/>
                <a:gd name="connsiteY2" fmla="*/ 910869 h 910869"/>
                <a:gd name="connsiteX3" fmla="*/ 729810 w 5376410"/>
                <a:gd name="connsiteY3" fmla="*/ 0 h 910869"/>
                <a:gd name="connsiteX0" fmla="*/ 714570 w 5376410"/>
                <a:gd name="connsiteY0" fmla="*/ 0 h 918489"/>
                <a:gd name="connsiteX1" fmla="*/ 5376410 w 5376410"/>
                <a:gd name="connsiteY1" fmla="*/ 915501 h 918489"/>
                <a:gd name="connsiteX2" fmla="*/ 0 w 5376410"/>
                <a:gd name="connsiteY2" fmla="*/ 918489 h 918489"/>
                <a:gd name="connsiteX3" fmla="*/ 714570 w 5376410"/>
                <a:gd name="connsiteY3" fmla="*/ 0 h 918489"/>
                <a:gd name="connsiteX0" fmla="*/ 809820 w 5376410"/>
                <a:gd name="connsiteY0" fmla="*/ 0 h 758469"/>
                <a:gd name="connsiteX1" fmla="*/ 5376410 w 5376410"/>
                <a:gd name="connsiteY1" fmla="*/ 755481 h 758469"/>
                <a:gd name="connsiteX2" fmla="*/ 0 w 5376410"/>
                <a:gd name="connsiteY2" fmla="*/ 758469 h 758469"/>
                <a:gd name="connsiteX3" fmla="*/ 809820 w 5376410"/>
                <a:gd name="connsiteY3" fmla="*/ 0 h 758469"/>
                <a:gd name="connsiteX0" fmla="*/ 710760 w 5376410"/>
                <a:gd name="connsiteY0" fmla="*/ 0 h 918489"/>
                <a:gd name="connsiteX1" fmla="*/ 5376410 w 5376410"/>
                <a:gd name="connsiteY1" fmla="*/ 915501 h 918489"/>
                <a:gd name="connsiteX2" fmla="*/ 0 w 5376410"/>
                <a:gd name="connsiteY2" fmla="*/ 918489 h 918489"/>
                <a:gd name="connsiteX3" fmla="*/ 710760 w 5376410"/>
                <a:gd name="connsiteY3" fmla="*/ 0 h 918489"/>
                <a:gd name="connsiteX0" fmla="*/ 722190 w 5376410"/>
                <a:gd name="connsiteY0" fmla="*/ 0 h 914679"/>
                <a:gd name="connsiteX1" fmla="*/ 5376410 w 5376410"/>
                <a:gd name="connsiteY1" fmla="*/ 911691 h 914679"/>
                <a:gd name="connsiteX2" fmla="*/ 0 w 5376410"/>
                <a:gd name="connsiteY2" fmla="*/ 914679 h 914679"/>
                <a:gd name="connsiteX3" fmla="*/ 722190 w 5376410"/>
                <a:gd name="connsiteY3" fmla="*/ 0 h 914679"/>
                <a:gd name="connsiteX0" fmla="*/ 735069 w 5389289"/>
                <a:gd name="connsiteY0" fmla="*/ 0 h 912104"/>
                <a:gd name="connsiteX1" fmla="*/ 5389289 w 5389289"/>
                <a:gd name="connsiteY1" fmla="*/ 911691 h 912104"/>
                <a:gd name="connsiteX2" fmla="*/ 0 w 5389289"/>
                <a:gd name="connsiteY2" fmla="*/ 912104 h 912104"/>
                <a:gd name="connsiteX3" fmla="*/ 735069 w 5389289"/>
                <a:gd name="connsiteY3" fmla="*/ 0 h 912104"/>
                <a:gd name="connsiteX0" fmla="*/ 735069 w 5389289"/>
                <a:gd name="connsiteY0" fmla="*/ 0 h 925339"/>
                <a:gd name="connsiteX1" fmla="*/ 5389289 w 5389289"/>
                <a:gd name="connsiteY1" fmla="*/ 925339 h 925339"/>
                <a:gd name="connsiteX2" fmla="*/ 0 w 5389289"/>
                <a:gd name="connsiteY2" fmla="*/ 912104 h 925339"/>
                <a:gd name="connsiteX3" fmla="*/ 735069 w 5389289"/>
                <a:gd name="connsiteY3" fmla="*/ 0 h 925339"/>
                <a:gd name="connsiteX0" fmla="*/ 762364 w 5416584"/>
                <a:gd name="connsiteY0" fmla="*/ 0 h 939400"/>
                <a:gd name="connsiteX1" fmla="*/ 5416584 w 5416584"/>
                <a:gd name="connsiteY1" fmla="*/ 925339 h 939400"/>
                <a:gd name="connsiteX2" fmla="*/ 0 w 5416584"/>
                <a:gd name="connsiteY2" fmla="*/ 939400 h 939400"/>
                <a:gd name="connsiteX3" fmla="*/ 762364 w 5416584"/>
                <a:gd name="connsiteY3" fmla="*/ 0 h 939400"/>
                <a:gd name="connsiteX0" fmla="*/ 762364 w 5416584"/>
                <a:gd name="connsiteY0" fmla="*/ 0 h 945010"/>
                <a:gd name="connsiteX1" fmla="*/ 5416584 w 5416584"/>
                <a:gd name="connsiteY1" fmla="*/ 930949 h 945010"/>
                <a:gd name="connsiteX2" fmla="*/ 0 w 5416584"/>
                <a:gd name="connsiteY2" fmla="*/ 945010 h 945010"/>
                <a:gd name="connsiteX3" fmla="*/ 762364 w 5416584"/>
                <a:gd name="connsiteY3" fmla="*/ 0 h 945010"/>
                <a:gd name="connsiteX0" fmla="*/ 762364 w 5416584"/>
                <a:gd name="connsiteY0" fmla="*/ 0 h 930949"/>
                <a:gd name="connsiteX1" fmla="*/ 5416584 w 5416584"/>
                <a:gd name="connsiteY1" fmla="*/ 930949 h 930949"/>
                <a:gd name="connsiteX2" fmla="*/ 0 w 5416584"/>
                <a:gd name="connsiteY2" fmla="*/ 921156 h 930949"/>
                <a:gd name="connsiteX3" fmla="*/ 762364 w 5416584"/>
                <a:gd name="connsiteY3" fmla="*/ 0 h 930949"/>
              </a:gdLst>
              <a:ahLst/>
              <a:cxnLst>
                <a:cxn ang="0">
                  <a:pos x="connsiteX0" y="connsiteY0"/>
                </a:cxn>
                <a:cxn ang="0">
                  <a:pos x="connsiteX1" y="connsiteY1"/>
                </a:cxn>
                <a:cxn ang="0">
                  <a:pos x="connsiteX2" y="connsiteY2"/>
                </a:cxn>
                <a:cxn ang="0">
                  <a:pos x="connsiteX3" y="connsiteY3"/>
                </a:cxn>
              </a:cxnLst>
              <a:rect l="l" t="t" r="r" b="b"/>
              <a:pathLst>
                <a:path w="5416584" h="930949">
                  <a:moveTo>
                    <a:pt x="762364" y="0"/>
                  </a:moveTo>
                  <a:lnTo>
                    <a:pt x="5416584" y="930949"/>
                  </a:lnTo>
                  <a:lnTo>
                    <a:pt x="0" y="921156"/>
                  </a:lnTo>
                  <a:lnTo>
                    <a:pt x="762364" y="0"/>
                  </a:lnTo>
                  <a:close/>
                </a:path>
              </a:pathLst>
            </a:custGeom>
            <a:gradFill>
              <a:gsLst>
                <a:gs pos="100000">
                  <a:schemeClr val="accent3"/>
                </a:gs>
                <a:gs pos="4400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6" name="Freeform 25"/>
            <p:cNvSpPr/>
            <p:nvPr/>
          </p:nvSpPr>
          <p:spPr>
            <a:xfrm>
              <a:off x="10990536" y="3785435"/>
              <a:ext cx="1209457" cy="3091509"/>
            </a:xfrm>
            <a:custGeom>
              <a:avLst/>
              <a:gdLst>
                <a:gd name="connsiteX0" fmla="*/ 0 w 1182718"/>
                <a:gd name="connsiteY0" fmla="*/ 0 h 3032701"/>
                <a:gd name="connsiteX1" fmla="*/ 497800 w 1182718"/>
                <a:gd name="connsiteY1" fmla="*/ 3032701 h 3032701"/>
                <a:gd name="connsiteX2" fmla="*/ 1182718 w 1182718"/>
                <a:gd name="connsiteY2" fmla="*/ 515453 h 3032701"/>
                <a:gd name="connsiteX3" fmla="*/ 0 w 1182718"/>
                <a:gd name="connsiteY3" fmla="*/ 0 h 3032701"/>
                <a:gd name="connsiteX0" fmla="*/ 0 w 1179187"/>
                <a:gd name="connsiteY0" fmla="*/ 0 h 3029170"/>
                <a:gd name="connsiteX1" fmla="*/ 494269 w 1179187"/>
                <a:gd name="connsiteY1" fmla="*/ 3029170 h 3029170"/>
                <a:gd name="connsiteX2" fmla="*/ 1179187 w 1179187"/>
                <a:gd name="connsiteY2" fmla="*/ 511922 h 3029170"/>
                <a:gd name="connsiteX3" fmla="*/ 0 w 1179187"/>
                <a:gd name="connsiteY3" fmla="*/ 0 h 3029170"/>
                <a:gd name="connsiteX0" fmla="*/ 0 w 1179187"/>
                <a:gd name="connsiteY0" fmla="*/ 0 h 3039761"/>
                <a:gd name="connsiteX1" fmla="*/ 483677 w 1179187"/>
                <a:gd name="connsiteY1" fmla="*/ 3039761 h 3039761"/>
                <a:gd name="connsiteX2" fmla="*/ 1179187 w 1179187"/>
                <a:gd name="connsiteY2" fmla="*/ 511922 h 3039761"/>
                <a:gd name="connsiteX3" fmla="*/ 0 w 1179187"/>
                <a:gd name="connsiteY3" fmla="*/ 0 h 3039761"/>
                <a:gd name="connsiteX0" fmla="*/ 0 w 1190407"/>
                <a:gd name="connsiteY0" fmla="*/ 0 h 3039761"/>
                <a:gd name="connsiteX1" fmla="*/ 494897 w 1190407"/>
                <a:gd name="connsiteY1" fmla="*/ 3039761 h 3039761"/>
                <a:gd name="connsiteX2" fmla="*/ 1190407 w 1190407"/>
                <a:gd name="connsiteY2" fmla="*/ 511922 h 3039761"/>
                <a:gd name="connsiteX3" fmla="*/ 0 w 1190407"/>
                <a:gd name="connsiteY3" fmla="*/ 0 h 3039761"/>
                <a:gd name="connsiteX0" fmla="*/ 0 w 1203107"/>
                <a:gd name="connsiteY0" fmla="*/ 0 h 3065161"/>
                <a:gd name="connsiteX1" fmla="*/ 507597 w 1203107"/>
                <a:gd name="connsiteY1" fmla="*/ 3065161 h 3065161"/>
                <a:gd name="connsiteX2" fmla="*/ 1203107 w 1203107"/>
                <a:gd name="connsiteY2" fmla="*/ 537322 h 3065161"/>
                <a:gd name="connsiteX3" fmla="*/ 0 w 1203107"/>
                <a:gd name="connsiteY3" fmla="*/ 0 h 3065161"/>
                <a:gd name="connsiteX0" fmla="*/ 0 w 1209457"/>
                <a:gd name="connsiteY0" fmla="*/ 0 h 3065161"/>
                <a:gd name="connsiteX1" fmla="*/ 507597 w 1209457"/>
                <a:gd name="connsiteY1" fmla="*/ 3065161 h 3065161"/>
                <a:gd name="connsiteX2" fmla="*/ 1209457 w 1209457"/>
                <a:gd name="connsiteY2" fmla="*/ 543672 h 3065161"/>
                <a:gd name="connsiteX3" fmla="*/ 0 w 1209457"/>
                <a:gd name="connsiteY3" fmla="*/ 0 h 3065161"/>
                <a:gd name="connsiteX0" fmla="*/ 0 w 1215807"/>
                <a:gd name="connsiteY0" fmla="*/ 0 h 3065161"/>
                <a:gd name="connsiteX1" fmla="*/ 507597 w 1215807"/>
                <a:gd name="connsiteY1" fmla="*/ 3065161 h 3065161"/>
                <a:gd name="connsiteX2" fmla="*/ 1215807 w 1215807"/>
                <a:gd name="connsiteY2" fmla="*/ 537322 h 3065161"/>
                <a:gd name="connsiteX3" fmla="*/ 0 w 1215807"/>
                <a:gd name="connsiteY3" fmla="*/ 0 h 3065161"/>
                <a:gd name="connsiteX0" fmla="*/ 0 w 1209457"/>
                <a:gd name="connsiteY0" fmla="*/ 0 h 3077861"/>
                <a:gd name="connsiteX1" fmla="*/ 501247 w 1209457"/>
                <a:gd name="connsiteY1" fmla="*/ 3077861 h 3077861"/>
                <a:gd name="connsiteX2" fmla="*/ 1209457 w 1209457"/>
                <a:gd name="connsiteY2" fmla="*/ 550022 h 3077861"/>
                <a:gd name="connsiteX3" fmla="*/ 0 w 1209457"/>
                <a:gd name="connsiteY3" fmla="*/ 0 h 3077861"/>
                <a:gd name="connsiteX0" fmla="*/ 0 w 1209457"/>
                <a:gd name="connsiteY0" fmla="*/ 0 h 3091509"/>
                <a:gd name="connsiteX1" fmla="*/ 501247 w 1209457"/>
                <a:gd name="connsiteY1" fmla="*/ 3091509 h 3091509"/>
                <a:gd name="connsiteX2" fmla="*/ 1209457 w 1209457"/>
                <a:gd name="connsiteY2" fmla="*/ 550022 h 3091509"/>
                <a:gd name="connsiteX3" fmla="*/ 0 w 1209457"/>
                <a:gd name="connsiteY3" fmla="*/ 0 h 3091509"/>
              </a:gdLst>
              <a:ahLst/>
              <a:cxnLst>
                <a:cxn ang="0">
                  <a:pos x="connsiteX0" y="connsiteY0"/>
                </a:cxn>
                <a:cxn ang="0">
                  <a:pos x="connsiteX1" y="connsiteY1"/>
                </a:cxn>
                <a:cxn ang="0">
                  <a:pos x="connsiteX2" y="connsiteY2"/>
                </a:cxn>
                <a:cxn ang="0">
                  <a:pos x="connsiteX3" y="connsiteY3"/>
                </a:cxn>
              </a:cxnLst>
              <a:rect l="l" t="t" r="r" b="b"/>
              <a:pathLst>
                <a:path w="1209457" h="3091509">
                  <a:moveTo>
                    <a:pt x="0" y="0"/>
                  </a:moveTo>
                  <a:lnTo>
                    <a:pt x="501247" y="3091509"/>
                  </a:lnTo>
                  <a:lnTo>
                    <a:pt x="1209457" y="550022"/>
                  </a:lnTo>
                  <a:lnTo>
                    <a:pt x="0" y="0"/>
                  </a:lnTo>
                  <a:close/>
                </a:path>
              </a:pathLst>
            </a:custGeom>
            <a:gradFill>
              <a:gsLst>
                <a:gs pos="100000">
                  <a:schemeClr val="accent3"/>
                </a:gs>
                <a:gs pos="44000">
                  <a:schemeClr val="accent2"/>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7" name="Freeform 26"/>
            <p:cNvSpPr/>
            <p:nvPr/>
          </p:nvSpPr>
          <p:spPr>
            <a:xfrm>
              <a:off x="11488254" y="4321334"/>
              <a:ext cx="708319" cy="2552078"/>
            </a:xfrm>
            <a:custGeom>
              <a:avLst/>
              <a:gdLst>
                <a:gd name="connsiteX0" fmla="*/ 691978 w 697728"/>
                <a:gd name="connsiteY0" fmla="*/ 0 h 2520778"/>
                <a:gd name="connsiteX1" fmla="*/ 0 w 697728"/>
                <a:gd name="connsiteY1" fmla="*/ 2520778 h 2520778"/>
                <a:gd name="connsiteX2" fmla="*/ 695509 w 697728"/>
                <a:gd name="connsiteY2" fmla="*/ 2517248 h 2520778"/>
                <a:gd name="connsiteX3" fmla="*/ 691978 w 697728"/>
                <a:gd name="connsiteY3" fmla="*/ 0 h 2520778"/>
                <a:gd name="connsiteX0" fmla="*/ 691978 w 697728"/>
                <a:gd name="connsiteY0" fmla="*/ 0 h 2531370"/>
                <a:gd name="connsiteX1" fmla="*/ 0 w 697728"/>
                <a:gd name="connsiteY1" fmla="*/ 2531370 h 2531370"/>
                <a:gd name="connsiteX2" fmla="*/ 695509 w 697728"/>
                <a:gd name="connsiteY2" fmla="*/ 2517248 h 2531370"/>
                <a:gd name="connsiteX3" fmla="*/ 691978 w 697728"/>
                <a:gd name="connsiteY3" fmla="*/ 0 h 2531370"/>
                <a:gd name="connsiteX0" fmla="*/ 691978 w 703175"/>
                <a:gd name="connsiteY0" fmla="*/ 0 h 2531370"/>
                <a:gd name="connsiteX1" fmla="*/ 0 w 703175"/>
                <a:gd name="connsiteY1" fmla="*/ 2531370 h 2531370"/>
                <a:gd name="connsiteX2" fmla="*/ 702570 w 703175"/>
                <a:gd name="connsiteY2" fmla="*/ 2527839 h 2531370"/>
                <a:gd name="connsiteX3" fmla="*/ 691978 w 703175"/>
                <a:gd name="connsiteY3" fmla="*/ 0 h 2531370"/>
                <a:gd name="connsiteX0" fmla="*/ 691978 w 703175"/>
                <a:gd name="connsiteY0" fmla="*/ 0 h 2531370"/>
                <a:gd name="connsiteX1" fmla="*/ 0 w 703175"/>
                <a:gd name="connsiteY1" fmla="*/ 2531370 h 2531370"/>
                <a:gd name="connsiteX2" fmla="*/ 702570 w 703175"/>
                <a:gd name="connsiteY2" fmla="*/ 2527839 h 2531370"/>
                <a:gd name="connsiteX3" fmla="*/ 691978 w 703175"/>
                <a:gd name="connsiteY3" fmla="*/ 0 h 2531370"/>
                <a:gd name="connsiteX0" fmla="*/ 699039 w 704789"/>
                <a:gd name="connsiteY0" fmla="*/ 0 h 2541962"/>
                <a:gd name="connsiteX1" fmla="*/ 0 w 704789"/>
                <a:gd name="connsiteY1" fmla="*/ 2541962 h 2541962"/>
                <a:gd name="connsiteX2" fmla="*/ 702570 w 704789"/>
                <a:gd name="connsiteY2" fmla="*/ 2538431 h 2541962"/>
                <a:gd name="connsiteX3" fmla="*/ 699039 w 704789"/>
                <a:gd name="connsiteY3" fmla="*/ 0 h 2541962"/>
                <a:gd name="connsiteX0" fmla="*/ 702569 w 708319"/>
                <a:gd name="connsiteY0" fmla="*/ 0 h 2538431"/>
                <a:gd name="connsiteX1" fmla="*/ 0 w 708319"/>
                <a:gd name="connsiteY1" fmla="*/ 2538431 h 2538431"/>
                <a:gd name="connsiteX2" fmla="*/ 706100 w 708319"/>
                <a:gd name="connsiteY2" fmla="*/ 2538431 h 2538431"/>
                <a:gd name="connsiteX3" fmla="*/ 702569 w 708319"/>
                <a:gd name="connsiteY3" fmla="*/ 0 h 2538431"/>
                <a:gd name="connsiteX0" fmla="*/ 667264 w 673014"/>
                <a:gd name="connsiteY0" fmla="*/ 0 h 2538431"/>
                <a:gd name="connsiteX1" fmla="*/ 0 w 673014"/>
                <a:gd name="connsiteY1" fmla="*/ 2252460 h 2538431"/>
                <a:gd name="connsiteX2" fmla="*/ 670795 w 673014"/>
                <a:gd name="connsiteY2" fmla="*/ 2538431 h 2538431"/>
                <a:gd name="connsiteX3" fmla="*/ 667264 w 673014"/>
                <a:gd name="connsiteY3" fmla="*/ 0 h 2538431"/>
                <a:gd name="connsiteX0" fmla="*/ 702569 w 708319"/>
                <a:gd name="connsiteY0" fmla="*/ 0 h 2541961"/>
                <a:gd name="connsiteX1" fmla="*/ 0 w 708319"/>
                <a:gd name="connsiteY1" fmla="*/ 2541961 h 2541961"/>
                <a:gd name="connsiteX2" fmla="*/ 706100 w 708319"/>
                <a:gd name="connsiteY2" fmla="*/ 2538431 h 2541961"/>
                <a:gd name="connsiteX3" fmla="*/ 702569 w 708319"/>
                <a:gd name="connsiteY3" fmla="*/ 0 h 2541961"/>
                <a:gd name="connsiteX0" fmla="*/ 702569 w 708319"/>
                <a:gd name="connsiteY0" fmla="*/ 0 h 2538431"/>
                <a:gd name="connsiteX1" fmla="*/ 0 w 708319"/>
                <a:gd name="connsiteY1" fmla="*/ 2534900 h 2538431"/>
                <a:gd name="connsiteX2" fmla="*/ 706100 w 708319"/>
                <a:gd name="connsiteY2" fmla="*/ 2538431 h 2538431"/>
                <a:gd name="connsiteX3" fmla="*/ 702569 w 708319"/>
                <a:gd name="connsiteY3" fmla="*/ 0 h 2538431"/>
                <a:gd name="connsiteX0" fmla="*/ 702569 w 708319"/>
                <a:gd name="connsiteY0" fmla="*/ 0 h 2548548"/>
                <a:gd name="connsiteX1" fmla="*/ 0 w 708319"/>
                <a:gd name="connsiteY1" fmla="*/ 2548548 h 2548548"/>
                <a:gd name="connsiteX2" fmla="*/ 706100 w 708319"/>
                <a:gd name="connsiteY2" fmla="*/ 2538431 h 2548548"/>
                <a:gd name="connsiteX3" fmla="*/ 702569 w 708319"/>
                <a:gd name="connsiteY3" fmla="*/ 0 h 2548548"/>
                <a:gd name="connsiteX0" fmla="*/ 702569 w 704906"/>
                <a:gd name="connsiteY0" fmla="*/ 0 h 2548548"/>
                <a:gd name="connsiteX1" fmla="*/ 0 w 704906"/>
                <a:gd name="connsiteY1" fmla="*/ 2548548 h 2548548"/>
                <a:gd name="connsiteX2" fmla="*/ 692452 w 704906"/>
                <a:gd name="connsiteY2" fmla="*/ 2538431 h 2548548"/>
                <a:gd name="connsiteX3" fmla="*/ 702569 w 704906"/>
                <a:gd name="connsiteY3" fmla="*/ 0 h 2548548"/>
                <a:gd name="connsiteX0" fmla="*/ 702569 w 708319"/>
                <a:gd name="connsiteY0" fmla="*/ 0 h 2565726"/>
                <a:gd name="connsiteX1" fmla="*/ 0 w 708319"/>
                <a:gd name="connsiteY1" fmla="*/ 2548548 h 2565726"/>
                <a:gd name="connsiteX2" fmla="*/ 706100 w 708319"/>
                <a:gd name="connsiteY2" fmla="*/ 2565726 h 2565726"/>
                <a:gd name="connsiteX3" fmla="*/ 702569 w 708319"/>
                <a:gd name="connsiteY3" fmla="*/ 0 h 2565726"/>
                <a:gd name="connsiteX0" fmla="*/ 702569 w 708319"/>
                <a:gd name="connsiteY0" fmla="*/ 0 h 2552078"/>
                <a:gd name="connsiteX1" fmla="*/ 0 w 708319"/>
                <a:gd name="connsiteY1" fmla="*/ 2548548 h 2552078"/>
                <a:gd name="connsiteX2" fmla="*/ 706100 w 708319"/>
                <a:gd name="connsiteY2" fmla="*/ 2552078 h 2552078"/>
                <a:gd name="connsiteX3" fmla="*/ 702569 w 708319"/>
                <a:gd name="connsiteY3" fmla="*/ 0 h 2552078"/>
              </a:gdLst>
              <a:ahLst/>
              <a:cxnLst>
                <a:cxn ang="0">
                  <a:pos x="connsiteX0" y="connsiteY0"/>
                </a:cxn>
                <a:cxn ang="0">
                  <a:pos x="connsiteX1" y="connsiteY1"/>
                </a:cxn>
                <a:cxn ang="0">
                  <a:pos x="connsiteX2" y="connsiteY2"/>
                </a:cxn>
                <a:cxn ang="0">
                  <a:pos x="connsiteX3" y="connsiteY3"/>
                </a:cxn>
              </a:cxnLst>
              <a:rect l="l" t="t" r="r" b="b"/>
              <a:pathLst>
                <a:path w="708319" h="2552078">
                  <a:moveTo>
                    <a:pt x="702569" y="0"/>
                  </a:moveTo>
                  <a:lnTo>
                    <a:pt x="0" y="2548548"/>
                  </a:lnTo>
                  <a:lnTo>
                    <a:pt x="706100" y="2552078"/>
                  </a:lnTo>
                  <a:cubicBezTo>
                    <a:pt x="708454" y="1710642"/>
                    <a:pt x="710807" y="834375"/>
                    <a:pt x="702569" y="0"/>
                  </a:cubicBezTo>
                  <a:close/>
                </a:path>
              </a:pathLst>
            </a:custGeom>
            <a:gradFill>
              <a:gsLst>
                <a:gs pos="100000">
                  <a:schemeClr val="accent3"/>
                </a:gs>
                <a:gs pos="44000">
                  <a:schemeClr val="accent2"/>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8" name="Freeform 27"/>
            <p:cNvSpPr/>
            <p:nvPr/>
          </p:nvSpPr>
          <p:spPr>
            <a:xfrm>
              <a:off x="8745794" y="2426110"/>
              <a:ext cx="2263877" cy="4424516"/>
            </a:xfrm>
            <a:custGeom>
              <a:avLst/>
              <a:gdLst>
                <a:gd name="connsiteX0" fmla="*/ 958645 w 2263877"/>
                <a:gd name="connsiteY0" fmla="*/ 0 h 4424516"/>
                <a:gd name="connsiteX1" fmla="*/ 2263877 w 2263877"/>
                <a:gd name="connsiteY1" fmla="*/ 1393722 h 4424516"/>
                <a:gd name="connsiteX2" fmla="*/ 0 w 2263877"/>
                <a:gd name="connsiteY2" fmla="*/ 4424516 h 4424516"/>
                <a:gd name="connsiteX3" fmla="*/ 958645 w 2263877"/>
                <a:gd name="connsiteY3" fmla="*/ 0 h 4424516"/>
              </a:gdLst>
              <a:ahLst/>
              <a:cxnLst>
                <a:cxn ang="0">
                  <a:pos x="connsiteX0" y="connsiteY0"/>
                </a:cxn>
                <a:cxn ang="0">
                  <a:pos x="connsiteX1" y="connsiteY1"/>
                </a:cxn>
                <a:cxn ang="0">
                  <a:pos x="connsiteX2" y="connsiteY2"/>
                </a:cxn>
                <a:cxn ang="0">
                  <a:pos x="connsiteX3" y="connsiteY3"/>
                </a:cxn>
              </a:cxnLst>
              <a:rect l="l" t="t" r="r" b="b"/>
              <a:pathLst>
                <a:path w="2263877" h="4424516">
                  <a:moveTo>
                    <a:pt x="958645" y="0"/>
                  </a:moveTo>
                  <a:lnTo>
                    <a:pt x="2263877" y="1393722"/>
                  </a:lnTo>
                  <a:lnTo>
                    <a:pt x="0" y="4424516"/>
                  </a:lnTo>
                  <a:lnTo>
                    <a:pt x="958645" y="0"/>
                  </a:lnTo>
                  <a:close/>
                </a:path>
              </a:pathLst>
            </a:custGeom>
            <a:gradFill>
              <a:gsLst>
                <a:gs pos="100000">
                  <a:schemeClr val="accent3"/>
                </a:gs>
                <a:gs pos="44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9" name="Freeform 28"/>
            <p:cNvSpPr/>
            <p:nvPr/>
          </p:nvSpPr>
          <p:spPr>
            <a:xfrm>
              <a:off x="-1" y="-1"/>
              <a:ext cx="3153403" cy="1773715"/>
            </a:xfrm>
            <a:custGeom>
              <a:avLst/>
              <a:gdLst>
                <a:gd name="connsiteX0" fmla="*/ 0 w 3172858"/>
                <a:gd name="connsiteY0" fmla="*/ 0 h 1773716"/>
                <a:gd name="connsiteX1" fmla="*/ 1079653 w 3172858"/>
                <a:gd name="connsiteY1" fmla="*/ 1773716 h 1773716"/>
                <a:gd name="connsiteX2" fmla="*/ 3172858 w 3172858"/>
                <a:gd name="connsiteY2" fmla="*/ 1751682 h 1773716"/>
                <a:gd name="connsiteX3" fmla="*/ 0 w 3172858"/>
                <a:gd name="connsiteY3" fmla="*/ 0 h 1773716"/>
                <a:gd name="connsiteX0" fmla="*/ 0 w 3114492"/>
                <a:gd name="connsiteY0" fmla="*/ 0 h 1773716"/>
                <a:gd name="connsiteX1" fmla="*/ 1079653 w 3114492"/>
                <a:gd name="connsiteY1" fmla="*/ 1773716 h 1773716"/>
                <a:gd name="connsiteX2" fmla="*/ 3114492 w 3114492"/>
                <a:gd name="connsiteY2" fmla="*/ 1177750 h 1773716"/>
                <a:gd name="connsiteX3" fmla="*/ 0 w 3114492"/>
                <a:gd name="connsiteY3" fmla="*/ 0 h 1773716"/>
                <a:gd name="connsiteX0" fmla="*/ 0 w 3153403"/>
                <a:gd name="connsiteY0" fmla="*/ 0 h 1773716"/>
                <a:gd name="connsiteX1" fmla="*/ 1079653 w 3153403"/>
                <a:gd name="connsiteY1" fmla="*/ 1773716 h 1773716"/>
                <a:gd name="connsiteX2" fmla="*/ 3153403 w 3153403"/>
                <a:gd name="connsiteY2" fmla="*/ 1771137 h 1773716"/>
                <a:gd name="connsiteX3" fmla="*/ 0 w 3153403"/>
                <a:gd name="connsiteY3" fmla="*/ 0 h 1773716"/>
                <a:gd name="connsiteX0" fmla="*/ 0 w 3153403"/>
                <a:gd name="connsiteY0" fmla="*/ 0 h 1771137"/>
                <a:gd name="connsiteX1" fmla="*/ 1036790 w 3153403"/>
                <a:gd name="connsiteY1" fmla="*/ 1768953 h 1771137"/>
                <a:gd name="connsiteX2" fmla="*/ 3153403 w 3153403"/>
                <a:gd name="connsiteY2" fmla="*/ 1771137 h 1771137"/>
                <a:gd name="connsiteX3" fmla="*/ 0 w 3153403"/>
                <a:gd name="connsiteY3" fmla="*/ 0 h 1771137"/>
                <a:gd name="connsiteX0" fmla="*/ 0 w 3153403"/>
                <a:gd name="connsiteY0" fmla="*/ 0 h 1773715"/>
                <a:gd name="connsiteX1" fmla="*/ 1036790 w 3153403"/>
                <a:gd name="connsiteY1" fmla="*/ 1773715 h 1773715"/>
                <a:gd name="connsiteX2" fmla="*/ 3153403 w 3153403"/>
                <a:gd name="connsiteY2" fmla="*/ 1771137 h 1773715"/>
                <a:gd name="connsiteX3" fmla="*/ 0 w 3153403"/>
                <a:gd name="connsiteY3" fmla="*/ 0 h 1773715"/>
              </a:gdLst>
              <a:ahLst/>
              <a:cxnLst>
                <a:cxn ang="0">
                  <a:pos x="connsiteX0" y="connsiteY0"/>
                </a:cxn>
                <a:cxn ang="0">
                  <a:pos x="connsiteX1" y="connsiteY1"/>
                </a:cxn>
                <a:cxn ang="0">
                  <a:pos x="connsiteX2" y="connsiteY2"/>
                </a:cxn>
                <a:cxn ang="0">
                  <a:pos x="connsiteX3" y="connsiteY3"/>
                </a:cxn>
              </a:cxnLst>
              <a:rect l="l" t="t" r="r" b="b"/>
              <a:pathLst>
                <a:path w="3153403" h="1773715">
                  <a:moveTo>
                    <a:pt x="0" y="0"/>
                  </a:moveTo>
                  <a:lnTo>
                    <a:pt x="1036790" y="1773715"/>
                  </a:lnTo>
                  <a:lnTo>
                    <a:pt x="3153403" y="1771137"/>
                  </a:lnTo>
                  <a:lnTo>
                    <a:pt x="0" y="0"/>
                  </a:lnTo>
                  <a:close/>
                </a:path>
              </a:pathLst>
            </a:custGeom>
            <a:gradFill>
              <a:gsLst>
                <a:gs pos="100000">
                  <a:schemeClr val="accent3"/>
                </a:gs>
                <a:gs pos="44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0" name="Freeform 29"/>
            <p:cNvSpPr/>
            <p:nvPr/>
          </p:nvSpPr>
          <p:spPr>
            <a:xfrm>
              <a:off x="-9845" y="-7221"/>
              <a:ext cx="3120462" cy="1793286"/>
            </a:xfrm>
            <a:custGeom>
              <a:avLst/>
              <a:gdLst>
                <a:gd name="connsiteX0" fmla="*/ 0 w 3172858"/>
                <a:gd name="connsiteY0" fmla="*/ 0 h 1773716"/>
                <a:gd name="connsiteX1" fmla="*/ 1079653 w 3172858"/>
                <a:gd name="connsiteY1" fmla="*/ 1773716 h 1773716"/>
                <a:gd name="connsiteX2" fmla="*/ 3172858 w 3172858"/>
                <a:gd name="connsiteY2" fmla="*/ 1751682 h 1773716"/>
                <a:gd name="connsiteX3" fmla="*/ 0 w 3172858"/>
                <a:gd name="connsiteY3" fmla="*/ 0 h 1773716"/>
                <a:gd name="connsiteX0" fmla="*/ 0 w 3114492"/>
                <a:gd name="connsiteY0" fmla="*/ 0 h 1773716"/>
                <a:gd name="connsiteX1" fmla="*/ 1079653 w 3114492"/>
                <a:gd name="connsiteY1" fmla="*/ 1773716 h 1773716"/>
                <a:gd name="connsiteX2" fmla="*/ 3114492 w 3114492"/>
                <a:gd name="connsiteY2" fmla="*/ 1177750 h 1773716"/>
                <a:gd name="connsiteX3" fmla="*/ 0 w 3114492"/>
                <a:gd name="connsiteY3" fmla="*/ 0 h 1773716"/>
                <a:gd name="connsiteX0" fmla="*/ 0 w 3153403"/>
                <a:gd name="connsiteY0" fmla="*/ 0 h 1773716"/>
                <a:gd name="connsiteX1" fmla="*/ 1079653 w 3153403"/>
                <a:gd name="connsiteY1" fmla="*/ 1773716 h 1773716"/>
                <a:gd name="connsiteX2" fmla="*/ 3153403 w 3153403"/>
                <a:gd name="connsiteY2" fmla="*/ 1771137 h 1773716"/>
                <a:gd name="connsiteX3" fmla="*/ 0 w 3153403"/>
                <a:gd name="connsiteY3" fmla="*/ 0 h 1773716"/>
                <a:gd name="connsiteX0" fmla="*/ 0 w 3153403"/>
                <a:gd name="connsiteY0" fmla="*/ 0 h 1771137"/>
                <a:gd name="connsiteX1" fmla="*/ 1036790 w 3153403"/>
                <a:gd name="connsiteY1" fmla="*/ 1768953 h 1771137"/>
                <a:gd name="connsiteX2" fmla="*/ 3153403 w 3153403"/>
                <a:gd name="connsiteY2" fmla="*/ 1771137 h 1771137"/>
                <a:gd name="connsiteX3" fmla="*/ 0 w 3153403"/>
                <a:gd name="connsiteY3" fmla="*/ 0 h 1771137"/>
                <a:gd name="connsiteX0" fmla="*/ 0 w 3153403"/>
                <a:gd name="connsiteY0" fmla="*/ 0 h 1773715"/>
                <a:gd name="connsiteX1" fmla="*/ 1036790 w 3153403"/>
                <a:gd name="connsiteY1" fmla="*/ 1773715 h 1773715"/>
                <a:gd name="connsiteX2" fmla="*/ 3153403 w 3153403"/>
                <a:gd name="connsiteY2" fmla="*/ 1771137 h 1773715"/>
                <a:gd name="connsiteX3" fmla="*/ 0 w 3153403"/>
                <a:gd name="connsiteY3" fmla="*/ 0 h 1773715"/>
                <a:gd name="connsiteX0" fmla="*/ 0 w 3081965"/>
                <a:gd name="connsiteY0" fmla="*/ 0 h 1775900"/>
                <a:gd name="connsiteX1" fmla="*/ 1036790 w 3081965"/>
                <a:gd name="connsiteY1" fmla="*/ 1773715 h 1775900"/>
                <a:gd name="connsiteX2" fmla="*/ 3081965 w 3081965"/>
                <a:gd name="connsiteY2" fmla="*/ 1775900 h 1775900"/>
                <a:gd name="connsiteX3" fmla="*/ 0 w 3081965"/>
                <a:gd name="connsiteY3" fmla="*/ 0 h 1775900"/>
                <a:gd name="connsiteX0" fmla="*/ 0 w 3086728"/>
                <a:gd name="connsiteY0" fmla="*/ 0 h 1775900"/>
                <a:gd name="connsiteX1" fmla="*/ 1036790 w 3086728"/>
                <a:gd name="connsiteY1" fmla="*/ 1773715 h 1775900"/>
                <a:gd name="connsiteX2" fmla="*/ 3086728 w 3086728"/>
                <a:gd name="connsiteY2" fmla="*/ 1775900 h 1775900"/>
                <a:gd name="connsiteX3" fmla="*/ 0 w 3086728"/>
                <a:gd name="connsiteY3" fmla="*/ 0 h 1775900"/>
                <a:gd name="connsiteX0" fmla="*/ 0 w 3091491"/>
                <a:gd name="connsiteY0" fmla="*/ 0 h 1799713"/>
                <a:gd name="connsiteX1" fmla="*/ 1036790 w 3091491"/>
                <a:gd name="connsiteY1" fmla="*/ 1773715 h 1799713"/>
                <a:gd name="connsiteX2" fmla="*/ 3091491 w 3091491"/>
                <a:gd name="connsiteY2" fmla="*/ 1799713 h 1799713"/>
                <a:gd name="connsiteX3" fmla="*/ 0 w 3091491"/>
                <a:gd name="connsiteY3" fmla="*/ 0 h 1799713"/>
                <a:gd name="connsiteX0" fmla="*/ 0 w 3120066"/>
                <a:gd name="connsiteY0" fmla="*/ 0 h 1799713"/>
                <a:gd name="connsiteX1" fmla="*/ 1036790 w 3120066"/>
                <a:gd name="connsiteY1" fmla="*/ 1773715 h 1799713"/>
                <a:gd name="connsiteX2" fmla="*/ 3120066 w 3120066"/>
                <a:gd name="connsiteY2" fmla="*/ 1799713 h 1799713"/>
                <a:gd name="connsiteX3" fmla="*/ 0 w 3120066"/>
                <a:gd name="connsiteY3" fmla="*/ 0 h 1799713"/>
                <a:gd name="connsiteX0" fmla="*/ 0 w 3120066"/>
                <a:gd name="connsiteY0" fmla="*/ 0 h 1799713"/>
                <a:gd name="connsiteX1" fmla="*/ 1019730 w 3120066"/>
                <a:gd name="connsiteY1" fmla="*/ 1773715 h 1799713"/>
                <a:gd name="connsiteX2" fmla="*/ 3120066 w 3120066"/>
                <a:gd name="connsiteY2" fmla="*/ 1799713 h 1799713"/>
                <a:gd name="connsiteX3" fmla="*/ 0 w 3120066"/>
                <a:gd name="connsiteY3" fmla="*/ 0 h 1799713"/>
                <a:gd name="connsiteX0" fmla="*/ 0 w 3133714"/>
                <a:gd name="connsiteY0" fmla="*/ 0 h 1799713"/>
                <a:gd name="connsiteX1" fmla="*/ 1033378 w 3133714"/>
                <a:gd name="connsiteY1" fmla="*/ 1773715 h 1799713"/>
                <a:gd name="connsiteX2" fmla="*/ 3133714 w 3133714"/>
                <a:gd name="connsiteY2" fmla="*/ 1799713 h 1799713"/>
                <a:gd name="connsiteX3" fmla="*/ 0 w 3133714"/>
                <a:gd name="connsiteY3" fmla="*/ 0 h 1799713"/>
                <a:gd name="connsiteX0" fmla="*/ 0 w 3140538"/>
                <a:gd name="connsiteY0" fmla="*/ 0 h 1799713"/>
                <a:gd name="connsiteX1" fmla="*/ 1040202 w 3140538"/>
                <a:gd name="connsiteY1" fmla="*/ 1773715 h 1799713"/>
                <a:gd name="connsiteX2" fmla="*/ 3140538 w 3140538"/>
                <a:gd name="connsiteY2" fmla="*/ 1799713 h 1799713"/>
                <a:gd name="connsiteX3" fmla="*/ 0 w 3140538"/>
                <a:gd name="connsiteY3" fmla="*/ 0 h 1799713"/>
                <a:gd name="connsiteX0" fmla="*/ 0 w 3126890"/>
                <a:gd name="connsiteY0" fmla="*/ 0 h 1786065"/>
                <a:gd name="connsiteX1" fmla="*/ 1040202 w 3126890"/>
                <a:gd name="connsiteY1" fmla="*/ 1773715 h 1786065"/>
                <a:gd name="connsiteX2" fmla="*/ 3126890 w 3126890"/>
                <a:gd name="connsiteY2" fmla="*/ 1786065 h 1786065"/>
                <a:gd name="connsiteX3" fmla="*/ 0 w 3126890"/>
                <a:gd name="connsiteY3" fmla="*/ 0 h 1786065"/>
                <a:gd name="connsiteX0" fmla="*/ 0 w 3113242"/>
                <a:gd name="connsiteY0" fmla="*/ 0 h 1782653"/>
                <a:gd name="connsiteX1" fmla="*/ 1026554 w 3113242"/>
                <a:gd name="connsiteY1" fmla="*/ 1770303 h 1782653"/>
                <a:gd name="connsiteX2" fmla="*/ 3113242 w 3113242"/>
                <a:gd name="connsiteY2" fmla="*/ 1782653 h 1782653"/>
                <a:gd name="connsiteX3" fmla="*/ 0 w 3113242"/>
                <a:gd name="connsiteY3" fmla="*/ 0 h 1782653"/>
                <a:gd name="connsiteX0" fmla="*/ 0 w 3123478"/>
                <a:gd name="connsiteY0" fmla="*/ 0 h 1782653"/>
                <a:gd name="connsiteX1" fmla="*/ 1036790 w 3123478"/>
                <a:gd name="connsiteY1" fmla="*/ 1770303 h 1782653"/>
                <a:gd name="connsiteX2" fmla="*/ 3123478 w 3123478"/>
                <a:gd name="connsiteY2" fmla="*/ 1782653 h 1782653"/>
                <a:gd name="connsiteX3" fmla="*/ 0 w 3123478"/>
                <a:gd name="connsiteY3" fmla="*/ 0 h 1782653"/>
                <a:gd name="connsiteX0" fmla="*/ 0 w 3109830"/>
                <a:gd name="connsiteY0" fmla="*/ 0 h 1782653"/>
                <a:gd name="connsiteX1" fmla="*/ 1036790 w 3109830"/>
                <a:gd name="connsiteY1" fmla="*/ 1770303 h 1782653"/>
                <a:gd name="connsiteX2" fmla="*/ 3109830 w 3109830"/>
                <a:gd name="connsiteY2" fmla="*/ 1782653 h 1782653"/>
                <a:gd name="connsiteX3" fmla="*/ 0 w 3109830"/>
                <a:gd name="connsiteY3" fmla="*/ 0 h 1782653"/>
                <a:gd name="connsiteX0" fmla="*/ 0 w 3120462"/>
                <a:gd name="connsiteY0" fmla="*/ 0 h 1793286"/>
                <a:gd name="connsiteX1" fmla="*/ 1047422 w 3120462"/>
                <a:gd name="connsiteY1" fmla="*/ 1780936 h 1793286"/>
                <a:gd name="connsiteX2" fmla="*/ 3120462 w 3120462"/>
                <a:gd name="connsiteY2" fmla="*/ 1793286 h 1793286"/>
                <a:gd name="connsiteX3" fmla="*/ 0 w 3120462"/>
                <a:gd name="connsiteY3" fmla="*/ 0 h 1793286"/>
              </a:gdLst>
              <a:ahLst/>
              <a:cxnLst>
                <a:cxn ang="0">
                  <a:pos x="connsiteX0" y="connsiteY0"/>
                </a:cxn>
                <a:cxn ang="0">
                  <a:pos x="connsiteX1" y="connsiteY1"/>
                </a:cxn>
                <a:cxn ang="0">
                  <a:pos x="connsiteX2" y="connsiteY2"/>
                </a:cxn>
                <a:cxn ang="0">
                  <a:pos x="connsiteX3" y="connsiteY3"/>
                </a:cxn>
              </a:cxnLst>
              <a:rect l="l" t="t" r="r" b="b"/>
              <a:pathLst>
                <a:path w="3120462" h="1793286">
                  <a:moveTo>
                    <a:pt x="0" y="0"/>
                  </a:moveTo>
                  <a:lnTo>
                    <a:pt x="1047422" y="1780936"/>
                  </a:lnTo>
                  <a:lnTo>
                    <a:pt x="3120462" y="1793286"/>
                  </a:lnTo>
                  <a:lnTo>
                    <a:pt x="0" y="0"/>
                  </a:lnTo>
                  <a:close/>
                </a:path>
              </a:pathLst>
            </a:custGeom>
            <a:gradFill>
              <a:gsLst>
                <a:gs pos="62000">
                  <a:schemeClr val="accent3"/>
                </a:gs>
                <a:gs pos="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1" name="Freeform 30"/>
            <p:cNvSpPr/>
            <p:nvPr/>
          </p:nvSpPr>
          <p:spPr>
            <a:xfrm>
              <a:off x="-3295" y="1769807"/>
              <a:ext cx="1407341" cy="5098422"/>
            </a:xfrm>
            <a:custGeom>
              <a:avLst/>
              <a:gdLst>
                <a:gd name="connsiteX0" fmla="*/ 1026488 w 1398147"/>
                <a:gd name="connsiteY0" fmla="*/ 0 h 5073445"/>
                <a:gd name="connsiteX1" fmla="*/ 1398147 w 1398147"/>
                <a:gd name="connsiteY1" fmla="*/ 1875995 h 5073445"/>
                <a:gd name="connsiteX2" fmla="*/ 0 w 1398147"/>
                <a:gd name="connsiteY2" fmla="*/ 5073445 h 5073445"/>
                <a:gd name="connsiteX3" fmla="*/ 1026488 w 1398147"/>
                <a:gd name="connsiteY3" fmla="*/ 0 h 5073445"/>
                <a:gd name="connsiteX0" fmla="*/ 1032388 w 1398147"/>
                <a:gd name="connsiteY0" fmla="*/ 0 h 5055747"/>
                <a:gd name="connsiteX1" fmla="*/ 1398147 w 1398147"/>
                <a:gd name="connsiteY1" fmla="*/ 1858297 h 5055747"/>
                <a:gd name="connsiteX2" fmla="*/ 0 w 1398147"/>
                <a:gd name="connsiteY2" fmla="*/ 5055747 h 5055747"/>
                <a:gd name="connsiteX3" fmla="*/ 1032388 w 1398147"/>
                <a:gd name="connsiteY3" fmla="*/ 0 h 5055747"/>
                <a:gd name="connsiteX0" fmla="*/ 1032388 w 1398147"/>
                <a:gd name="connsiteY0" fmla="*/ 0 h 5061646"/>
                <a:gd name="connsiteX1" fmla="*/ 1398147 w 1398147"/>
                <a:gd name="connsiteY1" fmla="*/ 1864196 h 5061646"/>
                <a:gd name="connsiteX2" fmla="*/ 0 w 1398147"/>
                <a:gd name="connsiteY2" fmla="*/ 5061646 h 5061646"/>
                <a:gd name="connsiteX3" fmla="*/ 1032388 w 1398147"/>
                <a:gd name="connsiteY3" fmla="*/ 0 h 5061646"/>
                <a:gd name="connsiteX0" fmla="*/ 1032388 w 1398147"/>
                <a:gd name="connsiteY0" fmla="*/ 0 h 5079344"/>
                <a:gd name="connsiteX1" fmla="*/ 1398147 w 1398147"/>
                <a:gd name="connsiteY1" fmla="*/ 1881894 h 5079344"/>
                <a:gd name="connsiteX2" fmla="*/ 0 w 1398147"/>
                <a:gd name="connsiteY2" fmla="*/ 5079344 h 5079344"/>
                <a:gd name="connsiteX3" fmla="*/ 1032388 w 1398147"/>
                <a:gd name="connsiteY3" fmla="*/ 0 h 5079344"/>
                <a:gd name="connsiteX0" fmla="*/ 1032388 w 1398147"/>
                <a:gd name="connsiteY0" fmla="*/ 0 h 5089936"/>
                <a:gd name="connsiteX1" fmla="*/ 1398147 w 1398147"/>
                <a:gd name="connsiteY1" fmla="*/ 1881894 h 5089936"/>
                <a:gd name="connsiteX2" fmla="*/ 0 w 1398147"/>
                <a:gd name="connsiteY2" fmla="*/ 5089936 h 5089936"/>
                <a:gd name="connsiteX3" fmla="*/ 1032388 w 1398147"/>
                <a:gd name="connsiteY3" fmla="*/ 0 h 5089936"/>
                <a:gd name="connsiteX0" fmla="*/ 1039450 w 1405209"/>
                <a:gd name="connsiteY0" fmla="*/ 0 h 5089936"/>
                <a:gd name="connsiteX1" fmla="*/ 1405209 w 1405209"/>
                <a:gd name="connsiteY1" fmla="*/ 1881894 h 5089936"/>
                <a:gd name="connsiteX2" fmla="*/ 0 w 1405209"/>
                <a:gd name="connsiteY2" fmla="*/ 5089936 h 5089936"/>
                <a:gd name="connsiteX3" fmla="*/ 1039450 w 1405209"/>
                <a:gd name="connsiteY3" fmla="*/ 0 h 5089936"/>
                <a:gd name="connsiteX0" fmla="*/ 1039450 w 1405209"/>
                <a:gd name="connsiteY0" fmla="*/ 0 h 5089936"/>
                <a:gd name="connsiteX1" fmla="*/ 1405209 w 1405209"/>
                <a:gd name="connsiteY1" fmla="*/ 1891419 h 5089936"/>
                <a:gd name="connsiteX2" fmla="*/ 0 w 1405209"/>
                <a:gd name="connsiteY2" fmla="*/ 5089936 h 5089936"/>
                <a:gd name="connsiteX3" fmla="*/ 1039450 w 1405209"/>
                <a:gd name="connsiteY3" fmla="*/ 0 h 5089936"/>
                <a:gd name="connsiteX0" fmla="*/ 1039450 w 1405209"/>
                <a:gd name="connsiteY0" fmla="*/ 0 h 5089936"/>
                <a:gd name="connsiteX1" fmla="*/ 1405209 w 1405209"/>
                <a:gd name="connsiteY1" fmla="*/ 1891419 h 5089936"/>
                <a:gd name="connsiteX2" fmla="*/ 0 w 1405209"/>
                <a:gd name="connsiteY2" fmla="*/ 5089936 h 5089936"/>
                <a:gd name="connsiteX3" fmla="*/ 8890 w 1405209"/>
                <a:gd name="connsiteY3" fmla="*/ 5081754 h 5089936"/>
                <a:gd name="connsiteX4" fmla="*/ 1039450 w 1405209"/>
                <a:gd name="connsiteY4" fmla="*/ 0 h 5089936"/>
                <a:gd name="connsiteX0" fmla="*/ 1041582 w 1407341"/>
                <a:gd name="connsiteY0" fmla="*/ 0 h 5098422"/>
                <a:gd name="connsiteX1" fmla="*/ 1407341 w 1407341"/>
                <a:gd name="connsiteY1" fmla="*/ 1891419 h 5098422"/>
                <a:gd name="connsiteX2" fmla="*/ 2132 w 1407341"/>
                <a:gd name="connsiteY2" fmla="*/ 5089936 h 5098422"/>
                <a:gd name="connsiteX3" fmla="*/ 719 w 1407341"/>
                <a:gd name="connsiteY3" fmla="*/ 5097208 h 5098422"/>
                <a:gd name="connsiteX4" fmla="*/ 1041582 w 1407341"/>
                <a:gd name="connsiteY4" fmla="*/ 0 h 5098422"/>
                <a:gd name="connsiteX0" fmla="*/ 1034758 w 1407341"/>
                <a:gd name="connsiteY0" fmla="*/ 0 h 5098422"/>
                <a:gd name="connsiteX1" fmla="*/ 1407341 w 1407341"/>
                <a:gd name="connsiteY1" fmla="*/ 1891419 h 5098422"/>
                <a:gd name="connsiteX2" fmla="*/ 2132 w 1407341"/>
                <a:gd name="connsiteY2" fmla="*/ 5089936 h 5098422"/>
                <a:gd name="connsiteX3" fmla="*/ 719 w 1407341"/>
                <a:gd name="connsiteY3" fmla="*/ 5097208 h 5098422"/>
                <a:gd name="connsiteX4" fmla="*/ 1034758 w 1407341"/>
                <a:gd name="connsiteY4" fmla="*/ 0 h 5098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7341" h="5098422">
                  <a:moveTo>
                    <a:pt x="1034758" y="0"/>
                  </a:moveTo>
                  <a:lnTo>
                    <a:pt x="1407341" y="1891419"/>
                  </a:lnTo>
                  <a:lnTo>
                    <a:pt x="2132" y="5089936"/>
                  </a:lnTo>
                  <a:cubicBezTo>
                    <a:pt x="5095" y="5083774"/>
                    <a:pt x="-2244" y="5103370"/>
                    <a:pt x="719" y="5097208"/>
                  </a:cubicBezTo>
                  <a:lnTo>
                    <a:pt x="1034758" y="0"/>
                  </a:lnTo>
                  <a:close/>
                </a:path>
              </a:pathLst>
            </a:custGeom>
            <a:gradFill>
              <a:gsLst>
                <a:gs pos="100000">
                  <a:schemeClr val="accent3"/>
                </a:gs>
                <a:gs pos="44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2" name="Freeform 31"/>
            <p:cNvSpPr/>
            <p:nvPr/>
          </p:nvSpPr>
          <p:spPr>
            <a:xfrm>
              <a:off x="8694845" y="2426110"/>
              <a:ext cx="2293341" cy="4440419"/>
            </a:xfrm>
            <a:custGeom>
              <a:avLst/>
              <a:gdLst>
                <a:gd name="connsiteX0" fmla="*/ 958645 w 2263877"/>
                <a:gd name="connsiteY0" fmla="*/ 0 h 4424516"/>
                <a:gd name="connsiteX1" fmla="*/ 2263877 w 2263877"/>
                <a:gd name="connsiteY1" fmla="*/ 1393722 h 4424516"/>
                <a:gd name="connsiteX2" fmla="*/ 0 w 2263877"/>
                <a:gd name="connsiteY2" fmla="*/ 4424516 h 4424516"/>
                <a:gd name="connsiteX3" fmla="*/ 958645 w 2263877"/>
                <a:gd name="connsiteY3" fmla="*/ 0 h 4424516"/>
                <a:gd name="connsiteX0" fmla="*/ 958645 w 2269487"/>
                <a:gd name="connsiteY0" fmla="*/ 0 h 4424516"/>
                <a:gd name="connsiteX1" fmla="*/ 2269487 w 2269487"/>
                <a:gd name="connsiteY1" fmla="*/ 1388112 h 4424516"/>
                <a:gd name="connsiteX2" fmla="*/ 0 w 2269487"/>
                <a:gd name="connsiteY2" fmla="*/ 4424516 h 4424516"/>
                <a:gd name="connsiteX3" fmla="*/ 958645 w 2269487"/>
                <a:gd name="connsiteY3" fmla="*/ 0 h 4424516"/>
                <a:gd name="connsiteX0" fmla="*/ 982499 w 2293341"/>
                <a:gd name="connsiteY0" fmla="*/ 0 h 4440419"/>
                <a:gd name="connsiteX1" fmla="*/ 2293341 w 2293341"/>
                <a:gd name="connsiteY1" fmla="*/ 1388112 h 4440419"/>
                <a:gd name="connsiteX2" fmla="*/ 0 w 2293341"/>
                <a:gd name="connsiteY2" fmla="*/ 4440419 h 4440419"/>
                <a:gd name="connsiteX3" fmla="*/ 982499 w 2293341"/>
                <a:gd name="connsiteY3" fmla="*/ 0 h 4440419"/>
              </a:gdLst>
              <a:ahLst/>
              <a:cxnLst>
                <a:cxn ang="0">
                  <a:pos x="connsiteX0" y="connsiteY0"/>
                </a:cxn>
                <a:cxn ang="0">
                  <a:pos x="connsiteX1" y="connsiteY1"/>
                </a:cxn>
                <a:cxn ang="0">
                  <a:pos x="connsiteX2" y="connsiteY2"/>
                </a:cxn>
                <a:cxn ang="0">
                  <a:pos x="connsiteX3" y="connsiteY3"/>
                </a:cxn>
              </a:cxnLst>
              <a:rect l="l" t="t" r="r" b="b"/>
              <a:pathLst>
                <a:path w="2293341" h="4440419">
                  <a:moveTo>
                    <a:pt x="982499" y="0"/>
                  </a:moveTo>
                  <a:lnTo>
                    <a:pt x="2293341" y="1388112"/>
                  </a:lnTo>
                  <a:lnTo>
                    <a:pt x="0" y="4440419"/>
                  </a:lnTo>
                  <a:lnTo>
                    <a:pt x="982499" y="0"/>
                  </a:lnTo>
                  <a:close/>
                </a:path>
              </a:pathLst>
            </a:custGeom>
            <a:gradFill>
              <a:gsLst>
                <a:gs pos="100000">
                  <a:schemeClr val="accent3"/>
                </a:gs>
                <a:gs pos="2900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3" name="Freeform 32"/>
            <p:cNvSpPr/>
            <p:nvPr/>
          </p:nvSpPr>
          <p:spPr>
            <a:xfrm>
              <a:off x="9669015" y="1066800"/>
              <a:ext cx="2530575" cy="2762250"/>
            </a:xfrm>
            <a:custGeom>
              <a:avLst/>
              <a:gdLst>
                <a:gd name="connsiteX0" fmla="*/ 2481262 w 2481262"/>
                <a:gd name="connsiteY0" fmla="*/ 0 h 2762250"/>
                <a:gd name="connsiteX1" fmla="*/ 0 w 2481262"/>
                <a:gd name="connsiteY1" fmla="*/ 1371600 h 2762250"/>
                <a:gd name="connsiteX2" fmla="*/ 1309687 w 2481262"/>
                <a:gd name="connsiteY2" fmla="*/ 2762250 h 2762250"/>
                <a:gd name="connsiteX3" fmla="*/ 2481262 w 2481262"/>
                <a:gd name="connsiteY3" fmla="*/ 0 h 2762250"/>
                <a:gd name="connsiteX0" fmla="*/ 2481262 w 2481262"/>
                <a:gd name="connsiteY0" fmla="*/ 0 h 2762250"/>
                <a:gd name="connsiteX1" fmla="*/ 0 w 2481262"/>
                <a:gd name="connsiteY1" fmla="*/ 1371600 h 2762250"/>
                <a:gd name="connsiteX2" fmla="*/ 1292857 w 2481262"/>
                <a:gd name="connsiteY2" fmla="*/ 2762250 h 2762250"/>
                <a:gd name="connsiteX3" fmla="*/ 2481262 w 2481262"/>
                <a:gd name="connsiteY3" fmla="*/ 0 h 2762250"/>
                <a:gd name="connsiteX0" fmla="*/ 2509311 w 2509311"/>
                <a:gd name="connsiteY0" fmla="*/ 0 h 2762250"/>
                <a:gd name="connsiteX1" fmla="*/ 0 w 2509311"/>
                <a:gd name="connsiteY1" fmla="*/ 1354771 h 2762250"/>
                <a:gd name="connsiteX2" fmla="*/ 1320906 w 2509311"/>
                <a:gd name="connsiteY2" fmla="*/ 2762250 h 2762250"/>
                <a:gd name="connsiteX3" fmla="*/ 2509311 w 2509311"/>
                <a:gd name="connsiteY3" fmla="*/ 0 h 2762250"/>
                <a:gd name="connsiteX0" fmla="*/ 2519943 w 2519943"/>
                <a:gd name="connsiteY0" fmla="*/ 0 h 2762250"/>
                <a:gd name="connsiteX1" fmla="*/ 0 w 2519943"/>
                <a:gd name="connsiteY1" fmla="*/ 1354771 h 2762250"/>
                <a:gd name="connsiteX2" fmla="*/ 1320906 w 2519943"/>
                <a:gd name="connsiteY2" fmla="*/ 2762250 h 2762250"/>
                <a:gd name="connsiteX3" fmla="*/ 2519943 w 2519943"/>
                <a:gd name="connsiteY3" fmla="*/ 0 h 2762250"/>
                <a:gd name="connsiteX0" fmla="*/ 2530575 w 2530575"/>
                <a:gd name="connsiteY0" fmla="*/ 0 h 2762250"/>
                <a:gd name="connsiteX1" fmla="*/ 0 w 2530575"/>
                <a:gd name="connsiteY1" fmla="*/ 1354771 h 2762250"/>
                <a:gd name="connsiteX2" fmla="*/ 1320906 w 2530575"/>
                <a:gd name="connsiteY2" fmla="*/ 2762250 h 2762250"/>
                <a:gd name="connsiteX3" fmla="*/ 2530575 w 2530575"/>
                <a:gd name="connsiteY3" fmla="*/ 0 h 2762250"/>
              </a:gdLst>
              <a:ahLst/>
              <a:cxnLst>
                <a:cxn ang="0">
                  <a:pos x="connsiteX0" y="connsiteY0"/>
                </a:cxn>
                <a:cxn ang="0">
                  <a:pos x="connsiteX1" y="connsiteY1"/>
                </a:cxn>
                <a:cxn ang="0">
                  <a:pos x="connsiteX2" y="connsiteY2"/>
                </a:cxn>
                <a:cxn ang="0">
                  <a:pos x="connsiteX3" y="connsiteY3"/>
                </a:cxn>
              </a:cxnLst>
              <a:rect l="l" t="t" r="r" b="b"/>
              <a:pathLst>
                <a:path w="2530575" h="2762250">
                  <a:moveTo>
                    <a:pt x="2530575" y="0"/>
                  </a:moveTo>
                  <a:lnTo>
                    <a:pt x="0" y="1354771"/>
                  </a:lnTo>
                  <a:lnTo>
                    <a:pt x="1320906" y="2762250"/>
                  </a:lnTo>
                  <a:lnTo>
                    <a:pt x="2530575" y="0"/>
                  </a:lnTo>
                  <a:close/>
                </a:path>
              </a:pathLst>
            </a:custGeom>
            <a:gradFill>
              <a:gsLst>
                <a:gs pos="100000">
                  <a:schemeClr val="accent3"/>
                </a:gs>
                <a:gs pos="44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4" name="Freeform 33"/>
            <p:cNvSpPr/>
            <p:nvPr/>
          </p:nvSpPr>
          <p:spPr>
            <a:xfrm>
              <a:off x="3317358" y="-5316"/>
              <a:ext cx="4354033" cy="1222744"/>
            </a:xfrm>
            <a:custGeom>
              <a:avLst/>
              <a:gdLst>
                <a:gd name="connsiteX0" fmla="*/ 0 w 4354033"/>
                <a:gd name="connsiteY0" fmla="*/ 0 h 1217428"/>
                <a:gd name="connsiteX1" fmla="*/ 3067493 w 4354033"/>
                <a:gd name="connsiteY1" fmla="*/ 10632 h 1217428"/>
                <a:gd name="connsiteX2" fmla="*/ 4354033 w 4354033"/>
                <a:gd name="connsiteY2" fmla="*/ 1217428 h 1217428"/>
                <a:gd name="connsiteX3" fmla="*/ 0 w 4354033"/>
                <a:gd name="connsiteY3" fmla="*/ 0 h 1217428"/>
                <a:gd name="connsiteX0" fmla="*/ 0 w 4354033"/>
                <a:gd name="connsiteY0" fmla="*/ 0 h 1217428"/>
                <a:gd name="connsiteX1" fmla="*/ 3088758 w 4354033"/>
                <a:gd name="connsiteY1" fmla="*/ 10632 h 1217428"/>
                <a:gd name="connsiteX2" fmla="*/ 4354033 w 4354033"/>
                <a:gd name="connsiteY2" fmla="*/ 1217428 h 1217428"/>
                <a:gd name="connsiteX3" fmla="*/ 0 w 4354033"/>
                <a:gd name="connsiteY3" fmla="*/ 0 h 1217428"/>
                <a:gd name="connsiteX0" fmla="*/ 0 w 4375298"/>
                <a:gd name="connsiteY0" fmla="*/ 0 h 1217428"/>
                <a:gd name="connsiteX1" fmla="*/ 3088758 w 4375298"/>
                <a:gd name="connsiteY1" fmla="*/ 10632 h 1217428"/>
                <a:gd name="connsiteX2" fmla="*/ 4375298 w 4375298"/>
                <a:gd name="connsiteY2" fmla="*/ 1217428 h 1217428"/>
                <a:gd name="connsiteX3" fmla="*/ 0 w 4375298"/>
                <a:gd name="connsiteY3" fmla="*/ 0 h 1217428"/>
                <a:gd name="connsiteX0" fmla="*/ 0 w 4364666"/>
                <a:gd name="connsiteY0" fmla="*/ 0 h 1217428"/>
                <a:gd name="connsiteX1" fmla="*/ 3088758 w 4364666"/>
                <a:gd name="connsiteY1" fmla="*/ 10632 h 1217428"/>
                <a:gd name="connsiteX2" fmla="*/ 4364666 w 4364666"/>
                <a:gd name="connsiteY2" fmla="*/ 1217428 h 1217428"/>
                <a:gd name="connsiteX3" fmla="*/ 0 w 4364666"/>
                <a:gd name="connsiteY3" fmla="*/ 0 h 1217428"/>
                <a:gd name="connsiteX0" fmla="*/ 0 w 4354033"/>
                <a:gd name="connsiteY0" fmla="*/ 0 h 1222744"/>
                <a:gd name="connsiteX1" fmla="*/ 3088758 w 4354033"/>
                <a:gd name="connsiteY1" fmla="*/ 10632 h 1222744"/>
                <a:gd name="connsiteX2" fmla="*/ 4354033 w 4354033"/>
                <a:gd name="connsiteY2" fmla="*/ 1222744 h 1222744"/>
                <a:gd name="connsiteX3" fmla="*/ 0 w 4354033"/>
                <a:gd name="connsiteY3" fmla="*/ 0 h 1222744"/>
                <a:gd name="connsiteX0" fmla="*/ 0 w 4354033"/>
                <a:gd name="connsiteY0" fmla="*/ 5317 h 1228061"/>
                <a:gd name="connsiteX1" fmla="*/ 3083442 w 4354033"/>
                <a:gd name="connsiteY1" fmla="*/ 0 h 1228061"/>
                <a:gd name="connsiteX2" fmla="*/ 4354033 w 4354033"/>
                <a:gd name="connsiteY2" fmla="*/ 1228061 h 1228061"/>
                <a:gd name="connsiteX3" fmla="*/ 0 w 4354033"/>
                <a:gd name="connsiteY3" fmla="*/ 5317 h 1228061"/>
                <a:gd name="connsiteX0" fmla="*/ 0 w 4354033"/>
                <a:gd name="connsiteY0" fmla="*/ 0 h 1222744"/>
                <a:gd name="connsiteX1" fmla="*/ 3094074 w 4354033"/>
                <a:gd name="connsiteY1" fmla="*/ 5315 h 1222744"/>
                <a:gd name="connsiteX2" fmla="*/ 4354033 w 4354033"/>
                <a:gd name="connsiteY2" fmla="*/ 1222744 h 1222744"/>
                <a:gd name="connsiteX3" fmla="*/ 0 w 4354033"/>
                <a:gd name="connsiteY3" fmla="*/ 0 h 1222744"/>
              </a:gdLst>
              <a:ahLst/>
              <a:cxnLst>
                <a:cxn ang="0">
                  <a:pos x="connsiteX0" y="connsiteY0"/>
                </a:cxn>
                <a:cxn ang="0">
                  <a:pos x="connsiteX1" y="connsiteY1"/>
                </a:cxn>
                <a:cxn ang="0">
                  <a:pos x="connsiteX2" y="connsiteY2"/>
                </a:cxn>
                <a:cxn ang="0">
                  <a:pos x="connsiteX3" y="connsiteY3"/>
                </a:cxn>
              </a:cxnLst>
              <a:rect l="l" t="t" r="r" b="b"/>
              <a:pathLst>
                <a:path w="4354033" h="1222744">
                  <a:moveTo>
                    <a:pt x="0" y="0"/>
                  </a:moveTo>
                  <a:lnTo>
                    <a:pt x="3094074" y="5315"/>
                  </a:lnTo>
                  <a:lnTo>
                    <a:pt x="4354033" y="1222744"/>
                  </a:lnTo>
                  <a:lnTo>
                    <a:pt x="0" y="0"/>
                  </a:lnTo>
                  <a:close/>
                </a:path>
              </a:pathLst>
            </a:custGeom>
            <a:gradFill>
              <a:gsLst>
                <a:gs pos="100000">
                  <a:schemeClr val="accent3"/>
                </a:gs>
                <a:gs pos="8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34"/>
            <p:cNvSpPr/>
            <p:nvPr/>
          </p:nvSpPr>
          <p:spPr>
            <a:xfrm>
              <a:off x="8690614" y="3782459"/>
              <a:ext cx="2818349" cy="3087424"/>
            </a:xfrm>
            <a:custGeom>
              <a:avLst/>
              <a:gdLst>
                <a:gd name="connsiteX0" fmla="*/ 2270113 w 2753791"/>
                <a:gd name="connsiteY0" fmla="*/ 0 h 3029171"/>
                <a:gd name="connsiteX1" fmla="*/ 0 w 2753791"/>
                <a:gd name="connsiteY1" fmla="*/ 3025640 h 3029171"/>
                <a:gd name="connsiteX2" fmla="*/ 2753791 w 2753791"/>
                <a:gd name="connsiteY2" fmla="*/ 3029171 h 3029171"/>
                <a:gd name="connsiteX3" fmla="*/ 2270113 w 2753791"/>
                <a:gd name="connsiteY3" fmla="*/ 0 h 3029171"/>
                <a:gd name="connsiteX0" fmla="*/ 2247810 w 2753791"/>
                <a:gd name="connsiteY0" fmla="*/ 0 h 3073776"/>
                <a:gd name="connsiteX1" fmla="*/ 0 w 2753791"/>
                <a:gd name="connsiteY1" fmla="*/ 3070245 h 3073776"/>
                <a:gd name="connsiteX2" fmla="*/ 2753791 w 2753791"/>
                <a:gd name="connsiteY2" fmla="*/ 3073776 h 3073776"/>
                <a:gd name="connsiteX3" fmla="*/ 2247810 w 2753791"/>
                <a:gd name="connsiteY3" fmla="*/ 0 h 3073776"/>
                <a:gd name="connsiteX0" fmla="*/ 2311420 w 2817401"/>
                <a:gd name="connsiteY0" fmla="*/ 0 h 3073776"/>
                <a:gd name="connsiteX1" fmla="*/ 0 w 2817401"/>
                <a:gd name="connsiteY1" fmla="*/ 3062294 h 3073776"/>
                <a:gd name="connsiteX2" fmla="*/ 2817401 w 2817401"/>
                <a:gd name="connsiteY2" fmla="*/ 3073776 h 3073776"/>
                <a:gd name="connsiteX3" fmla="*/ 2311420 w 2817401"/>
                <a:gd name="connsiteY3" fmla="*/ 0 h 3073776"/>
                <a:gd name="connsiteX0" fmla="*/ 2311420 w 2817401"/>
                <a:gd name="connsiteY0" fmla="*/ 0 h 3089589"/>
                <a:gd name="connsiteX1" fmla="*/ 0 w 2817401"/>
                <a:gd name="connsiteY1" fmla="*/ 3089589 h 3089589"/>
                <a:gd name="connsiteX2" fmla="*/ 2817401 w 2817401"/>
                <a:gd name="connsiteY2" fmla="*/ 3073776 h 3089589"/>
                <a:gd name="connsiteX3" fmla="*/ 2311420 w 2817401"/>
                <a:gd name="connsiteY3" fmla="*/ 0 h 3089589"/>
                <a:gd name="connsiteX0" fmla="*/ 2306657 w 2812638"/>
                <a:gd name="connsiteY0" fmla="*/ 0 h 3089589"/>
                <a:gd name="connsiteX1" fmla="*/ 0 w 2812638"/>
                <a:gd name="connsiteY1" fmla="*/ 3089589 h 3089589"/>
                <a:gd name="connsiteX2" fmla="*/ 2812638 w 2812638"/>
                <a:gd name="connsiteY2" fmla="*/ 3073776 h 3089589"/>
                <a:gd name="connsiteX3" fmla="*/ 2306657 w 2812638"/>
                <a:gd name="connsiteY3" fmla="*/ 0 h 3089589"/>
                <a:gd name="connsiteX0" fmla="*/ 2306657 w 2812638"/>
                <a:gd name="connsiteY0" fmla="*/ 0 h 3084826"/>
                <a:gd name="connsiteX1" fmla="*/ 0 w 2812638"/>
                <a:gd name="connsiteY1" fmla="*/ 3084826 h 3084826"/>
                <a:gd name="connsiteX2" fmla="*/ 2812638 w 2812638"/>
                <a:gd name="connsiteY2" fmla="*/ 3073776 h 3084826"/>
                <a:gd name="connsiteX3" fmla="*/ 2306657 w 2812638"/>
                <a:gd name="connsiteY3" fmla="*/ 0 h 3084826"/>
                <a:gd name="connsiteX0" fmla="*/ 2292370 w 2798351"/>
                <a:gd name="connsiteY0" fmla="*/ 0 h 3084826"/>
                <a:gd name="connsiteX1" fmla="*/ 0 w 2798351"/>
                <a:gd name="connsiteY1" fmla="*/ 3084826 h 3084826"/>
                <a:gd name="connsiteX2" fmla="*/ 2798351 w 2798351"/>
                <a:gd name="connsiteY2" fmla="*/ 3073776 h 3084826"/>
                <a:gd name="connsiteX3" fmla="*/ 2292370 w 2798351"/>
                <a:gd name="connsiteY3" fmla="*/ 0 h 3084826"/>
                <a:gd name="connsiteX0" fmla="*/ 2298720 w 2804701"/>
                <a:gd name="connsiteY0" fmla="*/ 0 h 3084826"/>
                <a:gd name="connsiteX1" fmla="*/ 0 w 2804701"/>
                <a:gd name="connsiteY1" fmla="*/ 3084826 h 3084826"/>
                <a:gd name="connsiteX2" fmla="*/ 2804701 w 2804701"/>
                <a:gd name="connsiteY2" fmla="*/ 3073776 h 3084826"/>
                <a:gd name="connsiteX3" fmla="*/ 2298720 w 2804701"/>
                <a:gd name="connsiteY3" fmla="*/ 0 h 3084826"/>
                <a:gd name="connsiteX0" fmla="*/ 2298720 w 2804701"/>
                <a:gd name="connsiteY0" fmla="*/ 0 h 3084826"/>
                <a:gd name="connsiteX1" fmla="*/ 0 w 2804701"/>
                <a:gd name="connsiteY1" fmla="*/ 3084826 h 3084826"/>
                <a:gd name="connsiteX2" fmla="*/ 2804701 w 2804701"/>
                <a:gd name="connsiteY2" fmla="*/ 3073776 h 3084826"/>
                <a:gd name="connsiteX3" fmla="*/ 2298720 w 2804701"/>
                <a:gd name="connsiteY3" fmla="*/ 0 h 3084826"/>
                <a:gd name="connsiteX0" fmla="*/ 2311420 w 2804701"/>
                <a:gd name="connsiteY0" fmla="*/ 0 h 3084826"/>
                <a:gd name="connsiteX1" fmla="*/ 0 w 2804701"/>
                <a:gd name="connsiteY1" fmla="*/ 3084826 h 3084826"/>
                <a:gd name="connsiteX2" fmla="*/ 2804701 w 2804701"/>
                <a:gd name="connsiteY2" fmla="*/ 3073776 h 3084826"/>
                <a:gd name="connsiteX3" fmla="*/ 2311420 w 2804701"/>
                <a:gd name="connsiteY3" fmla="*/ 0 h 3084826"/>
                <a:gd name="connsiteX0" fmla="*/ 2311420 w 2804701"/>
                <a:gd name="connsiteY0" fmla="*/ 0 h 3087424"/>
                <a:gd name="connsiteX1" fmla="*/ 0 w 2804701"/>
                <a:gd name="connsiteY1" fmla="*/ 3084826 h 3087424"/>
                <a:gd name="connsiteX2" fmla="*/ 2804701 w 2804701"/>
                <a:gd name="connsiteY2" fmla="*/ 3087424 h 3087424"/>
                <a:gd name="connsiteX3" fmla="*/ 2311420 w 2804701"/>
                <a:gd name="connsiteY3" fmla="*/ 0 h 3087424"/>
                <a:gd name="connsiteX0" fmla="*/ 2311420 w 2818349"/>
                <a:gd name="connsiteY0" fmla="*/ 0 h 3087424"/>
                <a:gd name="connsiteX1" fmla="*/ 0 w 2818349"/>
                <a:gd name="connsiteY1" fmla="*/ 3084826 h 3087424"/>
                <a:gd name="connsiteX2" fmla="*/ 2818349 w 2818349"/>
                <a:gd name="connsiteY2" fmla="*/ 3087424 h 3087424"/>
                <a:gd name="connsiteX3" fmla="*/ 2311420 w 2818349"/>
                <a:gd name="connsiteY3" fmla="*/ 0 h 3087424"/>
              </a:gdLst>
              <a:ahLst/>
              <a:cxnLst>
                <a:cxn ang="0">
                  <a:pos x="connsiteX0" y="connsiteY0"/>
                </a:cxn>
                <a:cxn ang="0">
                  <a:pos x="connsiteX1" y="connsiteY1"/>
                </a:cxn>
                <a:cxn ang="0">
                  <a:pos x="connsiteX2" y="connsiteY2"/>
                </a:cxn>
                <a:cxn ang="0">
                  <a:pos x="connsiteX3" y="connsiteY3"/>
                </a:cxn>
              </a:cxnLst>
              <a:rect l="l" t="t" r="r" b="b"/>
              <a:pathLst>
                <a:path w="2818349" h="3087424">
                  <a:moveTo>
                    <a:pt x="2311420" y="0"/>
                  </a:moveTo>
                  <a:lnTo>
                    <a:pt x="0" y="3084826"/>
                  </a:lnTo>
                  <a:lnTo>
                    <a:pt x="2818349" y="3087424"/>
                  </a:lnTo>
                  <a:lnTo>
                    <a:pt x="2311420" y="0"/>
                  </a:lnTo>
                  <a:close/>
                </a:path>
              </a:pathLst>
            </a:custGeom>
            <a:gradFill>
              <a:gsLst>
                <a:gs pos="100000">
                  <a:schemeClr val="accent3"/>
                </a:gs>
                <a:gs pos="32000">
                  <a:schemeClr val="accent2"/>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6" name="Freeform 35"/>
            <p:cNvSpPr/>
            <p:nvPr/>
          </p:nvSpPr>
          <p:spPr>
            <a:xfrm>
              <a:off x="7660347" y="1094096"/>
              <a:ext cx="4531653" cy="1344304"/>
            </a:xfrm>
            <a:custGeom>
              <a:avLst/>
              <a:gdLst>
                <a:gd name="connsiteX0" fmla="*/ 0 w 4533900"/>
                <a:gd name="connsiteY0" fmla="*/ 142875 h 1371600"/>
                <a:gd name="connsiteX1" fmla="*/ 4533900 w 4533900"/>
                <a:gd name="connsiteY1" fmla="*/ 0 h 1371600"/>
                <a:gd name="connsiteX2" fmla="*/ 2043113 w 4533900"/>
                <a:gd name="connsiteY2" fmla="*/ 1371600 h 1371600"/>
                <a:gd name="connsiteX3" fmla="*/ 0 w 4533900"/>
                <a:gd name="connsiteY3" fmla="*/ 142875 h 1371600"/>
                <a:gd name="connsiteX0" fmla="*/ 0 w 4533900"/>
                <a:gd name="connsiteY0" fmla="*/ 142875 h 1371600"/>
                <a:gd name="connsiteX1" fmla="*/ 4533900 w 4533900"/>
                <a:gd name="connsiteY1" fmla="*/ 0 h 1371600"/>
                <a:gd name="connsiteX2" fmla="*/ 2021848 w 4533900"/>
                <a:gd name="connsiteY2" fmla="*/ 1371600 h 1371600"/>
                <a:gd name="connsiteX3" fmla="*/ 0 w 4533900"/>
                <a:gd name="connsiteY3" fmla="*/ 142875 h 1371600"/>
                <a:gd name="connsiteX0" fmla="*/ 0 w 4544532"/>
                <a:gd name="connsiteY0" fmla="*/ 153508 h 1371600"/>
                <a:gd name="connsiteX1" fmla="*/ 4544532 w 4544532"/>
                <a:gd name="connsiteY1" fmla="*/ 0 h 1371600"/>
                <a:gd name="connsiteX2" fmla="*/ 2032480 w 4544532"/>
                <a:gd name="connsiteY2" fmla="*/ 1371600 h 1371600"/>
                <a:gd name="connsiteX3" fmla="*/ 0 w 4544532"/>
                <a:gd name="connsiteY3" fmla="*/ 153508 h 1371600"/>
                <a:gd name="connsiteX0" fmla="*/ 0 w 4544532"/>
                <a:gd name="connsiteY0" fmla="*/ 142875 h 1371600"/>
                <a:gd name="connsiteX1" fmla="*/ 4544532 w 4544532"/>
                <a:gd name="connsiteY1" fmla="*/ 0 h 1371600"/>
                <a:gd name="connsiteX2" fmla="*/ 2032480 w 4544532"/>
                <a:gd name="connsiteY2" fmla="*/ 1371600 h 1371600"/>
                <a:gd name="connsiteX3" fmla="*/ 0 w 4544532"/>
                <a:gd name="connsiteY3" fmla="*/ 142875 h 1371600"/>
                <a:gd name="connsiteX0" fmla="*/ 0 w 4536805"/>
                <a:gd name="connsiteY0" fmla="*/ 148026 h 1371600"/>
                <a:gd name="connsiteX1" fmla="*/ 4536805 w 4536805"/>
                <a:gd name="connsiteY1" fmla="*/ 0 h 1371600"/>
                <a:gd name="connsiteX2" fmla="*/ 2024753 w 4536805"/>
                <a:gd name="connsiteY2" fmla="*/ 1371600 h 1371600"/>
                <a:gd name="connsiteX3" fmla="*/ 0 w 4536805"/>
                <a:gd name="connsiteY3" fmla="*/ 148026 h 1371600"/>
                <a:gd name="connsiteX0" fmla="*/ 0 w 4531653"/>
                <a:gd name="connsiteY0" fmla="*/ 142874 h 1371600"/>
                <a:gd name="connsiteX1" fmla="*/ 4531653 w 4531653"/>
                <a:gd name="connsiteY1" fmla="*/ 0 h 1371600"/>
                <a:gd name="connsiteX2" fmla="*/ 2019601 w 4531653"/>
                <a:gd name="connsiteY2" fmla="*/ 1371600 h 1371600"/>
                <a:gd name="connsiteX3" fmla="*/ 0 w 4531653"/>
                <a:gd name="connsiteY3" fmla="*/ 142874 h 1371600"/>
                <a:gd name="connsiteX0" fmla="*/ 0 w 3944799"/>
                <a:gd name="connsiteY0" fmla="*/ 33692 h 1262418"/>
                <a:gd name="connsiteX1" fmla="*/ 3944799 w 3944799"/>
                <a:gd name="connsiteY1" fmla="*/ 0 h 1262418"/>
                <a:gd name="connsiteX2" fmla="*/ 2019601 w 3944799"/>
                <a:gd name="connsiteY2" fmla="*/ 1262418 h 1262418"/>
                <a:gd name="connsiteX3" fmla="*/ 0 w 3944799"/>
                <a:gd name="connsiteY3" fmla="*/ 33692 h 1262418"/>
                <a:gd name="connsiteX0" fmla="*/ 0 w 4531653"/>
                <a:gd name="connsiteY0" fmla="*/ 115578 h 1344304"/>
                <a:gd name="connsiteX1" fmla="*/ 4531653 w 4531653"/>
                <a:gd name="connsiteY1" fmla="*/ 0 h 1344304"/>
                <a:gd name="connsiteX2" fmla="*/ 2019601 w 4531653"/>
                <a:gd name="connsiteY2" fmla="*/ 1344304 h 1344304"/>
                <a:gd name="connsiteX3" fmla="*/ 0 w 4531653"/>
                <a:gd name="connsiteY3" fmla="*/ 115578 h 1344304"/>
              </a:gdLst>
              <a:ahLst/>
              <a:cxnLst>
                <a:cxn ang="0">
                  <a:pos x="connsiteX0" y="connsiteY0"/>
                </a:cxn>
                <a:cxn ang="0">
                  <a:pos x="connsiteX1" y="connsiteY1"/>
                </a:cxn>
                <a:cxn ang="0">
                  <a:pos x="connsiteX2" y="connsiteY2"/>
                </a:cxn>
                <a:cxn ang="0">
                  <a:pos x="connsiteX3" y="connsiteY3"/>
                </a:cxn>
              </a:cxnLst>
              <a:rect l="l" t="t" r="r" b="b"/>
              <a:pathLst>
                <a:path w="4531653" h="1344304">
                  <a:moveTo>
                    <a:pt x="0" y="115578"/>
                  </a:moveTo>
                  <a:lnTo>
                    <a:pt x="4531653" y="0"/>
                  </a:lnTo>
                  <a:lnTo>
                    <a:pt x="2019601" y="1344304"/>
                  </a:lnTo>
                  <a:lnTo>
                    <a:pt x="0" y="115578"/>
                  </a:lnTo>
                  <a:close/>
                </a:path>
              </a:pathLst>
            </a:custGeom>
            <a:gradFill>
              <a:gsLst>
                <a:gs pos="100000">
                  <a:schemeClr val="accent3"/>
                </a:gs>
                <a:gs pos="44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7" name="Freeform 36"/>
            <p:cNvSpPr/>
            <p:nvPr/>
          </p:nvSpPr>
          <p:spPr>
            <a:xfrm>
              <a:off x="4067336" y="4700371"/>
              <a:ext cx="4645354" cy="2166557"/>
            </a:xfrm>
            <a:custGeom>
              <a:avLst/>
              <a:gdLst>
                <a:gd name="connsiteX0" fmla="*/ 0 w 4632158"/>
                <a:gd name="connsiteY0" fmla="*/ 1239253 h 2129590"/>
                <a:gd name="connsiteX1" fmla="*/ 3645569 w 4632158"/>
                <a:gd name="connsiteY1" fmla="*/ 0 h 2129590"/>
                <a:gd name="connsiteX2" fmla="*/ 4632158 w 4632158"/>
                <a:gd name="connsiteY2" fmla="*/ 2129590 h 2129590"/>
                <a:gd name="connsiteX3" fmla="*/ 0 w 4632158"/>
                <a:gd name="connsiteY3" fmla="*/ 1239253 h 2129590"/>
                <a:gd name="connsiteX0" fmla="*/ 0 w 4632158"/>
                <a:gd name="connsiteY0" fmla="*/ 1243228 h 2133565"/>
                <a:gd name="connsiteX1" fmla="*/ 3641593 w 4632158"/>
                <a:gd name="connsiteY1" fmla="*/ 0 h 2133565"/>
                <a:gd name="connsiteX2" fmla="*/ 4632158 w 4632158"/>
                <a:gd name="connsiteY2" fmla="*/ 2133565 h 2133565"/>
                <a:gd name="connsiteX3" fmla="*/ 0 w 4632158"/>
                <a:gd name="connsiteY3" fmla="*/ 1243228 h 2133565"/>
                <a:gd name="connsiteX0" fmla="*/ 0 w 4656011"/>
                <a:gd name="connsiteY0" fmla="*/ 1243228 h 2157419"/>
                <a:gd name="connsiteX1" fmla="*/ 3641593 w 4656011"/>
                <a:gd name="connsiteY1" fmla="*/ 0 h 2157419"/>
                <a:gd name="connsiteX2" fmla="*/ 4656011 w 4656011"/>
                <a:gd name="connsiteY2" fmla="*/ 2157419 h 2157419"/>
                <a:gd name="connsiteX3" fmla="*/ 0 w 4656011"/>
                <a:gd name="connsiteY3" fmla="*/ 1243228 h 2157419"/>
                <a:gd name="connsiteX0" fmla="*/ 0 w 4659987"/>
                <a:gd name="connsiteY0" fmla="*/ 1247204 h 2157419"/>
                <a:gd name="connsiteX1" fmla="*/ 3645569 w 4659987"/>
                <a:gd name="connsiteY1" fmla="*/ 0 h 2157419"/>
                <a:gd name="connsiteX2" fmla="*/ 4659987 w 4659987"/>
                <a:gd name="connsiteY2" fmla="*/ 2157419 h 2157419"/>
                <a:gd name="connsiteX3" fmla="*/ 0 w 4659987"/>
                <a:gd name="connsiteY3" fmla="*/ 1247204 h 2157419"/>
                <a:gd name="connsiteX0" fmla="*/ 0 w 4667938"/>
                <a:gd name="connsiteY0" fmla="*/ 1263107 h 2157419"/>
                <a:gd name="connsiteX1" fmla="*/ 3653520 w 4667938"/>
                <a:gd name="connsiteY1" fmla="*/ 0 h 2157419"/>
                <a:gd name="connsiteX2" fmla="*/ 4667938 w 4667938"/>
                <a:gd name="connsiteY2" fmla="*/ 2157419 h 2157419"/>
                <a:gd name="connsiteX3" fmla="*/ 0 w 4667938"/>
                <a:gd name="connsiteY3" fmla="*/ 1263107 h 2157419"/>
                <a:gd name="connsiteX0" fmla="*/ 0 w 4667938"/>
                <a:gd name="connsiteY0" fmla="*/ 1259132 h 2157419"/>
                <a:gd name="connsiteX1" fmla="*/ 3653520 w 4667938"/>
                <a:gd name="connsiteY1" fmla="*/ 0 h 2157419"/>
                <a:gd name="connsiteX2" fmla="*/ 4667938 w 4667938"/>
                <a:gd name="connsiteY2" fmla="*/ 2157419 h 2157419"/>
                <a:gd name="connsiteX3" fmla="*/ 0 w 4667938"/>
                <a:gd name="connsiteY3" fmla="*/ 1259132 h 2157419"/>
                <a:gd name="connsiteX0" fmla="*/ 0 w 4667938"/>
                <a:gd name="connsiteY0" fmla="*/ 1259132 h 2157419"/>
                <a:gd name="connsiteX1" fmla="*/ 3653520 w 4667938"/>
                <a:gd name="connsiteY1" fmla="*/ 0 h 2157419"/>
                <a:gd name="connsiteX2" fmla="*/ 4667938 w 4667938"/>
                <a:gd name="connsiteY2" fmla="*/ 2157419 h 2157419"/>
                <a:gd name="connsiteX3" fmla="*/ 0 w 4667938"/>
                <a:gd name="connsiteY3" fmla="*/ 1259132 h 2157419"/>
                <a:gd name="connsiteX0" fmla="*/ 0 w 4659987"/>
                <a:gd name="connsiteY0" fmla="*/ 1251181 h 2157419"/>
                <a:gd name="connsiteX1" fmla="*/ 3645569 w 4659987"/>
                <a:gd name="connsiteY1" fmla="*/ 0 h 2157419"/>
                <a:gd name="connsiteX2" fmla="*/ 4659987 w 4659987"/>
                <a:gd name="connsiteY2" fmla="*/ 2157419 h 2157419"/>
                <a:gd name="connsiteX3" fmla="*/ 0 w 4659987"/>
                <a:gd name="connsiteY3" fmla="*/ 1251181 h 2157419"/>
                <a:gd name="connsiteX0" fmla="*/ 0 w 4674275"/>
                <a:gd name="connsiteY0" fmla="*/ 1251181 h 2157419"/>
                <a:gd name="connsiteX1" fmla="*/ 3645569 w 4674275"/>
                <a:gd name="connsiteY1" fmla="*/ 0 h 2157419"/>
                <a:gd name="connsiteX2" fmla="*/ 4674275 w 4674275"/>
                <a:gd name="connsiteY2" fmla="*/ 2157419 h 2157419"/>
                <a:gd name="connsiteX3" fmla="*/ 0 w 4674275"/>
                <a:gd name="connsiteY3" fmla="*/ 1251181 h 2157419"/>
                <a:gd name="connsiteX0" fmla="*/ 0 w 4683800"/>
                <a:gd name="connsiteY0" fmla="*/ 1251181 h 2157419"/>
                <a:gd name="connsiteX1" fmla="*/ 3655094 w 4683800"/>
                <a:gd name="connsiteY1" fmla="*/ 0 h 2157419"/>
                <a:gd name="connsiteX2" fmla="*/ 4683800 w 4683800"/>
                <a:gd name="connsiteY2" fmla="*/ 2157419 h 2157419"/>
                <a:gd name="connsiteX3" fmla="*/ 0 w 4683800"/>
                <a:gd name="connsiteY3" fmla="*/ 1251181 h 2157419"/>
                <a:gd name="connsiteX0" fmla="*/ 0 w 4695230"/>
                <a:gd name="connsiteY0" fmla="*/ 1251181 h 2157419"/>
                <a:gd name="connsiteX1" fmla="*/ 3666524 w 4695230"/>
                <a:gd name="connsiteY1" fmla="*/ 0 h 2157419"/>
                <a:gd name="connsiteX2" fmla="*/ 4695230 w 4695230"/>
                <a:gd name="connsiteY2" fmla="*/ 2157419 h 2157419"/>
                <a:gd name="connsiteX3" fmla="*/ 0 w 4695230"/>
                <a:gd name="connsiteY3" fmla="*/ 1251181 h 2157419"/>
                <a:gd name="connsiteX0" fmla="*/ 0 w 4695230"/>
                <a:gd name="connsiteY0" fmla="*/ 1251181 h 2171067"/>
                <a:gd name="connsiteX1" fmla="*/ 3666524 w 4695230"/>
                <a:gd name="connsiteY1" fmla="*/ 0 h 2171067"/>
                <a:gd name="connsiteX2" fmla="*/ 4695230 w 4695230"/>
                <a:gd name="connsiteY2" fmla="*/ 2171067 h 2171067"/>
                <a:gd name="connsiteX3" fmla="*/ 0 w 4695230"/>
                <a:gd name="connsiteY3" fmla="*/ 1251181 h 2171067"/>
                <a:gd name="connsiteX0" fmla="*/ 0 w 4708878"/>
                <a:gd name="connsiteY0" fmla="*/ 1251181 h 2184715"/>
                <a:gd name="connsiteX1" fmla="*/ 3666524 w 4708878"/>
                <a:gd name="connsiteY1" fmla="*/ 0 h 2184715"/>
                <a:gd name="connsiteX2" fmla="*/ 4708878 w 4708878"/>
                <a:gd name="connsiteY2" fmla="*/ 2184715 h 2184715"/>
                <a:gd name="connsiteX3" fmla="*/ 0 w 4708878"/>
                <a:gd name="connsiteY3" fmla="*/ 1251181 h 2184715"/>
                <a:gd name="connsiteX0" fmla="*/ 0 w 4722526"/>
                <a:gd name="connsiteY0" fmla="*/ 1251181 h 2198363"/>
                <a:gd name="connsiteX1" fmla="*/ 3666524 w 4722526"/>
                <a:gd name="connsiteY1" fmla="*/ 0 h 2198363"/>
                <a:gd name="connsiteX2" fmla="*/ 4722526 w 4722526"/>
                <a:gd name="connsiteY2" fmla="*/ 2198363 h 2198363"/>
                <a:gd name="connsiteX3" fmla="*/ 0 w 4722526"/>
                <a:gd name="connsiteY3" fmla="*/ 1251181 h 2198363"/>
                <a:gd name="connsiteX0" fmla="*/ 0 w 4658916"/>
                <a:gd name="connsiteY0" fmla="*/ 1251181 h 2190411"/>
                <a:gd name="connsiteX1" fmla="*/ 3666524 w 4658916"/>
                <a:gd name="connsiteY1" fmla="*/ 0 h 2190411"/>
                <a:gd name="connsiteX2" fmla="*/ 4658916 w 4658916"/>
                <a:gd name="connsiteY2" fmla="*/ 2190411 h 2190411"/>
                <a:gd name="connsiteX3" fmla="*/ 0 w 4658916"/>
                <a:gd name="connsiteY3" fmla="*/ 1251181 h 2190411"/>
                <a:gd name="connsiteX0" fmla="*/ 0 w 4658916"/>
                <a:gd name="connsiteY0" fmla="*/ 1251181 h 2166557"/>
                <a:gd name="connsiteX1" fmla="*/ 3666524 w 4658916"/>
                <a:gd name="connsiteY1" fmla="*/ 0 h 2166557"/>
                <a:gd name="connsiteX2" fmla="*/ 4658916 w 4658916"/>
                <a:gd name="connsiteY2" fmla="*/ 2166557 h 2166557"/>
                <a:gd name="connsiteX3" fmla="*/ 0 w 4658916"/>
                <a:gd name="connsiteY3" fmla="*/ 1251181 h 2166557"/>
                <a:gd name="connsiteX0" fmla="*/ 0 w 4670136"/>
                <a:gd name="connsiteY0" fmla="*/ 1251181 h 2166557"/>
                <a:gd name="connsiteX1" fmla="*/ 3677744 w 4670136"/>
                <a:gd name="connsiteY1" fmla="*/ 0 h 2166557"/>
                <a:gd name="connsiteX2" fmla="*/ 4670136 w 4670136"/>
                <a:gd name="connsiteY2" fmla="*/ 2166557 h 2166557"/>
                <a:gd name="connsiteX3" fmla="*/ 0 w 4670136"/>
                <a:gd name="connsiteY3" fmla="*/ 1251181 h 2166557"/>
                <a:gd name="connsiteX0" fmla="*/ 0 w 4653306"/>
                <a:gd name="connsiteY0" fmla="*/ 1251181 h 2166557"/>
                <a:gd name="connsiteX1" fmla="*/ 3660914 w 4653306"/>
                <a:gd name="connsiteY1" fmla="*/ 0 h 2166557"/>
                <a:gd name="connsiteX2" fmla="*/ 4653306 w 4653306"/>
                <a:gd name="connsiteY2" fmla="*/ 2166557 h 2166557"/>
                <a:gd name="connsiteX3" fmla="*/ 0 w 4653306"/>
                <a:gd name="connsiteY3" fmla="*/ 1251181 h 2166557"/>
                <a:gd name="connsiteX0" fmla="*/ 0 w 4001299"/>
                <a:gd name="connsiteY0" fmla="*/ 869518 h 2166557"/>
                <a:gd name="connsiteX1" fmla="*/ 3008907 w 4001299"/>
                <a:gd name="connsiteY1" fmla="*/ 0 h 2166557"/>
                <a:gd name="connsiteX2" fmla="*/ 4001299 w 4001299"/>
                <a:gd name="connsiteY2" fmla="*/ 2166557 h 2166557"/>
                <a:gd name="connsiteX3" fmla="*/ 0 w 4001299"/>
                <a:gd name="connsiteY3" fmla="*/ 869518 h 2166557"/>
                <a:gd name="connsiteX0" fmla="*/ 0 w 4645354"/>
                <a:gd name="connsiteY0" fmla="*/ 1251181 h 2166557"/>
                <a:gd name="connsiteX1" fmla="*/ 3652962 w 4645354"/>
                <a:gd name="connsiteY1" fmla="*/ 0 h 2166557"/>
                <a:gd name="connsiteX2" fmla="*/ 4645354 w 4645354"/>
                <a:gd name="connsiteY2" fmla="*/ 2166557 h 2166557"/>
                <a:gd name="connsiteX3" fmla="*/ 0 w 4645354"/>
                <a:gd name="connsiteY3" fmla="*/ 1251181 h 2166557"/>
                <a:gd name="connsiteX0" fmla="*/ 0 w 4645354"/>
                <a:gd name="connsiteY0" fmla="*/ 1243230 h 2166557"/>
                <a:gd name="connsiteX1" fmla="*/ 3652962 w 4645354"/>
                <a:gd name="connsiteY1" fmla="*/ 0 h 2166557"/>
                <a:gd name="connsiteX2" fmla="*/ 4645354 w 4645354"/>
                <a:gd name="connsiteY2" fmla="*/ 2166557 h 2166557"/>
                <a:gd name="connsiteX3" fmla="*/ 0 w 4645354"/>
                <a:gd name="connsiteY3" fmla="*/ 1243230 h 2166557"/>
              </a:gdLst>
              <a:ahLst/>
              <a:cxnLst>
                <a:cxn ang="0">
                  <a:pos x="connsiteX0" y="connsiteY0"/>
                </a:cxn>
                <a:cxn ang="0">
                  <a:pos x="connsiteX1" y="connsiteY1"/>
                </a:cxn>
                <a:cxn ang="0">
                  <a:pos x="connsiteX2" y="connsiteY2"/>
                </a:cxn>
                <a:cxn ang="0">
                  <a:pos x="connsiteX3" y="connsiteY3"/>
                </a:cxn>
              </a:cxnLst>
              <a:rect l="l" t="t" r="r" b="b"/>
              <a:pathLst>
                <a:path w="4645354" h="2166557">
                  <a:moveTo>
                    <a:pt x="0" y="1243230"/>
                  </a:moveTo>
                  <a:lnTo>
                    <a:pt x="3652962" y="0"/>
                  </a:lnTo>
                  <a:lnTo>
                    <a:pt x="4645354" y="2166557"/>
                  </a:lnTo>
                  <a:lnTo>
                    <a:pt x="0" y="1243230"/>
                  </a:lnTo>
                  <a:close/>
                </a:path>
              </a:pathLst>
            </a:custGeom>
            <a:gradFill>
              <a:gsLst>
                <a:gs pos="100000">
                  <a:schemeClr val="accent3"/>
                </a:gs>
                <a:gs pos="46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8" name="Freeform 37"/>
            <p:cNvSpPr/>
            <p:nvPr/>
          </p:nvSpPr>
          <p:spPr>
            <a:xfrm>
              <a:off x="3541852" y="3007895"/>
              <a:ext cx="2834884" cy="2947737"/>
            </a:xfrm>
            <a:custGeom>
              <a:avLst/>
              <a:gdLst>
                <a:gd name="connsiteX0" fmla="*/ 0 w 2791326"/>
                <a:gd name="connsiteY0" fmla="*/ 1816768 h 2947737"/>
                <a:gd name="connsiteX1" fmla="*/ 493294 w 2791326"/>
                <a:gd name="connsiteY1" fmla="*/ 2947737 h 2947737"/>
                <a:gd name="connsiteX2" fmla="*/ 2791326 w 2791326"/>
                <a:gd name="connsiteY2" fmla="*/ 0 h 2947737"/>
                <a:gd name="connsiteX3" fmla="*/ 0 w 2791326"/>
                <a:gd name="connsiteY3" fmla="*/ 1816768 h 2947737"/>
                <a:gd name="connsiteX0" fmla="*/ 0 w 2799638"/>
                <a:gd name="connsiteY0" fmla="*/ 1845863 h 2947737"/>
                <a:gd name="connsiteX1" fmla="*/ 501606 w 2799638"/>
                <a:gd name="connsiteY1" fmla="*/ 2947737 h 2947737"/>
                <a:gd name="connsiteX2" fmla="*/ 2799638 w 2799638"/>
                <a:gd name="connsiteY2" fmla="*/ 0 h 2947737"/>
                <a:gd name="connsiteX3" fmla="*/ 0 w 2799638"/>
                <a:gd name="connsiteY3" fmla="*/ 1845863 h 2947737"/>
                <a:gd name="connsiteX0" fmla="*/ 0 w 2826933"/>
                <a:gd name="connsiteY0" fmla="*/ 1886806 h 2947737"/>
                <a:gd name="connsiteX1" fmla="*/ 528901 w 2826933"/>
                <a:gd name="connsiteY1" fmla="*/ 2947737 h 2947737"/>
                <a:gd name="connsiteX2" fmla="*/ 2826933 w 2826933"/>
                <a:gd name="connsiteY2" fmla="*/ 0 h 2947737"/>
                <a:gd name="connsiteX3" fmla="*/ 0 w 2826933"/>
                <a:gd name="connsiteY3" fmla="*/ 1886806 h 2947737"/>
                <a:gd name="connsiteX0" fmla="*/ 0 w 2826933"/>
                <a:gd name="connsiteY0" fmla="*/ 1859510 h 2947737"/>
                <a:gd name="connsiteX1" fmla="*/ 528901 w 2826933"/>
                <a:gd name="connsiteY1" fmla="*/ 2947737 h 2947737"/>
                <a:gd name="connsiteX2" fmla="*/ 2826933 w 2826933"/>
                <a:gd name="connsiteY2" fmla="*/ 0 h 2947737"/>
                <a:gd name="connsiteX3" fmla="*/ 0 w 2826933"/>
                <a:gd name="connsiteY3" fmla="*/ 1859510 h 2947737"/>
                <a:gd name="connsiteX0" fmla="*/ 0 w 2826933"/>
                <a:gd name="connsiteY0" fmla="*/ 1859510 h 2947737"/>
                <a:gd name="connsiteX1" fmla="*/ 523291 w 2826933"/>
                <a:gd name="connsiteY1" fmla="*/ 2947737 h 2947737"/>
                <a:gd name="connsiteX2" fmla="*/ 2826933 w 2826933"/>
                <a:gd name="connsiteY2" fmla="*/ 0 h 2947737"/>
                <a:gd name="connsiteX3" fmla="*/ 0 w 2826933"/>
                <a:gd name="connsiteY3" fmla="*/ 1859510 h 2947737"/>
                <a:gd name="connsiteX0" fmla="*/ 0 w 2834884"/>
                <a:gd name="connsiteY0" fmla="*/ 1867462 h 2947737"/>
                <a:gd name="connsiteX1" fmla="*/ 531242 w 2834884"/>
                <a:gd name="connsiteY1" fmla="*/ 2947737 h 2947737"/>
                <a:gd name="connsiteX2" fmla="*/ 2834884 w 2834884"/>
                <a:gd name="connsiteY2" fmla="*/ 0 h 2947737"/>
                <a:gd name="connsiteX3" fmla="*/ 0 w 2834884"/>
                <a:gd name="connsiteY3" fmla="*/ 1867462 h 2947737"/>
              </a:gdLst>
              <a:ahLst/>
              <a:cxnLst>
                <a:cxn ang="0">
                  <a:pos x="connsiteX0" y="connsiteY0"/>
                </a:cxn>
                <a:cxn ang="0">
                  <a:pos x="connsiteX1" y="connsiteY1"/>
                </a:cxn>
                <a:cxn ang="0">
                  <a:pos x="connsiteX2" y="connsiteY2"/>
                </a:cxn>
                <a:cxn ang="0">
                  <a:pos x="connsiteX3" y="connsiteY3"/>
                </a:cxn>
              </a:cxnLst>
              <a:rect l="l" t="t" r="r" b="b"/>
              <a:pathLst>
                <a:path w="2834884" h="2947737">
                  <a:moveTo>
                    <a:pt x="0" y="1867462"/>
                  </a:moveTo>
                  <a:lnTo>
                    <a:pt x="531242" y="2947737"/>
                  </a:lnTo>
                  <a:lnTo>
                    <a:pt x="2834884" y="0"/>
                  </a:lnTo>
                  <a:lnTo>
                    <a:pt x="0" y="1867462"/>
                  </a:lnTo>
                  <a:close/>
                </a:path>
              </a:pathLst>
            </a:custGeom>
            <a:gradFill>
              <a:gsLst>
                <a:gs pos="100000">
                  <a:schemeClr val="accent3"/>
                </a:gs>
                <a:gs pos="4400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grpSp>
      <p:sp>
        <p:nvSpPr>
          <p:cNvPr id="2" name="Title 1"/>
          <p:cNvSpPr>
            <a:spLocks noGrp="1"/>
          </p:cNvSpPr>
          <p:nvPr userDrawn="1">
            <p:ph type="title"/>
          </p:nvPr>
        </p:nvSpPr>
        <p:spPr>
          <a:xfrm>
            <a:off x="379413" y="1333500"/>
            <a:ext cx="9521825" cy="4127499"/>
          </a:xfrm>
          <a:noFill/>
        </p:spPr>
        <p:txBody>
          <a:bodyPr rIns="0" anchor="t"/>
          <a:lstStyle>
            <a:lvl1pPr>
              <a:defRPr sz="4800">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2143800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 name="Title 1"/>
          <p:cNvSpPr>
            <a:spLocks noGrp="1"/>
          </p:cNvSpPr>
          <p:nvPr>
            <p:ph type="ctrTitle"/>
          </p:nvPr>
        </p:nvSpPr>
        <p:spPr>
          <a:xfrm>
            <a:off x="379413" y="2321901"/>
            <a:ext cx="9521825" cy="1994392"/>
          </a:xfrm>
        </p:spPr>
        <p:txBody>
          <a:bodyPr vert="horz" wrap="square" lIns="0" tIns="0" rIns="0" bIns="0" anchor="t" anchorCtr="0">
            <a:noAutofit/>
          </a:bodyPr>
          <a:lstStyle>
            <a:lvl1pPr algn="l">
              <a:defRPr sz="7200">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2456353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ver_1 line/subhead">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88952" cy="6882059"/>
          </a:xfrm>
          <a:prstGeom prst="rect">
            <a:avLst/>
          </a:prstGeom>
        </p:spPr>
      </p:pic>
      <p:sp>
        <p:nvSpPr>
          <p:cNvPr id="19" name="Freeform 18"/>
          <p:cNvSpPr/>
          <p:nvPr userDrawn="1"/>
        </p:nvSpPr>
        <p:spPr>
          <a:xfrm flipH="1" flipV="1">
            <a:off x="-18560" y="0"/>
            <a:ext cx="12188952" cy="6858000"/>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Lst>
            <a:ahLst/>
            <a:cxnLst>
              <a:cxn ang="0">
                <a:pos x="connsiteX0" y="connsiteY0"/>
              </a:cxn>
              <a:cxn ang="0">
                <a:pos x="connsiteX1" y="connsiteY1"/>
              </a:cxn>
              <a:cxn ang="0">
                <a:pos x="connsiteX2" y="connsiteY2"/>
              </a:cxn>
              <a:cxn ang="0">
                <a:pos x="connsiteX3" y="connsiteY3"/>
              </a:cxn>
            </a:cxnLst>
            <a:rect l="l" t="t" r="r" b="b"/>
            <a:pathLst>
              <a:path w="9178997" h="5154183">
                <a:moveTo>
                  <a:pt x="3048116" y="5154183"/>
                </a:moveTo>
                <a:lnTo>
                  <a:pt x="0" y="0"/>
                </a:lnTo>
                <a:lnTo>
                  <a:pt x="9178997" y="1698542"/>
                </a:lnTo>
                <a:lnTo>
                  <a:pt x="3048116" y="5154183"/>
                </a:lnTo>
                <a:close/>
              </a:path>
            </a:pathLst>
          </a:custGeom>
          <a:gradFill flip="none" rotWithShape="1">
            <a:gsLst>
              <a:gs pos="61000">
                <a:schemeClr val="accent2"/>
              </a:gs>
              <a:gs pos="31000">
                <a:schemeClr val="accent3"/>
              </a:gs>
              <a:gs pos="100000">
                <a:schemeClr val="accent1"/>
              </a:gs>
            </a:gsLst>
            <a:lin ang="126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4048" y="2282634"/>
            <a:ext cx="9521825" cy="1051116"/>
          </a:xfrm>
          <a:prstGeom prst="rect">
            <a:avLst/>
          </a:prstGeom>
        </p:spPr>
        <p:txBody>
          <a:bodyPr vert="horz" wrap="square" lIns="0" tIns="0" rIns="0" bIns="0" anchor="t" anchorCtr="0">
            <a:noAutofit/>
          </a:bodyPr>
          <a:lstStyle>
            <a:lvl1pPr algn="l">
              <a:defRPr sz="7200" b="0">
                <a:solidFill>
                  <a:schemeClr val="tx1"/>
                </a:solidFill>
                <a:latin typeface="3M Circular TT Bold" panose="020B0804020101010102" pitchFamily="34" charset="0"/>
                <a:cs typeface="3M Circular TT Bold" panose="020B0804020101010102" pitchFamily="34" charset="0"/>
              </a:defRPr>
            </a:lvl1pPr>
          </a:lstStyle>
          <a:p>
            <a:r>
              <a:rPr lang="en-US" dirty="0"/>
              <a:t>One-line title</a:t>
            </a:r>
            <a:endParaRPr lang="en-GB" dirty="0"/>
          </a:p>
        </p:txBody>
      </p:sp>
      <p:sp>
        <p:nvSpPr>
          <p:cNvPr id="34" name="Text Placeholder 5"/>
          <p:cNvSpPr>
            <a:spLocks noGrp="1"/>
          </p:cNvSpPr>
          <p:nvPr>
            <p:ph type="body" sz="quarter" idx="13" hasCustomPrompt="1"/>
          </p:nvPr>
        </p:nvSpPr>
        <p:spPr>
          <a:xfrm>
            <a:off x="384048" y="3892296"/>
            <a:ext cx="9472598" cy="864848"/>
          </a:xfrm>
          <a:prstGeom prst="rect">
            <a:avLst/>
          </a:prstGeom>
        </p:spPr>
        <p:txBody>
          <a:bodyPr lIns="0" tIns="0" rIns="0" bIns="0"/>
          <a:lstStyle>
            <a:lvl1pPr>
              <a:lnSpc>
                <a:spcPct val="90000"/>
              </a:lnSpc>
              <a:defRPr sz="2800">
                <a:solidFill>
                  <a:schemeClr val="tx1"/>
                </a:solidFill>
              </a:defRPr>
            </a:lvl1pPr>
          </a:lstStyle>
          <a:p>
            <a:pPr lvl="0"/>
            <a:r>
              <a:rPr lang="en-US" dirty="0"/>
              <a:t>Title subhead/presenters names, </a:t>
            </a:r>
            <a:br>
              <a:rPr lang="en-US" dirty="0"/>
            </a:br>
            <a:r>
              <a:rPr lang="en-US" dirty="0"/>
              <a:t>one or two lines</a:t>
            </a:r>
          </a:p>
        </p:txBody>
      </p:sp>
      <p:sp>
        <p:nvSpPr>
          <p:cNvPr id="13" name="Text Placeholder 7"/>
          <p:cNvSpPr>
            <a:spLocks noGrp="1"/>
          </p:cNvSpPr>
          <p:nvPr>
            <p:ph type="body" sz="quarter" idx="10" hasCustomPrompt="1"/>
          </p:nvPr>
        </p:nvSpPr>
        <p:spPr>
          <a:xfrm>
            <a:off x="384048" y="5204499"/>
            <a:ext cx="4449209"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dirty="0"/>
              <a:t>Date</a:t>
            </a:r>
          </a:p>
        </p:txBody>
      </p:sp>
      <p:pic>
        <p:nvPicPr>
          <p:cNvPr id="45" name="Picture 4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1613904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ver_1 line">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82059"/>
          </a:xfrm>
          <a:prstGeom prst="rect">
            <a:avLst/>
          </a:prstGeom>
        </p:spPr>
      </p:pic>
      <p:sp>
        <p:nvSpPr>
          <p:cNvPr id="8" name="Freeform 7"/>
          <p:cNvSpPr/>
          <p:nvPr userDrawn="1"/>
        </p:nvSpPr>
        <p:spPr>
          <a:xfrm flipH="1" flipV="1">
            <a:off x="-18560" y="0"/>
            <a:ext cx="12188952" cy="6858000"/>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Lst>
            <a:ahLst/>
            <a:cxnLst>
              <a:cxn ang="0">
                <a:pos x="connsiteX0" y="connsiteY0"/>
              </a:cxn>
              <a:cxn ang="0">
                <a:pos x="connsiteX1" y="connsiteY1"/>
              </a:cxn>
              <a:cxn ang="0">
                <a:pos x="connsiteX2" y="connsiteY2"/>
              </a:cxn>
              <a:cxn ang="0">
                <a:pos x="connsiteX3" y="connsiteY3"/>
              </a:cxn>
            </a:cxnLst>
            <a:rect l="l" t="t" r="r" b="b"/>
            <a:pathLst>
              <a:path w="9178997" h="5154183">
                <a:moveTo>
                  <a:pt x="3048116" y="5154183"/>
                </a:moveTo>
                <a:lnTo>
                  <a:pt x="0" y="0"/>
                </a:lnTo>
                <a:lnTo>
                  <a:pt x="9178997" y="1698542"/>
                </a:lnTo>
                <a:lnTo>
                  <a:pt x="3048116" y="5154183"/>
                </a:lnTo>
                <a:close/>
              </a:path>
            </a:pathLst>
          </a:custGeom>
          <a:gradFill flip="none" rotWithShape="1">
            <a:gsLst>
              <a:gs pos="61000">
                <a:schemeClr val="accent2"/>
              </a:gs>
              <a:gs pos="31000">
                <a:schemeClr val="accent3"/>
              </a:gs>
              <a:gs pos="100000">
                <a:schemeClr val="accent1"/>
              </a:gs>
            </a:gsLst>
            <a:lin ang="126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4048" y="2286000"/>
            <a:ext cx="9521825" cy="1051116"/>
          </a:xfrm>
          <a:prstGeom prst="rect">
            <a:avLst/>
          </a:prstGeom>
        </p:spPr>
        <p:txBody>
          <a:bodyPr vert="horz" wrap="square" lIns="0" tIns="0" rIns="0" bIns="0" anchor="t" anchorCtr="0">
            <a:noAutofit/>
          </a:bodyPr>
          <a:lstStyle>
            <a:lvl1pPr algn="l">
              <a:defRPr sz="7200" b="0">
                <a:solidFill>
                  <a:schemeClr val="tx1"/>
                </a:solidFill>
                <a:latin typeface="3M Circular TT Bold" panose="020B0804020101010102" pitchFamily="34" charset="0"/>
                <a:cs typeface="3M Circular TT Bold" panose="020B0804020101010102" pitchFamily="34" charset="0"/>
              </a:defRPr>
            </a:lvl1pPr>
          </a:lstStyle>
          <a:p>
            <a:r>
              <a:rPr lang="en-US" dirty="0"/>
              <a:t>One-line title</a:t>
            </a:r>
            <a:endParaRPr lang="en-GB" dirty="0"/>
          </a:p>
        </p:txBody>
      </p:sp>
      <p:pic>
        <p:nvPicPr>
          <p:cNvPr id="33" name="Picture 3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
        <p:nvSpPr>
          <p:cNvPr id="23" name="Text Placeholder 7"/>
          <p:cNvSpPr>
            <a:spLocks noGrp="1"/>
          </p:cNvSpPr>
          <p:nvPr>
            <p:ph type="body" sz="quarter" idx="10" hasCustomPrompt="1"/>
          </p:nvPr>
        </p:nvSpPr>
        <p:spPr>
          <a:xfrm>
            <a:off x="384047" y="3895344"/>
            <a:ext cx="4114800"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dirty="0"/>
              <a:t>Date</a:t>
            </a:r>
          </a:p>
        </p:txBody>
      </p:sp>
    </p:spTree>
    <p:extLst>
      <p:ext uri="{BB962C8B-B14F-4D97-AF65-F5344CB8AC3E}">
        <p14:creationId xmlns:p14="http://schemas.microsoft.com/office/powerpoint/2010/main" val="2890426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ver_2 line/subhead">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1" cy="6858000"/>
          </a:xfrm>
          <a:prstGeom prst="rect">
            <a:avLst/>
          </a:prstGeom>
        </p:spPr>
      </p:pic>
      <p:sp>
        <p:nvSpPr>
          <p:cNvPr id="8" name="Freeform 7"/>
          <p:cNvSpPr/>
          <p:nvPr userDrawn="1"/>
        </p:nvSpPr>
        <p:spPr>
          <a:xfrm flipH="1" flipV="1">
            <a:off x="-1" y="0"/>
            <a:ext cx="12188950" cy="6858000"/>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6053933"/>
              <a:gd name="connsiteY0" fmla="*/ 5175181 h 5175181"/>
              <a:gd name="connsiteX1" fmla="*/ 2883458 w 6053933"/>
              <a:gd name="connsiteY1" fmla="*/ 0 h 5175181"/>
              <a:gd name="connsiteX2" fmla="*/ 6053933 w 6053933"/>
              <a:gd name="connsiteY2" fmla="*/ 1755636 h 5175181"/>
              <a:gd name="connsiteX3" fmla="*/ 0 w 6053933"/>
              <a:gd name="connsiteY3" fmla="*/ 5175181 h 5175181"/>
              <a:gd name="connsiteX0" fmla="*/ 0 w 6053933"/>
              <a:gd name="connsiteY0" fmla="*/ 5182329 h 5182329"/>
              <a:gd name="connsiteX1" fmla="*/ 2869075 w 6053933"/>
              <a:gd name="connsiteY1" fmla="*/ 0 h 5182329"/>
              <a:gd name="connsiteX2" fmla="*/ 6053933 w 6053933"/>
              <a:gd name="connsiteY2" fmla="*/ 1762784 h 5182329"/>
              <a:gd name="connsiteX3" fmla="*/ 0 w 6053933"/>
              <a:gd name="connsiteY3" fmla="*/ 5182329 h 5182329"/>
              <a:gd name="connsiteX0" fmla="*/ 0 w 6025167"/>
              <a:gd name="connsiteY0" fmla="*/ 5182329 h 5182329"/>
              <a:gd name="connsiteX1" fmla="*/ 2869075 w 6025167"/>
              <a:gd name="connsiteY1" fmla="*/ 0 h 5182329"/>
              <a:gd name="connsiteX2" fmla="*/ 6025167 w 6025167"/>
              <a:gd name="connsiteY2" fmla="*/ 1905745 h 5182329"/>
              <a:gd name="connsiteX3" fmla="*/ 0 w 6025167"/>
              <a:gd name="connsiteY3" fmla="*/ 5182329 h 5182329"/>
              <a:gd name="connsiteX0" fmla="*/ 0 w 6053933"/>
              <a:gd name="connsiteY0" fmla="*/ 5182329 h 5182329"/>
              <a:gd name="connsiteX1" fmla="*/ 2869075 w 6053933"/>
              <a:gd name="connsiteY1" fmla="*/ 0 h 5182329"/>
              <a:gd name="connsiteX2" fmla="*/ 6053933 w 6053933"/>
              <a:gd name="connsiteY2" fmla="*/ 1905745 h 5182329"/>
              <a:gd name="connsiteX3" fmla="*/ 0 w 6053933"/>
              <a:gd name="connsiteY3" fmla="*/ 5182329 h 5182329"/>
              <a:gd name="connsiteX0" fmla="*/ 0 w 6063522"/>
              <a:gd name="connsiteY0" fmla="*/ 5191860 h 5191860"/>
              <a:gd name="connsiteX1" fmla="*/ 2878664 w 6063522"/>
              <a:gd name="connsiteY1" fmla="*/ 0 h 5191860"/>
              <a:gd name="connsiteX2" fmla="*/ 6063522 w 6063522"/>
              <a:gd name="connsiteY2" fmla="*/ 1905745 h 5191860"/>
              <a:gd name="connsiteX3" fmla="*/ 0 w 6063522"/>
              <a:gd name="connsiteY3" fmla="*/ 5191860 h 5191860"/>
              <a:gd name="connsiteX0" fmla="*/ 0 w 6073111"/>
              <a:gd name="connsiteY0" fmla="*/ 5191860 h 5191860"/>
              <a:gd name="connsiteX1" fmla="*/ 2878664 w 6073111"/>
              <a:gd name="connsiteY1" fmla="*/ 0 h 5191860"/>
              <a:gd name="connsiteX2" fmla="*/ 6073111 w 6073111"/>
              <a:gd name="connsiteY2" fmla="*/ 1915276 h 5191860"/>
              <a:gd name="connsiteX3" fmla="*/ 0 w 6073111"/>
              <a:gd name="connsiteY3" fmla="*/ 5191860 h 5191860"/>
              <a:gd name="connsiteX0" fmla="*/ 0 w 6073111"/>
              <a:gd name="connsiteY0" fmla="*/ 5201391 h 5201391"/>
              <a:gd name="connsiteX1" fmla="*/ 2888253 w 6073111"/>
              <a:gd name="connsiteY1" fmla="*/ 0 h 5201391"/>
              <a:gd name="connsiteX2" fmla="*/ 6073111 w 6073111"/>
              <a:gd name="connsiteY2" fmla="*/ 1924807 h 5201391"/>
              <a:gd name="connsiteX3" fmla="*/ 0 w 6073111"/>
              <a:gd name="connsiteY3" fmla="*/ 5201391 h 5201391"/>
              <a:gd name="connsiteX0" fmla="*/ 0 w 6073111"/>
              <a:gd name="connsiteY0" fmla="*/ 5201391 h 5201391"/>
              <a:gd name="connsiteX1" fmla="*/ 4202163 w 6073111"/>
              <a:gd name="connsiteY1" fmla="*/ 0 h 5201391"/>
              <a:gd name="connsiteX2" fmla="*/ 6073111 w 6073111"/>
              <a:gd name="connsiteY2" fmla="*/ 1924807 h 5201391"/>
              <a:gd name="connsiteX3" fmla="*/ 0 w 6073111"/>
              <a:gd name="connsiteY3" fmla="*/ 5201391 h 5201391"/>
              <a:gd name="connsiteX0" fmla="*/ 0 w 6093450"/>
              <a:gd name="connsiteY0" fmla="*/ 5201391 h 5201391"/>
              <a:gd name="connsiteX1" fmla="*/ 4202163 w 6093450"/>
              <a:gd name="connsiteY1" fmla="*/ 0 h 5201391"/>
              <a:gd name="connsiteX2" fmla="*/ 6093450 w 6093450"/>
              <a:gd name="connsiteY2" fmla="*/ 1739044 h 5201391"/>
              <a:gd name="connsiteX3" fmla="*/ 0 w 6093450"/>
              <a:gd name="connsiteY3" fmla="*/ 5201391 h 5201391"/>
              <a:gd name="connsiteX0" fmla="*/ 0 w 6093450"/>
              <a:gd name="connsiteY0" fmla="*/ 5201391 h 5201391"/>
              <a:gd name="connsiteX1" fmla="*/ 4055721 w 6093450"/>
              <a:gd name="connsiteY1" fmla="*/ 0 h 5201391"/>
              <a:gd name="connsiteX2" fmla="*/ 6093450 w 6093450"/>
              <a:gd name="connsiteY2" fmla="*/ 1739044 h 5201391"/>
              <a:gd name="connsiteX3" fmla="*/ 0 w 6093450"/>
              <a:gd name="connsiteY3" fmla="*/ 5201391 h 5201391"/>
            </a:gdLst>
            <a:ahLst/>
            <a:cxnLst>
              <a:cxn ang="0">
                <a:pos x="connsiteX0" y="connsiteY0"/>
              </a:cxn>
              <a:cxn ang="0">
                <a:pos x="connsiteX1" y="connsiteY1"/>
              </a:cxn>
              <a:cxn ang="0">
                <a:pos x="connsiteX2" y="connsiteY2"/>
              </a:cxn>
              <a:cxn ang="0">
                <a:pos x="connsiteX3" y="connsiteY3"/>
              </a:cxn>
            </a:cxnLst>
            <a:rect l="l" t="t" r="r" b="b"/>
            <a:pathLst>
              <a:path w="6093450" h="5201391">
                <a:moveTo>
                  <a:pt x="0" y="5201391"/>
                </a:moveTo>
                <a:lnTo>
                  <a:pt x="4055721" y="0"/>
                </a:lnTo>
                <a:lnTo>
                  <a:pt x="6093450" y="1739044"/>
                </a:lnTo>
                <a:lnTo>
                  <a:pt x="0" y="5201391"/>
                </a:lnTo>
                <a:close/>
              </a:path>
            </a:pathLst>
          </a:custGeom>
          <a:gradFill flip="none" rotWithShape="1">
            <a:gsLst>
              <a:gs pos="52000">
                <a:schemeClr val="accent2"/>
              </a:gs>
              <a:gs pos="100000">
                <a:schemeClr val="accent1"/>
              </a:gs>
              <a:gs pos="20000">
                <a:schemeClr val="accent3"/>
              </a:gs>
            </a:gsLst>
            <a:lin ang="7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5593" y="1652428"/>
            <a:ext cx="11468909" cy="1994392"/>
          </a:xfrm>
          <a:prstGeom prst="rect">
            <a:avLst/>
          </a:prstGeom>
        </p:spPr>
        <p:txBody>
          <a:bodyPr vert="horz" wrap="square" lIns="0" tIns="0" rIns="0" bIns="0" anchor="t" anchorCtr="0">
            <a:noAutofit/>
          </a:bodyPr>
          <a:lstStyle>
            <a:lvl1pPr algn="l">
              <a:lnSpc>
                <a:spcPct val="80000"/>
              </a:lnSpc>
              <a:defRPr sz="7200" b="0">
                <a:solidFill>
                  <a:schemeClr val="tx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pic>
        <p:nvPicPr>
          <p:cNvPr id="38" name="Picture 3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
        <p:nvSpPr>
          <p:cNvPr id="14" name="Text Placeholder 5"/>
          <p:cNvSpPr>
            <a:spLocks noGrp="1"/>
          </p:cNvSpPr>
          <p:nvPr>
            <p:ph type="body" sz="quarter" idx="13" hasCustomPrompt="1"/>
          </p:nvPr>
        </p:nvSpPr>
        <p:spPr>
          <a:xfrm>
            <a:off x="384048" y="3892296"/>
            <a:ext cx="9472598" cy="864848"/>
          </a:xfrm>
          <a:prstGeom prst="rect">
            <a:avLst/>
          </a:prstGeom>
        </p:spPr>
        <p:txBody>
          <a:bodyPr lIns="0" tIns="0" rIns="0" bIns="0"/>
          <a:lstStyle>
            <a:lvl1pPr>
              <a:lnSpc>
                <a:spcPct val="90000"/>
              </a:lnSpc>
              <a:defRPr sz="2800">
                <a:solidFill>
                  <a:schemeClr val="tx1"/>
                </a:solidFill>
              </a:defRPr>
            </a:lvl1pPr>
          </a:lstStyle>
          <a:p>
            <a:pPr lvl="0"/>
            <a:r>
              <a:rPr lang="en-US" dirty="0"/>
              <a:t>Title subhead/presenters names, </a:t>
            </a:r>
            <a:br>
              <a:rPr lang="en-US" dirty="0"/>
            </a:br>
            <a:r>
              <a:rPr lang="en-US" dirty="0"/>
              <a:t>one or two lines</a:t>
            </a:r>
          </a:p>
        </p:txBody>
      </p:sp>
      <p:sp>
        <p:nvSpPr>
          <p:cNvPr id="15" name="Text Placeholder 7"/>
          <p:cNvSpPr>
            <a:spLocks noGrp="1"/>
          </p:cNvSpPr>
          <p:nvPr>
            <p:ph type="body" sz="quarter" idx="10" hasCustomPrompt="1"/>
          </p:nvPr>
        </p:nvSpPr>
        <p:spPr>
          <a:xfrm>
            <a:off x="384047" y="5204499"/>
            <a:ext cx="4114800"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spTree>
    <p:extLst>
      <p:ext uri="{BB962C8B-B14F-4D97-AF65-F5344CB8AC3E}">
        <p14:creationId xmlns:p14="http://schemas.microsoft.com/office/powerpoint/2010/main" val="3737945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ver_2 lin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1" cy="6858000"/>
          </a:xfrm>
          <a:prstGeom prst="rect">
            <a:avLst/>
          </a:prstGeom>
        </p:spPr>
      </p:pic>
      <p:sp>
        <p:nvSpPr>
          <p:cNvPr id="8" name="Freeform 7"/>
          <p:cNvSpPr/>
          <p:nvPr userDrawn="1"/>
        </p:nvSpPr>
        <p:spPr>
          <a:xfrm flipH="1" flipV="1">
            <a:off x="-1" y="0"/>
            <a:ext cx="12188950" cy="6858000"/>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6053933"/>
              <a:gd name="connsiteY0" fmla="*/ 5175181 h 5175181"/>
              <a:gd name="connsiteX1" fmla="*/ 2883458 w 6053933"/>
              <a:gd name="connsiteY1" fmla="*/ 0 h 5175181"/>
              <a:gd name="connsiteX2" fmla="*/ 6053933 w 6053933"/>
              <a:gd name="connsiteY2" fmla="*/ 1755636 h 5175181"/>
              <a:gd name="connsiteX3" fmla="*/ 0 w 6053933"/>
              <a:gd name="connsiteY3" fmla="*/ 5175181 h 5175181"/>
              <a:gd name="connsiteX0" fmla="*/ 0 w 6053933"/>
              <a:gd name="connsiteY0" fmla="*/ 5182329 h 5182329"/>
              <a:gd name="connsiteX1" fmla="*/ 2869075 w 6053933"/>
              <a:gd name="connsiteY1" fmla="*/ 0 h 5182329"/>
              <a:gd name="connsiteX2" fmla="*/ 6053933 w 6053933"/>
              <a:gd name="connsiteY2" fmla="*/ 1762784 h 5182329"/>
              <a:gd name="connsiteX3" fmla="*/ 0 w 6053933"/>
              <a:gd name="connsiteY3" fmla="*/ 5182329 h 5182329"/>
              <a:gd name="connsiteX0" fmla="*/ 0 w 6025167"/>
              <a:gd name="connsiteY0" fmla="*/ 5182329 h 5182329"/>
              <a:gd name="connsiteX1" fmla="*/ 2869075 w 6025167"/>
              <a:gd name="connsiteY1" fmla="*/ 0 h 5182329"/>
              <a:gd name="connsiteX2" fmla="*/ 6025167 w 6025167"/>
              <a:gd name="connsiteY2" fmla="*/ 1905745 h 5182329"/>
              <a:gd name="connsiteX3" fmla="*/ 0 w 6025167"/>
              <a:gd name="connsiteY3" fmla="*/ 5182329 h 5182329"/>
              <a:gd name="connsiteX0" fmla="*/ 0 w 6053933"/>
              <a:gd name="connsiteY0" fmla="*/ 5182329 h 5182329"/>
              <a:gd name="connsiteX1" fmla="*/ 2869075 w 6053933"/>
              <a:gd name="connsiteY1" fmla="*/ 0 h 5182329"/>
              <a:gd name="connsiteX2" fmla="*/ 6053933 w 6053933"/>
              <a:gd name="connsiteY2" fmla="*/ 1905745 h 5182329"/>
              <a:gd name="connsiteX3" fmla="*/ 0 w 6053933"/>
              <a:gd name="connsiteY3" fmla="*/ 5182329 h 5182329"/>
              <a:gd name="connsiteX0" fmla="*/ 0 w 6063522"/>
              <a:gd name="connsiteY0" fmla="*/ 5191860 h 5191860"/>
              <a:gd name="connsiteX1" fmla="*/ 2878664 w 6063522"/>
              <a:gd name="connsiteY1" fmla="*/ 0 h 5191860"/>
              <a:gd name="connsiteX2" fmla="*/ 6063522 w 6063522"/>
              <a:gd name="connsiteY2" fmla="*/ 1905745 h 5191860"/>
              <a:gd name="connsiteX3" fmla="*/ 0 w 6063522"/>
              <a:gd name="connsiteY3" fmla="*/ 5191860 h 5191860"/>
              <a:gd name="connsiteX0" fmla="*/ 0 w 6073111"/>
              <a:gd name="connsiteY0" fmla="*/ 5191860 h 5191860"/>
              <a:gd name="connsiteX1" fmla="*/ 2878664 w 6073111"/>
              <a:gd name="connsiteY1" fmla="*/ 0 h 5191860"/>
              <a:gd name="connsiteX2" fmla="*/ 6073111 w 6073111"/>
              <a:gd name="connsiteY2" fmla="*/ 1915276 h 5191860"/>
              <a:gd name="connsiteX3" fmla="*/ 0 w 6073111"/>
              <a:gd name="connsiteY3" fmla="*/ 5191860 h 5191860"/>
              <a:gd name="connsiteX0" fmla="*/ 0 w 6073111"/>
              <a:gd name="connsiteY0" fmla="*/ 5201391 h 5201391"/>
              <a:gd name="connsiteX1" fmla="*/ 2888253 w 6073111"/>
              <a:gd name="connsiteY1" fmla="*/ 0 h 5201391"/>
              <a:gd name="connsiteX2" fmla="*/ 6073111 w 6073111"/>
              <a:gd name="connsiteY2" fmla="*/ 1924807 h 5201391"/>
              <a:gd name="connsiteX3" fmla="*/ 0 w 6073111"/>
              <a:gd name="connsiteY3" fmla="*/ 5201391 h 5201391"/>
              <a:gd name="connsiteX0" fmla="*/ 0 w 6073111"/>
              <a:gd name="connsiteY0" fmla="*/ 5201391 h 5201391"/>
              <a:gd name="connsiteX1" fmla="*/ 4202163 w 6073111"/>
              <a:gd name="connsiteY1" fmla="*/ 0 h 5201391"/>
              <a:gd name="connsiteX2" fmla="*/ 6073111 w 6073111"/>
              <a:gd name="connsiteY2" fmla="*/ 1924807 h 5201391"/>
              <a:gd name="connsiteX3" fmla="*/ 0 w 6073111"/>
              <a:gd name="connsiteY3" fmla="*/ 5201391 h 5201391"/>
              <a:gd name="connsiteX0" fmla="*/ 0 w 6093450"/>
              <a:gd name="connsiteY0" fmla="*/ 5201391 h 5201391"/>
              <a:gd name="connsiteX1" fmla="*/ 4202163 w 6093450"/>
              <a:gd name="connsiteY1" fmla="*/ 0 h 5201391"/>
              <a:gd name="connsiteX2" fmla="*/ 6093450 w 6093450"/>
              <a:gd name="connsiteY2" fmla="*/ 1739044 h 5201391"/>
              <a:gd name="connsiteX3" fmla="*/ 0 w 6093450"/>
              <a:gd name="connsiteY3" fmla="*/ 5201391 h 5201391"/>
              <a:gd name="connsiteX0" fmla="*/ 0 w 6093450"/>
              <a:gd name="connsiteY0" fmla="*/ 5201391 h 5201391"/>
              <a:gd name="connsiteX1" fmla="*/ 4055721 w 6093450"/>
              <a:gd name="connsiteY1" fmla="*/ 0 h 5201391"/>
              <a:gd name="connsiteX2" fmla="*/ 6093450 w 6093450"/>
              <a:gd name="connsiteY2" fmla="*/ 1739044 h 5201391"/>
              <a:gd name="connsiteX3" fmla="*/ 0 w 6093450"/>
              <a:gd name="connsiteY3" fmla="*/ 5201391 h 5201391"/>
            </a:gdLst>
            <a:ahLst/>
            <a:cxnLst>
              <a:cxn ang="0">
                <a:pos x="connsiteX0" y="connsiteY0"/>
              </a:cxn>
              <a:cxn ang="0">
                <a:pos x="connsiteX1" y="connsiteY1"/>
              </a:cxn>
              <a:cxn ang="0">
                <a:pos x="connsiteX2" y="connsiteY2"/>
              </a:cxn>
              <a:cxn ang="0">
                <a:pos x="connsiteX3" y="connsiteY3"/>
              </a:cxn>
            </a:cxnLst>
            <a:rect l="l" t="t" r="r" b="b"/>
            <a:pathLst>
              <a:path w="6093450" h="5201391">
                <a:moveTo>
                  <a:pt x="0" y="5201391"/>
                </a:moveTo>
                <a:lnTo>
                  <a:pt x="4055721" y="0"/>
                </a:lnTo>
                <a:lnTo>
                  <a:pt x="6093450" y="1739044"/>
                </a:lnTo>
                <a:lnTo>
                  <a:pt x="0" y="5201391"/>
                </a:lnTo>
                <a:close/>
              </a:path>
            </a:pathLst>
          </a:custGeom>
          <a:gradFill flip="none" rotWithShape="1">
            <a:gsLst>
              <a:gs pos="52000">
                <a:schemeClr val="accent2"/>
              </a:gs>
              <a:gs pos="100000">
                <a:schemeClr val="accent1"/>
              </a:gs>
              <a:gs pos="20000">
                <a:schemeClr val="accent3"/>
              </a:gs>
            </a:gsLst>
            <a:lin ang="7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5593" y="1652428"/>
            <a:ext cx="11468909" cy="1994392"/>
          </a:xfrm>
          <a:prstGeom prst="rect">
            <a:avLst/>
          </a:prstGeom>
        </p:spPr>
        <p:txBody>
          <a:bodyPr vert="horz" wrap="square" lIns="0" tIns="0" rIns="0" bIns="0" anchor="t" anchorCtr="0">
            <a:noAutofit/>
          </a:bodyPr>
          <a:lstStyle>
            <a:lvl1pPr algn="l">
              <a:lnSpc>
                <a:spcPct val="80000"/>
              </a:lnSpc>
              <a:defRPr sz="7200" b="0">
                <a:solidFill>
                  <a:schemeClr val="tx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pic>
        <p:nvPicPr>
          <p:cNvPr id="38" name="Picture 3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
        <p:nvSpPr>
          <p:cNvPr id="22" name="Text Placeholder 7"/>
          <p:cNvSpPr>
            <a:spLocks noGrp="1"/>
          </p:cNvSpPr>
          <p:nvPr>
            <p:ph type="body" sz="quarter" idx="11" hasCustomPrompt="1"/>
          </p:nvPr>
        </p:nvSpPr>
        <p:spPr>
          <a:xfrm>
            <a:off x="384048" y="3895344"/>
            <a:ext cx="4114800"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dirty="0"/>
              <a:t>Date</a:t>
            </a:r>
          </a:p>
        </p:txBody>
      </p:sp>
    </p:spTree>
    <p:extLst>
      <p:ext uri="{BB962C8B-B14F-4D97-AF65-F5344CB8AC3E}">
        <p14:creationId xmlns:p14="http://schemas.microsoft.com/office/powerpoint/2010/main" val="3930143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ver_3 line/subhead">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1" cy="6858000"/>
          </a:xfrm>
          <a:prstGeom prst="rect">
            <a:avLst/>
          </a:prstGeom>
        </p:spPr>
      </p:pic>
      <p:sp>
        <p:nvSpPr>
          <p:cNvPr id="8" name="Freeform 7"/>
          <p:cNvSpPr/>
          <p:nvPr userDrawn="1"/>
        </p:nvSpPr>
        <p:spPr>
          <a:xfrm flipH="1" flipV="1">
            <a:off x="1" y="-17420"/>
            <a:ext cx="8130732" cy="6875419"/>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6053933"/>
              <a:gd name="connsiteY0" fmla="*/ 5175181 h 5175181"/>
              <a:gd name="connsiteX1" fmla="*/ 2883458 w 6053933"/>
              <a:gd name="connsiteY1" fmla="*/ 0 h 5175181"/>
              <a:gd name="connsiteX2" fmla="*/ 6053933 w 6053933"/>
              <a:gd name="connsiteY2" fmla="*/ 1755636 h 5175181"/>
              <a:gd name="connsiteX3" fmla="*/ 0 w 6053933"/>
              <a:gd name="connsiteY3" fmla="*/ 5175181 h 5175181"/>
              <a:gd name="connsiteX0" fmla="*/ 0 w 6053933"/>
              <a:gd name="connsiteY0" fmla="*/ 5182329 h 5182329"/>
              <a:gd name="connsiteX1" fmla="*/ 2869075 w 6053933"/>
              <a:gd name="connsiteY1" fmla="*/ 0 h 5182329"/>
              <a:gd name="connsiteX2" fmla="*/ 6053933 w 6053933"/>
              <a:gd name="connsiteY2" fmla="*/ 1762784 h 5182329"/>
              <a:gd name="connsiteX3" fmla="*/ 0 w 6053933"/>
              <a:gd name="connsiteY3" fmla="*/ 5182329 h 5182329"/>
              <a:gd name="connsiteX0" fmla="*/ 0 w 6025167"/>
              <a:gd name="connsiteY0" fmla="*/ 5182329 h 5182329"/>
              <a:gd name="connsiteX1" fmla="*/ 2869075 w 6025167"/>
              <a:gd name="connsiteY1" fmla="*/ 0 h 5182329"/>
              <a:gd name="connsiteX2" fmla="*/ 6025167 w 6025167"/>
              <a:gd name="connsiteY2" fmla="*/ 1905745 h 5182329"/>
              <a:gd name="connsiteX3" fmla="*/ 0 w 6025167"/>
              <a:gd name="connsiteY3" fmla="*/ 5182329 h 5182329"/>
              <a:gd name="connsiteX0" fmla="*/ 0 w 6053933"/>
              <a:gd name="connsiteY0" fmla="*/ 5182329 h 5182329"/>
              <a:gd name="connsiteX1" fmla="*/ 2869075 w 6053933"/>
              <a:gd name="connsiteY1" fmla="*/ 0 h 5182329"/>
              <a:gd name="connsiteX2" fmla="*/ 6053933 w 6053933"/>
              <a:gd name="connsiteY2" fmla="*/ 1905745 h 5182329"/>
              <a:gd name="connsiteX3" fmla="*/ 0 w 6053933"/>
              <a:gd name="connsiteY3" fmla="*/ 5182329 h 5182329"/>
              <a:gd name="connsiteX0" fmla="*/ 0 w 6063522"/>
              <a:gd name="connsiteY0" fmla="*/ 5191860 h 5191860"/>
              <a:gd name="connsiteX1" fmla="*/ 2878664 w 6063522"/>
              <a:gd name="connsiteY1" fmla="*/ 0 h 5191860"/>
              <a:gd name="connsiteX2" fmla="*/ 6063522 w 6063522"/>
              <a:gd name="connsiteY2" fmla="*/ 1905745 h 5191860"/>
              <a:gd name="connsiteX3" fmla="*/ 0 w 6063522"/>
              <a:gd name="connsiteY3" fmla="*/ 5191860 h 5191860"/>
              <a:gd name="connsiteX0" fmla="*/ 0 w 6073111"/>
              <a:gd name="connsiteY0" fmla="*/ 5191860 h 5191860"/>
              <a:gd name="connsiteX1" fmla="*/ 2878664 w 6073111"/>
              <a:gd name="connsiteY1" fmla="*/ 0 h 5191860"/>
              <a:gd name="connsiteX2" fmla="*/ 6073111 w 6073111"/>
              <a:gd name="connsiteY2" fmla="*/ 1915276 h 5191860"/>
              <a:gd name="connsiteX3" fmla="*/ 0 w 6073111"/>
              <a:gd name="connsiteY3" fmla="*/ 5191860 h 5191860"/>
              <a:gd name="connsiteX0" fmla="*/ 0 w 6073111"/>
              <a:gd name="connsiteY0" fmla="*/ 5201391 h 5201391"/>
              <a:gd name="connsiteX1" fmla="*/ 2888253 w 6073111"/>
              <a:gd name="connsiteY1" fmla="*/ 0 h 5201391"/>
              <a:gd name="connsiteX2" fmla="*/ 6073111 w 6073111"/>
              <a:gd name="connsiteY2" fmla="*/ 1924807 h 5201391"/>
              <a:gd name="connsiteX3" fmla="*/ 0 w 6073111"/>
              <a:gd name="connsiteY3" fmla="*/ 5201391 h 5201391"/>
              <a:gd name="connsiteX0" fmla="*/ 0 w 6073111"/>
              <a:gd name="connsiteY0" fmla="*/ 5201391 h 5201391"/>
              <a:gd name="connsiteX1" fmla="*/ 2888253 w 6073111"/>
              <a:gd name="connsiteY1" fmla="*/ 0 h 5201391"/>
              <a:gd name="connsiteX2" fmla="*/ 6073111 w 6073111"/>
              <a:gd name="connsiteY2" fmla="*/ 1739869 h 5201391"/>
              <a:gd name="connsiteX3" fmla="*/ 0 w 6073111"/>
              <a:gd name="connsiteY3" fmla="*/ 5201391 h 5201391"/>
              <a:gd name="connsiteX0" fmla="*/ 0 w 6073111"/>
              <a:gd name="connsiteY0" fmla="*/ 5201391 h 5201391"/>
              <a:gd name="connsiteX1" fmla="*/ 2973730 w 6073111"/>
              <a:gd name="connsiteY1" fmla="*/ 0 h 5201391"/>
              <a:gd name="connsiteX2" fmla="*/ 6073111 w 6073111"/>
              <a:gd name="connsiteY2" fmla="*/ 1739869 h 5201391"/>
              <a:gd name="connsiteX3" fmla="*/ 0 w 6073111"/>
              <a:gd name="connsiteY3" fmla="*/ 5201391 h 5201391"/>
              <a:gd name="connsiteX0" fmla="*/ 0 w 6112562"/>
              <a:gd name="connsiteY0" fmla="*/ 5201391 h 5201391"/>
              <a:gd name="connsiteX1" fmla="*/ 3013181 w 6112562"/>
              <a:gd name="connsiteY1" fmla="*/ 0 h 5201391"/>
              <a:gd name="connsiteX2" fmla="*/ 6112562 w 6112562"/>
              <a:gd name="connsiteY2" fmla="*/ 1739869 h 5201391"/>
              <a:gd name="connsiteX3" fmla="*/ 0 w 6112562"/>
              <a:gd name="connsiteY3" fmla="*/ 5201391 h 5201391"/>
              <a:gd name="connsiteX0" fmla="*/ 0 w 6138863"/>
              <a:gd name="connsiteY0" fmla="*/ 5214602 h 5214602"/>
              <a:gd name="connsiteX1" fmla="*/ 3039482 w 6138863"/>
              <a:gd name="connsiteY1" fmla="*/ 0 h 5214602"/>
              <a:gd name="connsiteX2" fmla="*/ 6138863 w 6138863"/>
              <a:gd name="connsiteY2" fmla="*/ 1739869 h 5214602"/>
              <a:gd name="connsiteX3" fmla="*/ 0 w 6138863"/>
              <a:gd name="connsiteY3" fmla="*/ 5214602 h 5214602"/>
            </a:gdLst>
            <a:ahLst/>
            <a:cxnLst>
              <a:cxn ang="0">
                <a:pos x="connsiteX0" y="connsiteY0"/>
              </a:cxn>
              <a:cxn ang="0">
                <a:pos x="connsiteX1" y="connsiteY1"/>
              </a:cxn>
              <a:cxn ang="0">
                <a:pos x="connsiteX2" y="connsiteY2"/>
              </a:cxn>
              <a:cxn ang="0">
                <a:pos x="connsiteX3" y="connsiteY3"/>
              </a:cxn>
            </a:cxnLst>
            <a:rect l="l" t="t" r="r" b="b"/>
            <a:pathLst>
              <a:path w="6138863" h="5214602">
                <a:moveTo>
                  <a:pt x="0" y="5214602"/>
                </a:moveTo>
                <a:lnTo>
                  <a:pt x="3039482" y="0"/>
                </a:lnTo>
                <a:lnTo>
                  <a:pt x="6138863" y="1739869"/>
                </a:lnTo>
                <a:lnTo>
                  <a:pt x="0" y="5214602"/>
                </a:lnTo>
                <a:close/>
              </a:path>
            </a:pathLst>
          </a:custGeom>
          <a:gradFill flip="none" rotWithShape="1">
            <a:gsLst>
              <a:gs pos="52000">
                <a:schemeClr val="accent2"/>
              </a:gs>
              <a:gs pos="100000">
                <a:schemeClr val="accent1"/>
              </a:gs>
              <a:gs pos="20000">
                <a:schemeClr val="accent3"/>
              </a:gs>
            </a:gsLst>
            <a:lin ang="7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5593" y="1652428"/>
            <a:ext cx="11468909" cy="1994392"/>
          </a:xfrm>
          <a:prstGeom prst="rect">
            <a:avLst/>
          </a:prstGeom>
        </p:spPr>
        <p:txBody>
          <a:bodyPr vert="horz" wrap="square" lIns="0" tIns="0" rIns="0" bIns="0" anchor="t" anchorCtr="0">
            <a:noAutofit/>
          </a:bodyPr>
          <a:lstStyle>
            <a:lvl1pPr algn="l">
              <a:lnSpc>
                <a:spcPct val="80000"/>
              </a:lnSpc>
              <a:defRPr sz="7200" b="0">
                <a:solidFill>
                  <a:schemeClr val="tx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pic>
        <p:nvPicPr>
          <p:cNvPr id="38" name="Picture 3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
        <p:nvSpPr>
          <p:cNvPr id="21" name="Text Placeholder 5"/>
          <p:cNvSpPr>
            <a:spLocks noGrp="1"/>
          </p:cNvSpPr>
          <p:nvPr>
            <p:ph type="body" sz="quarter" idx="13" hasCustomPrompt="1"/>
          </p:nvPr>
        </p:nvSpPr>
        <p:spPr>
          <a:xfrm>
            <a:off x="384048" y="3892296"/>
            <a:ext cx="9472598" cy="864848"/>
          </a:xfrm>
          <a:prstGeom prst="rect">
            <a:avLst/>
          </a:prstGeom>
        </p:spPr>
        <p:txBody>
          <a:bodyPr lIns="0" tIns="0" rIns="0" bIns="0"/>
          <a:lstStyle>
            <a:lvl1pPr>
              <a:lnSpc>
                <a:spcPct val="90000"/>
              </a:lnSpc>
              <a:defRPr sz="2800">
                <a:solidFill>
                  <a:schemeClr val="tx1"/>
                </a:solidFill>
              </a:defRPr>
            </a:lvl1pPr>
          </a:lstStyle>
          <a:p>
            <a:pPr lvl="0"/>
            <a:r>
              <a:rPr lang="en-US" dirty="0"/>
              <a:t>Title subhead/presenters names, </a:t>
            </a:r>
            <a:br>
              <a:rPr lang="en-US" dirty="0"/>
            </a:br>
            <a:r>
              <a:rPr lang="en-US" dirty="0"/>
              <a:t>one or two lines</a:t>
            </a:r>
          </a:p>
        </p:txBody>
      </p:sp>
      <p:sp>
        <p:nvSpPr>
          <p:cNvPr id="22" name="Text Placeholder 7"/>
          <p:cNvSpPr>
            <a:spLocks noGrp="1"/>
          </p:cNvSpPr>
          <p:nvPr>
            <p:ph type="body" sz="quarter" idx="10" hasCustomPrompt="1"/>
          </p:nvPr>
        </p:nvSpPr>
        <p:spPr>
          <a:xfrm>
            <a:off x="384047" y="5204499"/>
            <a:ext cx="4114800"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spTree>
    <p:extLst>
      <p:ext uri="{BB962C8B-B14F-4D97-AF65-F5344CB8AC3E}">
        <p14:creationId xmlns:p14="http://schemas.microsoft.com/office/powerpoint/2010/main" val="2729551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ver_3 lin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1" cy="6858000"/>
          </a:xfrm>
          <a:prstGeom prst="rect">
            <a:avLst/>
          </a:prstGeom>
        </p:spPr>
      </p:pic>
      <p:sp>
        <p:nvSpPr>
          <p:cNvPr id="8" name="Freeform 7"/>
          <p:cNvSpPr/>
          <p:nvPr userDrawn="1"/>
        </p:nvSpPr>
        <p:spPr>
          <a:xfrm flipH="1" flipV="1">
            <a:off x="1" y="-17420"/>
            <a:ext cx="8130732" cy="6875419"/>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6053933"/>
              <a:gd name="connsiteY0" fmla="*/ 5175181 h 5175181"/>
              <a:gd name="connsiteX1" fmla="*/ 2883458 w 6053933"/>
              <a:gd name="connsiteY1" fmla="*/ 0 h 5175181"/>
              <a:gd name="connsiteX2" fmla="*/ 6053933 w 6053933"/>
              <a:gd name="connsiteY2" fmla="*/ 1755636 h 5175181"/>
              <a:gd name="connsiteX3" fmla="*/ 0 w 6053933"/>
              <a:gd name="connsiteY3" fmla="*/ 5175181 h 5175181"/>
              <a:gd name="connsiteX0" fmla="*/ 0 w 6053933"/>
              <a:gd name="connsiteY0" fmla="*/ 5182329 h 5182329"/>
              <a:gd name="connsiteX1" fmla="*/ 2869075 w 6053933"/>
              <a:gd name="connsiteY1" fmla="*/ 0 h 5182329"/>
              <a:gd name="connsiteX2" fmla="*/ 6053933 w 6053933"/>
              <a:gd name="connsiteY2" fmla="*/ 1762784 h 5182329"/>
              <a:gd name="connsiteX3" fmla="*/ 0 w 6053933"/>
              <a:gd name="connsiteY3" fmla="*/ 5182329 h 5182329"/>
              <a:gd name="connsiteX0" fmla="*/ 0 w 6025167"/>
              <a:gd name="connsiteY0" fmla="*/ 5182329 h 5182329"/>
              <a:gd name="connsiteX1" fmla="*/ 2869075 w 6025167"/>
              <a:gd name="connsiteY1" fmla="*/ 0 h 5182329"/>
              <a:gd name="connsiteX2" fmla="*/ 6025167 w 6025167"/>
              <a:gd name="connsiteY2" fmla="*/ 1905745 h 5182329"/>
              <a:gd name="connsiteX3" fmla="*/ 0 w 6025167"/>
              <a:gd name="connsiteY3" fmla="*/ 5182329 h 5182329"/>
              <a:gd name="connsiteX0" fmla="*/ 0 w 6053933"/>
              <a:gd name="connsiteY0" fmla="*/ 5182329 h 5182329"/>
              <a:gd name="connsiteX1" fmla="*/ 2869075 w 6053933"/>
              <a:gd name="connsiteY1" fmla="*/ 0 h 5182329"/>
              <a:gd name="connsiteX2" fmla="*/ 6053933 w 6053933"/>
              <a:gd name="connsiteY2" fmla="*/ 1905745 h 5182329"/>
              <a:gd name="connsiteX3" fmla="*/ 0 w 6053933"/>
              <a:gd name="connsiteY3" fmla="*/ 5182329 h 5182329"/>
              <a:gd name="connsiteX0" fmla="*/ 0 w 6063522"/>
              <a:gd name="connsiteY0" fmla="*/ 5191860 h 5191860"/>
              <a:gd name="connsiteX1" fmla="*/ 2878664 w 6063522"/>
              <a:gd name="connsiteY1" fmla="*/ 0 h 5191860"/>
              <a:gd name="connsiteX2" fmla="*/ 6063522 w 6063522"/>
              <a:gd name="connsiteY2" fmla="*/ 1905745 h 5191860"/>
              <a:gd name="connsiteX3" fmla="*/ 0 w 6063522"/>
              <a:gd name="connsiteY3" fmla="*/ 5191860 h 5191860"/>
              <a:gd name="connsiteX0" fmla="*/ 0 w 6073111"/>
              <a:gd name="connsiteY0" fmla="*/ 5191860 h 5191860"/>
              <a:gd name="connsiteX1" fmla="*/ 2878664 w 6073111"/>
              <a:gd name="connsiteY1" fmla="*/ 0 h 5191860"/>
              <a:gd name="connsiteX2" fmla="*/ 6073111 w 6073111"/>
              <a:gd name="connsiteY2" fmla="*/ 1915276 h 5191860"/>
              <a:gd name="connsiteX3" fmla="*/ 0 w 6073111"/>
              <a:gd name="connsiteY3" fmla="*/ 5191860 h 5191860"/>
              <a:gd name="connsiteX0" fmla="*/ 0 w 6073111"/>
              <a:gd name="connsiteY0" fmla="*/ 5201391 h 5201391"/>
              <a:gd name="connsiteX1" fmla="*/ 2888253 w 6073111"/>
              <a:gd name="connsiteY1" fmla="*/ 0 h 5201391"/>
              <a:gd name="connsiteX2" fmla="*/ 6073111 w 6073111"/>
              <a:gd name="connsiteY2" fmla="*/ 1924807 h 5201391"/>
              <a:gd name="connsiteX3" fmla="*/ 0 w 6073111"/>
              <a:gd name="connsiteY3" fmla="*/ 5201391 h 5201391"/>
              <a:gd name="connsiteX0" fmla="*/ 0 w 6073111"/>
              <a:gd name="connsiteY0" fmla="*/ 5201391 h 5201391"/>
              <a:gd name="connsiteX1" fmla="*/ 2888253 w 6073111"/>
              <a:gd name="connsiteY1" fmla="*/ 0 h 5201391"/>
              <a:gd name="connsiteX2" fmla="*/ 6073111 w 6073111"/>
              <a:gd name="connsiteY2" fmla="*/ 1739869 h 5201391"/>
              <a:gd name="connsiteX3" fmla="*/ 0 w 6073111"/>
              <a:gd name="connsiteY3" fmla="*/ 5201391 h 5201391"/>
              <a:gd name="connsiteX0" fmla="*/ 0 w 6073111"/>
              <a:gd name="connsiteY0" fmla="*/ 5201391 h 5201391"/>
              <a:gd name="connsiteX1" fmla="*/ 2973730 w 6073111"/>
              <a:gd name="connsiteY1" fmla="*/ 0 h 5201391"/>
              <a:gd name="connsiteX2" fmla="*/ 6073111 w 6073111"/>
              <a:gd name="connsiteY2" fmla="*/ 1739869 h 5201391"/>
              <a:gd name="connsiteX3" fmla="*/ 0 w 6073111"/>
              <a:gd name="connsiteY3" fmla="*/ 5201391 h 5201391"/>
              <a:gd name="connsiteX0" fmla="*/ 0 w 6112562"/>
              <a:gd name="connsiteY0" fmla="*/ 5201391 h 5201391"/>
              <a:gd name="connsiteX1" fmla="*/ 3013181 w 6112562"/>
              <a:gd name="connsiteY1" fmla="*/ 0 h 5201391"/>
              <a:gd name="connsiteX2" fmla="*/ 6112562 w 6112562"/>
              <a:gd name="connsiteY2" fmla="*/ 1739869 h 5201391"/>
              <a:gd name="connsiteX3" fmla="*/ 0 w 6112562"/>
              <a:gd name="connsiteY3" fmla="*/ 5201391 h 5201391"/>
              <a:gd name="connsiteX0" fmla="*/ 0 w 6138863"/>
              <a:gd name="connsiteY0" fmla="*/ 5214602 h 5214602"/>
              <a:gd name="connsiteX1" fmla="*/ 3039482 w 6138863"/>
              <a:gd name="connsiteY1" fmla="*/ 0 h 5214602"/>
              <a:gd name="connsiteX2" fmla="*/ 6138863 w 6138863"/>
              <a:gd name="connsiteY2" fmla="*/ 1739869 h 5214602"/>
              <a:gd name="connsiteX3" fmla="*/ 0 w 6138863"/>
              <a:gd name="connsiteY3" fmla="*/ 5214602 h 5214602"/>
            </a:gdLst>
            <a:ahLst/>
            <a:cxnLst>
              <a:cxn ang="0">
                <a:pos x="connsiteX0" y="connsiteY0"/>
              </a:cxn>
              <a:cxn ang="0">
                <a:pos x="connsiteX1" y="connsiteY1"/>
              </a:cxn>
              <a:cxn ang="0">
                <a:pos x="connsiteX2" y="connsiteY2"/>
              </a:cxn>
              <a:cxn ang="0">
                <a:pos x="connsiteX3" y="connsiteY3"/>
              </a:cxn>
            </a:cxnLst>
            <a:rect l="l" t="t" r="r" b="b"/>
            <a:pathLst>
              <a:path w="6138863" h="5214602">
                <a:moveTo>
                  <a:pt x="0" y="5214602"/>
                </a:moveTo>
                <a:lnTo>
                  <a:pt x="3039482" y="0"/>
                </a:lnTo>
                <a:lnTo>
                  <a:pt x="6138863" y="1739869"/>
                </a:lnTo>
                <a:lnTo>
                  <a:pt x="0" y="5214602"/>
                </a:lnTo>
                <a:close/>
              </a:path>
            </a:pathLst>
          </a:custGeom>
          <a:gradFill flip="none" rotWithShape="1">
            <a:gsLst>
              <a:gs pos="52000">
                <a:schemeClr val="accent2"/>
              </a:gs>
              <a:gs pos="100000">
                <a:schemeClr val="accent1"/>
              </a:gs>
              <a:gs pos="20000">
                <a:schemeClr val="accent3"/>
              </a:gs>
            </a:gsLst>
            <a:lin ang="7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5593" y="1652428"/>
            <a:ext cx="11468909" cy="1994392"/>
          </a:xfrm>
          <a:prstGeom prst="rect">
            <a:avLst/>
          </a:prstGeom>
        </p:spPr>
        <p:txBody>
          <a:bodyPr vert="horz" wrap="square" lIns="0" tIns="0" rIns="0" bIns="0" anchor="t" anchorCtr="0">
            <a:noAutofit/>
          </a:bodyPr>
          <a:lstStyle>
            <a:lvl1pPr algn="l">
              <a:lnSpc>
                <a:spcPct val="80000"/>
              </a:lnSpc>
              <a:defRPr sz="7200" b="0">
                <a:solidFill>
                  <a:schemeClr val="tx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pic>
        <p:nvPicPr>
          <p:cNvPr id="38" name="Picture 3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
        <p:nvSpPr>
          <p:cNvPr id="22" name="Text Placeholder 7"/>
          <p:cNvSpPr>
            <a:spLocks noGrp="1"/>
          </p:cNvSpPr>
          <p:nvPr>
            <p:ph type="body" sz="quarter" idx="10" hasCustomPrompt="1"/>
          </p:nvPr>
        </p:nvSpPr>
        <p:spPr>
          <a:xfrm>
            <a:off x="384047" y="3895344"/>
            <a:ext cx="4114800"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dirty="0"/>
              <a:t>Date</a:t>
            </a:r>
          </a:p>
        </p:txBody>
      </p:sp>
    </p:spTree>
    <p:extLst>
      <p:ext uri="{BB962C8B-B14F-4D97-AF65-F5344CB8AC3E}">
        <p14:creationId xmlns:p14="http://schemas.microsoft.com/office/powerpoint/2010/main" val="2077706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ver_4 line/subhead">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1" cy="6858000"/>
          </a:xfrm>
          <a:prstGeom prst="rect">
            <a:avLst/>
          </a:prstGeom>
        </p:spPr>
      </p:pic>
      <p:sp>
        <p:nvSpPr>
          <p:cNvPr id="10" name="Freeform 9"/>
          <p:cNvSpPr/>
          <p:nvPr userDrawn="1"/>
        </p:nvSpPr>
        <p:spPr>
          <a:xfrm flipH="1" flipV="1">
            <a:off x="-8709" y="-8709"/>
            <a:ext cx="8136266" cy="6875416"/>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3202595"/>
              <a:gd name="connsiteY0" fmla="*/ 5189477 h 5189477"/>
              <a:gd name="connsiteX1" fmla="*/ 10681 w 3202595"/>
              <a:gd name="connsiteY1" fmla="*/ 0 h 5189477"/>
              <a:gd name="connsiteX2" fmla="*/ 3202595 w 3202595"/>
              <a:gd name="connsiteY2" fmla="*/ 1769932 h 5189477"/>
              <a:gd name="connsiteX3" fmla="*/ 0 w 3202595"/>
              <a:gd name="connsiteY3" fmla="*/ 5189477 h 5189477"/>
              <a:gd name="connsiteX0" fmla="*/ 2962146 w 6164741"/>
              <a:gd name="connsiteY0" fmla="*/ 5403918 h 5403918"/>
              <a:gd name="connsiteX1" fmla="*/ 3 w 6164741"/>
              <a:gd name="connsiteY1" fmla="*/ 0 h 5403918"/>
              <a:gd name="connsiteX2" fmla="*/ 6164741 w 6164741"/>
              <a:gd name="connsiteY2" fmla="*/ 1984373 h 5403918"/>
              <a:gd name="connsiteX3" fmla="*/ 2962146 w 6164741"/>
              <a:gd name="connsiteY3" fmla="*/ 5403918 h 5403918"/>
              <a:gd name="connsiteX0" fmla="*/ 2962143 w 6164738"/>
              <a:gd name="connsiteY0" fmla="*/ 5403918 h 5403918"/>
              <a:gd name="connsiteX1" fmla="*/ 0 w 6164738"/>
              <a:gd name="connsiteY1" fmla="*/ 0 h 5403918"/>
              <a:gd name="connsiteX2" fmla="*/ 6164738 w 6164738"/>
              <a:gd name="connsiteY2" fmla="*/ 1984373 h 5403918"/>
              <a:gd name="connsiteX3" fmla="*/ 2962143 w 6164738"/>
              <a:gd name="connsiteY3" fmla="*/ 5403918 h 5403918"/>
              <a:gd name="connsiteX0" fmla="*/ 2962143 w 6164738"/>
              <a:gd name="connsiteY0" fmla="*/ 5403918 h 5403918"/>
              <a:gd name="connsiteX1" fmla="*/ 0 w 6164738"/>
              <a:gd name="connsiteY1" fmla="*/ 0 h 5403918"/>
              <a:gd name="connsiteX2" fmla="*/ 6164738 w 6164738"/>
              <a:gd name="connsiteY2" fmla="*/ 1984373 h 5403918"/>
              <a:gd name="connsiteX3" fmla="*/ 2962143 w 6164738"/>
              <a:gd name="connsiteY3" fmla="*/ 5403918 h 5403918"/>
              <a:gd name="connsiteX0" fmla="*/ 2819219 w 6021814"/>
              <a:gd name="connsiteY0" fmla="*/ 5189477 h 5189477"/>
              <a:gd name="connsiteX1" fmla="*/ 0 w 6021814"/>
              <a:gd name="connsiteY1" fmla="*/ 0 h 5189477"/>
              <a:gd name="connsiteX2" fmla="*/ 6021814 w 6021814"/>
              <a:gd name="connsiteY2" fmla="*/ 1769932 h 5189477"/>
              <a:gd name="connsiteX3" fmla="*/ 2819219 w 6021814"/>
              <a:gd name="connsiteY3" fmla="*/ 5189477 h 5189477"/>
              <a:gd name="connsiteX0" fmla="*/ 2819219 w 6007522"/>
              <a:gd name="connsiteY0" fmla="*/ 5189477 h 5189477"/>
              <a:gd name="connsiteX1" fmla="*/ 0 w 6007522"/>
              <a:gd name="connsiteY1" fmla="*/ 0 h 5189477"/>
              <a:gd name="connsiteX2" fmla="*/ 6007522 w 6007522"/>
              <a:gd name="connsiteY2" fmla="*/ 3299613 h 5189477"/>
              <a:gd name="connsiteX3" fmla="*/ 2819219 w 6007522"/>
              <a:gd name="connsiteY3" fmla="*/ 5189477 h 5189477"/>
              <a:gd name="connsiteX0" fmla="*/ 2819219 w 6021814"/>
              <a:gd name="connsiteY0" fmla="*/ 5189477 h 5189477"/>
              <a:gd name="connsiteX1" fmla="*/ 0 w 6021814"/>
              <a:gd name="connsiteY1" fmla="*/ 0 h 5189477"/>
              <a:gd name="connsiteX2" fmla="*/ 6021814 w 6021814"/>
              <a:gd name="connsiteY2" fmla="*/ 3385390 h 5189477"/>
              <a:gd name="connsiteX3" fmla="*/ 2819219 w 6021814"/>
              <a:gd name="connsiteY3" fmla="*/ 5189477 h 5189477"/>
              <a:gd name="connsiteX0" fmla="*/ 2862096 w 6021814"/>
              <a:gd name="connsiteY0" fmla="*/ 5189477 h 5189477"/>
              <a:gd name="connsiteX1" fmla="*/ 0 w 6021814"/>
              <a:gd name="connsiteY1" fmla="*/ 0 h 5189477"/>
              <a:gd name="connsiteX2" fmla="*/ 6021814 w 6021814"/>
              <a:gd name="connsiteY2" fmla="*/ 3385390 h 5189477"/>
              <a:gd name="connsiteX3" fmla="*/ 2862096 w 6021814"/>
              <a:gd name="connsiteY3" fmla="*/ 5189477 h 5189477"/>
              <a:gd name="connsiteX0" fmla="*/ 2862096 w 6021814"/>
              <a:gd name="connsiteY0" fmla="*/ 5189477 h 5189477"/>
              <a:gd name="connsiteX1" fmla="*/ 0 w 6021814"/>
              <a:gd name="connsiteY1" fmla="*/ 0 h 5189477"/>
              <a:gd name="connsiteX2" fmla="*/ 6021814 w 6021814"/>
              <a:gd name="connsiteY2" fmla="*/ 3385390 h 5189477"/>
              <a:gd name="connsiteX3" fmla="*/ 2862096 w 6021814"/>
              <a:gd name="connsiteY3" fmla="*/ 5189477 h 5189477"/>
              <a:gd name="connsiteX0" fmla="*/ 2862096 w 5993229"/>
              <a:gd name="connsiteY0" fmla="*/ 5189477 h 5189477"/>
              <a:gd name="connsiteX1" fmla="*/ 0 w 5993229"/>
              <a:gd name="connsiteY1" fmla="*/ 0 h 5189477"/>
              <a:gd name="connsiteX2" fmla="*/ 5993229 w 5993229"/>
              <a:gd name="connsiteY2" fmla="*/ 3394921 h 5189477"/>
              <a:gd name="connsiteX3" fmla="*/ 2862096 w 5993229"/>
              <a:gd name="connsiteY3" fmla="*/ 5189477 h 5189477"/>
              <a:gd name="connsiteX0" fmla="*/ 2940500 w 5993229"/>
              <a:gd name="connsiteY0" fmla="*/ 5196067 h 5196067"/>
              <a:gd name="connsiteX1" fmla="*/ 0 w 5993229"/>
              <a:gd name="connsiteY1" fmla="*/ 0 h 5196067"/>
              <a:gd name="connsiteX2" fmla="*/ 5993229 w 5993229"/>
              <a:gd name="connsiteY2" fmla="*/ 3394921 h 5196067"/>
              <a:gd name="connsiteX3" fmla="*/ 2940500 w 5993229"/>
              <a:gd name="connsiteY3" fmla="*/ 5196067 h 5196067"/>
              <a:gd name="connsiteX0" fmla="*/ 2940500 w 5999763"/>
              <a:gd name="connsiteY0" fmla="*/ 5196067 h 5196067"/>
              <a:gd name="connsiteX1" fmla="*/ 0 w 5999763"/>
              <a:gd name="connsiteY1" fmla="*/ 0 h 5196067"/>
              <a:gd name="connsiteX2" fmla="*/ 5999763 w 5999763"/>
              <a:gd name="connsiteY2" fmla="*/ 3467409 h 5196067"/>
              <a:gd name="connsiteX3" fmla="*/ 2940500 w 5999763"/>
              <a:gd name="connsiteY3" fmla="*/ 5196067 h 5196067"/>
              <a:gd name="connsiteX0" fmla="*/ 3045039 w 6104302"/>
              <a:gd name="connsiteY0" fmla="*/ 5202656 h 5202656"/>
              <a:gd name="connsiteX1" fmla="*/ 0 w 6104302"/>
              <a:gd name="connsiteY1" fmla="*/ 0 h 5202656"/>
              <a:gd name="connsiteX2" fmla="*/ 6104302 w 6104302"/>
              <a:gd name="connsiteY2" fmla="*/ 3473998 h 5202656"/>
              <a:gd name="connsiteX3" fmla="*/ 3045039 w 6104302"/>
              <a:gd name="connsiteY3" fmla="*/ 5202656 h 5202656"/>
            </a:gdLst>
            <a:ahLst/>
            <a:cxnLst>
              <a:cxn ang="0">
                <a:pos x="connsiteX0" y="connsiteY0"/>
              </a:cxn>
              <a:cxn ang="0">
                <a:pos x="connsiteX1" y="connsiteY1"/>
              </a:cxn>
              <a:cxn ang="0">
                <a:pos x="connsiteX2" y="connsiteY2"/>
              </a:cxn>
              <a:cxn ang="0">
                <a:pos x="connsiteX3" y="connsiteY3"/>
              </a:cxn>
            </a:cxnLst>
            <a:rect l="l" t="t" r="r" b="b"/>
            <a:pathLst>
              <a:path w="6104302" h="5202656">
                <a:moveTo>
                  <a:pt x="3045039" y="5202656"/>
                </a:moveTo>
                <a:cubicBezTo>
                  <a:pt x="3034307" y="5174064"/>
                  <a:pt x="10732" y="42888"/>
                  <a:pt x="0" y="0"/>
                </a:cubicBezTo>
                <a:lnTo>
                  <a:pt x="6104302" y="3473998"/>
                </a:lnTo>
                <a:lnTo>
                  <a:pt x="3045039" y="5202656"/>
                </a:lnTo>
                <a:close/>
              </a:path>
            </a:pathLst>
          </a:custGeom>
          <a:gradFill flip="none" rotWithShape="1">
            <a:gsLst>
              <a:gs pos="22000">
                <a:schemeClr val="accent3"/>
              </a:gs>
              <a:gs pos="51000">
                <a:schemeClr val="accent2"/>
              </a:gs>
              <a:gs pos="98374">
                <a:schemeClr val="accent1"/>
              </a:gs>
            </a:gsLst>
            <a:lin ang="13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3035" y="1655791"/>
            <a:ext cx="11468909" cy="1994392"/>
          </a:xfrm>
          <a:prstGeom prst="rect">
            <a:avLst/>
          </a:prstGeom>
        </p:spPr>
        <p:txBody>
          <a:bodyPr vert="horz" wrap="square" lIns="0" tIns="0" rIns="0" bIns="0" anchor="t" anchorCtr="0">
            <a:noAutofit/>
          </a:bodyPr>
          <a:lstStyle>
            <a:lvl1pPr algn="l">
              <a:lnSpc>
                <a:spcPct val="80000"/>
              </a:lnSpc>
              <a:defRPr sz="7200" b="0">
                <a:solidFill>
                  <a:schemeClr val="tx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sp>
        <p:nvSpPr>
          <p:cNvPr id="43" name="Text Placeholder 7"/>
          <p:cNvSpPr>
            <a:spLocks noGrp="1"/>
          </p:cNvSpPr>
          <p:nvPr>
            <p:ph type="body" sz="quarter" idx="10" hasCustomPrompt="1"/>
          </p:nvPr>
        </p:nvSpPr>
        <p:spPr>
          <a:xfrm>
            <a:off x="384048" y="5204499"/>
            <a:ext cx="1978025"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sp>
        <p:nvSpPr>
          <p:cNvPr id="6" name="Text Placeholder 5"/>
          <p:cNvSpPr>
            <a:spLocks noGrp="1"/>
          </p:cNvSpPr>
          <p:nvPr>
            <p:ph type="body" sz="quarter" idx="12" hasCustomPrompt="1"/>
          </p:nvPr>
        </p:nvSpPr>
        <p:spPr>
          <a:xfrm>
            <a:off x="384048" y="3895344"/>
            <a:ext cx="9514682" cy="864848"/>
          </a:xfrm>
          <a:prstGeom prst="rect">
            <a:avLst/>
          </a:prstGeom>
        </p:spPr>
        <p:txBody>
          <a:bodyPr lIns="0" tIns="0" rIns="0" bIns="0"/>
          <a:lstStyle>
            <a:lvl1pPr>
              <a:lnSpc>
                <a:spcPct val="90000"/>
              </a:lnSpc>
              <a:defRPr sz="2800">
                <a:solidFill>
                  <a:schemeClr val="tx1"/>
                </a:solidFill>
              </a:defRPr>
            </a:lvl1pPr>
          </a:lstStyle>
          <a:p>
            <a:pPr lvl="0"/>
            <a:r>
              <a:rPr lang="en-US" dirty="0"/>
              <a:t>Title subhead/presenters names, </a:t>
            </a:r>
            <a:br>
              <a:rPr lang="en-US" dirty="0"/>
            </a:br>
            <a:r>
              <a:rPr lang="en-US" dirty="0"/>
              <a:t>one or two lines</a:t>
            </a:r>
          </a:p>
        </p:txBody>
      </p:sp>
      <p:pic>
        <p:nvPicPr>
          <p:cNvPr id="34" name="Picture 3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1141338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ver_4 line">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1" cy="6858000"/>
          </a:xfrm>
          <a:prstGeom prst="rect">
            <a:avLst/>
          </a:prstGeom>
        </p:spPr>
      </p:pic>
      <p:sp>
        <p:nvSpPr>
          <p:cNvPr id="10" name="Freeform 9"/>
          <p:cNvSpPr/>
          <p:nvPr userDrawn="1"/>
        </p:nvSpPr>
        <p:spPr>
          <a:xfrm flipH="1" flipV="1">
            <a:off x="-8709" y="-8709"/>
            <a:ext cx="8136266" cy="6875416"/>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3202595"/>
              <a:gd name="connsiteY0" fmla="*/ 5189477 h 5189477"/>
              <a:gd name="connsiteX1" fmla="*/ 10681 w 3202595"/>
              <a:gd name="connsiteY1" fmla="*/ 0 h 5189477"/>
              <a:gd name="connsiteX2" fmla="*/ 3202595 w 3202595"/>
              <a:gd name="connsiteY2" fmla="*/ 1769932 h 5189477"/>
              <a:gd name="connsiteX3" fmla="*/ 0 w 3202595"/>
              <a:gd name="connsiteY3" fmla="*/ 5189477 h 5189477"/>
              <a:gd name="connsiteX0" fmla="*/ 2962146 w 6164741"/>
              <a:gd name="connsiteY0" fmla="*/ 5403918 h 5403918"/>
              <a:gd name="connsiteX1" fmla="*/ 3 w 6164741"/>
              <a:gd name="connsiteY1" fmla="*/ 0 h 5403918"/>
              <a:gd name="connsiteX2" fmla="*/ 6164741 w 6164741"/>
              <a:gd name="connsiteY2" fmla="*/ 1984373 h 5403918"/>
              <a:gd name="connsiteX3" fmla="*/ 2962146 w 6164741"/>
              <a:gd name="connsiteY3" fmla="*/ 5403918 h 5403918"/>
              <a:gd name="connsiteX0" fmla="*/ 2962143 w 6164738"/>
              <a:gd name="connsiteY0" fmla="*/ 5403918 h 5403918"/>
              <a:gd name="connsiteX1" fmla="*/ 0 w 6164738"/>
              <a:gd name="connsiteY1" fmla="*/ 0 h 5403918"/>
              <a:gd name="connsiteX2" fmla="*/ 6164738 w 6164738"/>
              <a:gd name="connsiteY2" fmla="*/ 1984373 h 5403918"/>
              <a:gd name="connsiteX3" fmla="*/ 2962143 w 6164738"/>
              <a:gd name="connsiteY3" fmla="*/ 5403918 h 5403918"/>
              <a:gd name="connsiteX0" fmla="*/ 2962143 w 6164738"/>
              <a:gd name="connsiteY0" fmla="*/ 5403918 h 5403918"/>
              <a:gd name="connsiteX1" fmla="*/ 0 w 6164738"/>
              <a:gd name="connsiteY1" fmla="*/ 0 h 5403918"/>
              <a:gd name="connsiteX2" fmla="*/ 6164738 w 6164738"/>
              <a:gd name="connsiteY2" fmla="*/ 1984373 h 5403918"/>
              <a:gd name="connsiteX3" fmla="*/ 2962143 w 6164738"/>
              <a:gd name="connsiteY3" fmla="*/ 5403918 h 5403918"/>
              <a:gd name="connsiteX0" fmla="*/ 2819219 w 6021814"/>
              <a:gd name="connsiteY0" fmla="*/ 5189477 h 5189477"/>
              <a:gd name="connsiteX1" fmla="*/ 0 w 6021814"/>
              <a:gd name="connsiteY1" fmla="*/ 0 h 5189477"/>
              <a:gd name="connsiteX2" fmla="*/ 6021814 w 6021814"/>
              <a:gd name="connsiteY2" fmla="*/ 1769932 h 5189477"/>
              <a:gd name="connsiteX3" fmla="*/ 2819219 w 6021814"/>
              <a:gd name="connsiteY3" fmla="*/ 5189477 h 5189477"/>
              <a:gd name="connsiteX0" fmla="*/ 2819219 w 6007522"/>
              <a:gd name="connsiteY0" fmla="*/ 5189477 h 5189477"/>
              <a:gd name="connsiteX1" fmla="*/ 0 w 6007522"/>
              <a:gd name="connsiteY1" fmla="*/ 0 h 5189477"/>
              <a:gd name="connsiteX2" fmla="*/ 6007522 w 6007522"/>
              <a:gd name="connsiteY2" fmla="*/ 3299613 h 5189477"/>
              <a:gd name="connsiteX3" fmla="*/ 2819219 w 6007522"/>
              <a:gd name="connsiteY3" fmla="*/ 5189477 h 5189477"/>
              <a:gd name="connsiteX0" fmla="*/ 2819219 w 6021814"/>
              <a:gd name="connsiteY0" fmla="*/ 5189477 h 5189477"/>
              <a:gd name="connsiteX1" fmla="*/ 0 w 6021814"/>
              <a:gd name="connsiteY1" fmla="*/ 0 h 5189477"/>
              <a:gd name="connsiteX2" fmla="*/ 6021814 w 6021814"/>
              <a:gd name="connsiteY2" fmla="*/ 3385390 h 5189477"/>
              <a:gd name="connsiteX3" fmla="*/ 2819219 w 6021814"/>
              <a:gd name="connsiteY3" fmla="*/ 5189477 h 5189477"/>
              <a:gd name="connsiteX0" fmla="*/ 2862096 w 6021814"/>
              <a:gd name="connsiteY0" fmla="*/ 5189477 h 5189477"/>
              <a:gd name="connsiteX1" fmla="*/ 0 w 6021814"/>
              <a:gd name="connsiteY1" fmla="*/ 0 h 5189477"/>
              <a:gd name="connsiteX2" fmla="*/ 6021814 w 6021814"/>
              <a:gd name="connsiteY2" fmla="*/ 3385390 h 5189477"/>
              <a:gd name="connsiteX3" fmla="*/ 2862096 w 6021814"/>
              <a:gd name="connsiteY3" fmla="*/ 5189477 h 5189477"/>
              <a:gd name="connsiteX0" fmla="*/ 2862096 w 6021814"/>
              <a:gd name="connsiteY0" fmla="*/ 5189477 h 5189477"/>
              <a:gd name="connsiteX1" fmla="*/ 0 w 6021814"/>
              <a:gd name="connsiteY1" fmla="*/ 0 h 5189477"/>
              <a:gd name="connsiteX2" fmla="*/ 6021814 w 6021814"/>
              <a:gd name="connsiteY2" fmla="*/ 3385390 h 5189477"/>
              <a:gd name="connsiteX3" fmla="*/ 2862096 w 6021814"/>
              <a:gd name="connsiteY3" fmla="*/ 5189477 h 5189477"/>
              <a:gd name="connsiteX0" fmla="*/ 2862096 w 5993229"/>
              <a:gd name="connsiteY0" fmla="*/ 5189477 h 5189477"/>
              <a:gd name="connsiteX1" fmla="*/ 0 w 5993229"/>
              <a:gd name="connsiteY1" fmla="*/ 0 h 5189477"/>
              <a:gd name="connsiteX2" fmla="*/ 5993229 w 5993229"/>
              <a:gd name="connsiteY2" fmla="*/ 3394921 h 5189477"/>
              <a:gd name="connsiteX3" fmla="*/ 2862096 w 5993229"/>
              <a:gd name="connsiteY3" fmla="*/ 5189477 h 5189477"/>
              <a:gd name="connsiteX0" fmla="*/ 2940500 w 5993229"/>
              <a:gd name="connsiteY0" fmla="*/ 5196067 h 5196067"/>
              <a:gd name="connsiteX1" fmla="*/ 0 w 5993229"/>
              <a:gd name="connsiteY1" fmla="*/ 0 h 5196067"/>
              <a:gd name="connsiteX2" fmla="*/ 5993229 w 5993229"/>
              <a:gd name="connsiteY2" fmla="*/ 3394921 h 5196067"/>
              <a:gd name="connsiteX3" fmla="*/ 2940500 w 5993229"/>
              <a:gd name="connsiteY3" fmla="*/ 5196067 h 5196067"/>
              <a:gd name="connsiteX0" fmla="*/ 2940500 w 5999763"/>
              <a:gd name="connsiteY0" fmla="*/ 5196067 h 5196067"/>
              <a:gd name="connsiteX1" fmla="*/ 0 w 5999763"/>
              <a:gd name="connsiteY1" fmla="*/ 0 h 5196067"/>
              <a:gd name="connsiteX2" fmla="*/ 5999763 w 5999763"/>
              <a:gd name="connsiteY2" fmla="*/ 3467409 h 5196067"/>
              <a:gd name="connsiteX3" fmla="*/ 2940500 w 5999763"/>
              <a:gd name="connsiteY3" fmla="*/ 5196067 h 5196067"/>
              <a:gd name="connsiteX0" fmla="*/ 3045039 w 6104302"/>
              <a:gd name="connsiteY0" fmla="*/ 5202656 h 5202656"/>
              <a:gd name="connsiteX1" fmla="*/ 0 w 6104302"/>
              <a:gd name="connsiteY1" fmla="*/ 0 h 5202656"/>
              <a:gd name="connsiteX2" fmla="*/ 6104302 w 6104302"/>
              <a:gd name="connsiteY2" fmla="*/ 3473998 h 5202656"/>
              <a:gd name="connsiteX3" fmla="*/ 3045039 w 6104302"/>
              <a:gd name="connsiteY3" fmla="*/ 5202656 h 5202656"/>
            </a:gdLst>
            <a:ahLst/>
            <a:cxnLst>
              <a:cxn ang="0">
                <a:pos x="connsiteX0" y="connsiteY0"/>
              </a:cxn>
              <a:cxn ang="0">
                <a:pos x="connsiteX1" y="connsiteY1"/>
              </a:cxn>
              <a:cxn ang="0">
                <a:pos x="connsiteX2" y="connsiteY2"/>
              </a:cxn>
              <a:cxn ang="0">
                <a:pos x="connsiteX3" y="connsiteY3"/>
              </a:cxn>
            </a:cxnLst>
            <a:rect l="l" t="t" r="r" b="b"/>
            <a:pathLst>
              <a:path w="6104302" h="5202656">
                <a:moveTo>
                  <a:pt x="3045039" y="5202656"/>
                </a:moveTo>
                <a:cubicBezTo>
                  <a:pt x="3034307" y="5174064"/>
                  <a:pt x="10732" y="42888"/>
                  <a:pt x="0" y="0"/>
                </a:cubicBezTo>
                <a:lnTo>
                  <a:pt x="6104302" y="3473998"/>
                </a:lnTo>
                <a:lnTo>
                  <a:pt x="3045039" y="5202656"/>
                </a:lnTo>
                <a:close/>
              </a:path>
            </a:pathLst>
          </a:custGeom>
          <a:gradFill flip="none" rotWithShape="1">
            <a:gsLst>
              <a:gs pos="22000">
                <a:schemeClr val="accent3"/>
              </a:gs>
              <a:gs pos="51000">
                <a:schemeClr val="accent2"/>
              </a:gs>
              <a:gs pos="98374">
                <a:schemeClr val="accent1"/>
              </a:gs>
            </a:gsLst>
            <a:lin ang="13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3035" y="1655791"/>
            <a:ext cx="11468909" cy="1994392"/>
          </a:xfrm>
          <a:prstGeom prst="rect">
            <a:avLst/>
          </a:prstGeom>
        </p:spPr>
        <p:txBody>
          <a:bodyPr vert="horz" wrap="square" lIns="0" tIns="0" rIns="0" bIns="0" anchor="t" anchorCtr="0">
            <a:noAutofit/>
          </a:bodyPr>
          <a:lstStyle>
            <a:lvl1pPr algn="l">
              <a:lnSpc>
                <a:spcPct val="80000"/>
              </a:lnSpc>
              <a:defRPr sz="7200" b="0">
                <a:solidFill>
                  <a:schemeClr val="tx1"/>
                </a:solidFill>
                <a:latin typeface="3M Circular TT Bold" panose="020B0804020101010102" pitchFamily="34" charset="0"/>
                <a:cs typeface="3M Circular TT Bold" panose="020B0804020101010102" pitchFamily="34" charset="0"/>
              </a:defRPr>
            </a:lvl1pPr>
          </a:lstStyle>
          <a:p>
            <a:r>
              <a:rPr lang="en-US" dirty="0"/>
              <a:t>Two line title</a:t>
            </a:r>
            <a:br>
              <a:rPr lang="en-US" dirty="0"/>
            </a:br>
            <a:r>
              <a:rPr lang="en-US" dirty="0"/>
              <a:t>goes here</a:t>
            </a:r>
            <a:endParaRPr lang="en-GB" dirty="0"/>
          </a:p>
        </p:txBody>
      </p:sp>
      <p:sp>
        <p:nvSpPr>
          <p:cNvPr id="43" name="Text Placeholder 7"/>
          <p:cNvSpPr>
            <a:spLocks noGrp="1"/>
          </p:cNvSpPr>
          <p:nvPr>
            <p:ph type="body" sz="quarter" idx="10" hasCustomPrompt="1"/>
          </p:nvPr>
        </p:nvSpPr>
        <p:spPr>
          <a:xfrm>
            <a:off x="384047" y="3895344"/>
            <a:ext cx="4114800"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pic>
        <p:nvPicPr>
          <p:cNvPr id="34" name="Picture 3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988700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ver_5 line/subhead">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1" cy="6867524"/>
          </a:xfrm>
          <a:prstGeom prst="rect">
            <a:avLst/>
          </a:prstGeom>
        </p:spPr>
      </p:pic>
      <p:pic>
        <p:nvPicPr>
          <p:cNvPr id="34" name="Picture 3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grpSp>
        <p:nvGrpSpPr>
          <p:cNvPr id="31" name="Group 30"/>
          <p:cNvGrpSpPr/>
          <p:nvPr userDrawn="1"/>
        </p:nvGrpSpPr>
        <p:grpSpPr>
          <a:xfrm>
            <a:off x="6095262" y="0"/>
            <a:ext cx="6101116" cy="6858864"/>
            <a:chOff x="6095262" y="0"/>
            <a:chExt cx="6101116" cy="6858864"/>
          </a:xfrm>
        </p:grpSpPr>
        <p:sp>
          <p:nvSpPr>
            <p:cNvPr id="8" name="Freeform 7"/>
            <p:cNvSpPr/>
            <p:nvPr userDrawn="1"/>
          </p:nvSpPr>
          <p:spPr>
            <a:xfrm>
              <a:off x="6105525" y="0"/>
              <a:ext cx="6082158" cy="6858000"/>
            </a:xfrm>
            <a:custGeom>
              <a:avLst/>
              <a:gdLst>
                <a:gd name="connsiteX0" fmla="*/ 6096000 w 6096000"/>
                <a:gd name="connsiteY0" fmla="*/ 0 h 6867525"/>
                <a:gd name="connsiteX1" fmla="*/ 0 w 6096000"/>
                <a:gd name="connsiteY1" fmla="*/ 9525 h 6867525"/>
                <a:gd name="connsiteX2" fmla="*/ 3362325 w 6096000"/>
                <a:gd name="connsiteY2" fmla="*/ 6867525 h 6867525"/>
                <a:gd name="connsiteX3" fmla="*/ 6096000 w 6096000"/>
                <a:gd name="connsiteY3" fmla="*/ 6858000 h 6867525"/>
                <a:gd name="connsiteX4" fmla="*/ 6096000 w 6096000"/>
                <a:gd name="connsiteY4" fmla="*/ 0 h 686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525">
                  <a:moveTo>
                    <a:pt x="6096000" y="0"/>
                  </a:moveTo>
                  <a:lnTo>
                    <a:pt x="0" y="9525"/>
                  </a:lnTo>
                  <a:lnTo>
                    <a:pt x="3362325" y="6867525"/>
                  </a:lnTo>
                  <a:lnTo>
                    <a:pt x="6096000" y="6858000"/>
                  </a:lnTo>
                  <a:lnTo>
                    <a:pt x="609600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3" name="Freeform 32"/>
            <p:cNvSpPr/>
            <p:nvPr userDrawn="1"/>
          </p:nvSpPr>
          <p:spPr>
            <a:xfrm flipH="1">
              <a:off x="6099048" y="0"/>
              <a:ext cx="6096736" cy="4569416"/>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 name="connsiteX0" fmla="*/ 2623 w 3395129"/>
                <a:gd name="connsiteY0" fmla="*/ 652 h 3446751"/>
                <a:gd name="connsiteX1" fmla="*/ 0 w 3395129"/>
                <a:gd name="connsiteY1" fmla="*/ 3446751 h 3446751"/>
                <a:gd name="connsiteX2" fmla="*/ 3395129 w 3395129"/>
                <a:gd name="connsiteY2" fmla="*/ 0 h 3446751"/>
                <a:gd name="connsiteX3" fmla="*/ 2623 w 3395129"/>
                <a:gd name="connsiteY3" fmla="*/ 652 h 3446751"/>
              </a:gdLst>
              <a:ahLst/>
              <a:cxnLst>
                <a:cxn ang="0">
                  <a:pos x="connsiteX0" y="connsiteY0"/>
                </a:cxn>
                <a:cxn ang="0">
                  <a:pos x="connsiteX1" y="connsiteY1"/>
                </a:cxn>
                <a:cxn ang="0">
                  <a:pos x="connsiteX2" y="connsiteY2"/>
                </a:cxn>
                <a:cxn ang="0">
                  <a:pos x="connsiteX3" y="connsiteY3"/>
                </a:cxn>
              </a:cxnLst>
              <a:rect l="l" t="t" r="r" b="b"/>
              <a:pathLst>
                <a:path w="3395129" h="3446751">
                  <a:moveTo>
                    <a:pt x="2623" y="652"/>
                  </a:moveTo>
                  <a:cubicBezTo>
                    <a:pt x="1749" y="1149352"/>
                    <a:pt x="874" y="2298051"/>
                    <a:pt x="0" y="3446751"/>
                  </a:cubicBezTo>
                  <a:lnTo>
                    <a:pt x="3395129" y="0"/>
                  </a:lnTo>
                  <a:lnTo>
                    <a:pt x="2623" y="652"/>
                  </a:lnTo>
                  <a:close/>
                </a:path>
              </a:pathLst>
            </a:custGeom>
            <a:gradFill flip="none" rotWithShape="1">
              <a:gsLst>
                <a:gs pos="1000">
                  <a:schemeClr val="accent2"/>
                </a:gs>
                <a:gs pos="100000">
                  <a:schemeClr val="accent1"/>
                </a:gs>
              </a:gsLst>
              <a:lin ang="120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Freeform 34"/>
            <p:cNvSpPr/>
            <p:nvPr userDrawn="1"/>
          </p:nvSpPr>
          <p:spPr>
            <a:xfrm flipH="1">
              <a:off x="9451181" y="4569416"/>
              <a:ext cx="2745197" cy="2289448"/>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 name="connsiteX0" fmla="*/ 1529836 w 1529836"/>
                <a:gd name="connsiteY0" fmla="*/ 1726951 h 1726951"/>
                <a:gd name="connsiteX1" fmla="*/ 4894 w 1529836"/>
                <a:gd name="connsiteY1" fmla="*/ 0 h 1726951"/>
                <a:gd name="connsiteX2" fmla="*/ 0 w 1529836"/>
                <a:gd name="connsiteY2" fmla="*/ 1719114 h 1726951"/>
                <a:gd name="connsiteX3" fmla="*/ 1529836 w 1529836"/>
                <a:gd name="connsiteY3" fmla="*/ 1726951 h 1726951"/>
                <a:gd name="connsiteX0" fmla="*/ 1524956 w 1524956"/>
                <a:gd name="connsiteY0" fmla="*/ 1726951 h 1726951"/>
                <a:gd name="connsiteX1" fmla="*/ 14 w 1524956"/>
                <a:gd name="connsiteY1" fmla="*/ 0 h 1726951"/>
                <a:gd name="connsiteX2" fmla="*/ 139661 w 1524956"/>
                <a:gd name="connsiteY2" fmla="*/ 1496385 h 1726951"/>
                <a:gd name="connsiteX3" fmla="*/ 1524956 w 1524956"/>
                <a:gd name="connsiteY3" fmla="*/ 1726951 h 1726951"/>
                <a:gd name="connsiteX0" fmla="*/ 1525273 w 1525273"/>
                <a:gd name="connsiteY0" fmla="*/ 1726951 h 1726951"/>
                <a:gd name="connsiteX1" fmla="*/ 331 w 1525273"/>
                <a:gd name="connsiteY1" fmla="*/ 0 h 1726951"/>
                <a:gd name="connsiteX2" fmla="*/ 2068 w 1525273"/>
                <a:gd name="connsiteY2" fmla="*/ 1726299 h 1726951"/>
                <a:gd name="connsiteX3" fmla="*/ 1525273 w 1525273"/>
                <a:gd name="connsiteY3" fmla="*/ 1726951 h 1726951"/>
              </a:gdLst>
              <a:ahLst/>
              <a:cxnLst>
                <a:cxn ang="0">
                  <a:pos x="connsiteX0" y="connsiteY0"/>
                </a:cxn>
                <a:cxn ang="0">
                  <a:pos x="connsiteX1" y="connsiteY1"/>
                </a:cxn>
                <a:cxn ang="0">
                  <a:pos x="connsiteX2" y="connsiteY2"/>
                </a:cxn>
                <a:cxn ang="0">
                  <a:pos x="connsiteX3" y="connsiteY3"/>
                </a:cxn>
              </a:cxnLst>
              <a:rect l="l" t="t" r="r" b="b"/>
              <a:pathLst>
                <a:path w="1525273" h="1726951">
                  <a:moveTo>
                    <a:pt x="1525273" y="1726951"/>
                  </a:moveTo>
                  <a:lnTo>
                    <a:pt x="331" y="0"/>
                  </a:lnTo>
                  <a:cubicBezTo>
                    <a:pt x="-1300" y="573038"/>
                    <a:pt x="3699" y="1153261"/>
                    <a:pt x="2068" y="1726299"/>
                  </a:cubicBezTo>
                  <a:lnTo>
                    <a:pt x="1525273" y="1726951"/>
                  </a:lnTo>
                  <a:close/>
                </a:path>
              </a:pathLst>
            </a:custGeom>
            <a:gradFill flip="none" rotWithShape="1">
              <a:gsLst>
                <a:gs pos="100000">
                  <a:schemeClr val="accent2"/>
                </a:gs>
                <a:gs pos="0">
                  <a:schemeClr val="accent1"/>
                </a:gs>
              </a:gsLst>
              <a:lin ang="13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Freeform 25"/>
            <p:cNvSpPr/>
            <p:nvPr userDrawn="1"/>
          </p:nvSpPr>
          <p:spPr>
            <a:xfrm flipH="1">
              <a:off x="6095262" y="0"/>
              <a:ext cx="6100521" cy="6858864"/>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Lst>
              <a:ahLst/>
              <a:cxnLst>
                <a:cxn ang="0">
                  <a:pos x="connsiteX0" y="connsiteY0"/>
                </a:cxn>
                <a:cxn ang="0">
                  <a:pos x="connsiteX1" y="connsiteY1"/>
                </a:cxn>
                <a:cxn ang="0">
                  <a:pos x="connsiteX2" y="connsiteY2"/>
                </a:cxn>
                <a:cxn ang="0">
                  <a:pos x="connsiteX3" y="connsiteY3"/>
                </a:cxn>
              </a:cxnLst>
              <a:rect l="l" t="t" r="r" b="b"/>
              <a:pathLst>
                <a:path w="3395129" h="5173702">
                  <a:moveTo>
                    <a:pt x="1524942" y="5173702"/>
                  </a:moveTo>
                  <a:lnTo>
                    <a:pt x="0" y="3446751"/>
                  </a:lnTo>
                  <a:lnTo>
                    <a:pt x="3395129" y="0"/>
                  </a:lnTo>
                  <a:lnTo>
                    <a:pt x="1524942" y="5173702"/>
                  </a:lnTo>
                  <a:close/>
                </a:path>
              </a:pathLst>
            </a:custGeom>
            <a:gradFill flip="none" rotWithShape="1">
              <a:gsLst>
                <a:gs pos="1000">
                  <a:schemeClr val="accent2"/>
                </a:gs>
                <a:gs pos="100000">
                  <a:schemeClr val="accent1"/>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 name="Title 1"/>
          <p:cNvSpPr>
            <a:spLocks noGrp="1"/>
          </p:cNvSpPr>
          <p:nvPr>
            <p:ph type="ctrTitle" hasCustomPrompt="1"/>
          </p:nvPr>
        </p:nvSpPr>
        <p:spPr>
          <a:xfrm>
            <a:off x="383035" y="1655791"/>
            <a:ext cx="11468909" cy="1994392"/>
          </a:xfrm>
          <a:prstGeom prst="rect">
            <a:avLst/>
          </a:prstGeom>
        </p:spPr>
        <p:txBody>
          <a:bodyPr vert="horz" wrap="square" lIns="0" tIns="0" rIns="0" bIns="0" anchor="t" anchorCtr="0">
            <a:noAutofit/>
          </a:bodyPr>
          <a:lstStyle>
            <a:lvl1pPr algn="l">
              <a:lnSpc>
                <a:spcPct val="80000"/>
              </a:lnSpc>
              <a:defRPr sz="7200" b="0">
                <a:solidFill>
                  <a:schemeClr val="tx1"/>
                </a:solidFill>
                <a:latin typeface="3M Circular TT Bold" panose="020B0804020101010102" pitchFamily="34" charset="0"/>
                <a:cs typeface="3M Circular TT Bold" panose="020B0804020101010102" pitchFamily="34" charset="0"/>
              </a:defRPr>
            </a:lvl1pPr>
          </a:lstStyle>
          <a:p>
            <a:r>
              <a:rPr lang="en-US" dirty="0"/>
              <a:t>Two line title</a:t>
            </a:r>
            <a:br>
              <a:rPr lang="en-US" dirty="0"/>
            </a:br>
            <a:r>
              <a:rPr lang="en-US" dirty="0"/>
              <a:t>goes here</a:t>
            </a:r>
            <a:endParaRPr lang="en-GB" dirty="0"/>
          </a:p>
        </p:txBody>
      </p:sp>
      <p:sp>
        <p:nvSpPr>
          <p:cNvPr id="43" name="Text Placeholder 7"/>
          <p:cNvSpPr>
            <a:spLocks noGrp="1"/>
          </p:cNvSpPr>
          <p:nvPr>
            <p:ph type="body" sz="quarter" idx="10" hasCustomPrompt="1"/>
          </p:nvPr>
        </p:nvSpPr>
        <p:spPr>
          <a:xfrm>
            <a:off x="384048" y="5204499"/>
            <a:ext cx="1978025"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sp>
        <p:nvSpPr>
          <p:cNvPr id="6" name="Text Placeholder 5"/>
          <p:cNvSpPr>
            <a:spLocks noGrp="1"/>
          </p:cNvSpPr>
          <p:nvPr>
            <p:ph type="body" sz="quarter" idx="12" hasCustomPrompt="1"/>
          </p:nvPr>
        </p:nvSpPr>
        <p:spPr>
          <a:xfrm>
            <a:off x="384048" y="3895344"/>
            <a:ext cx="9514682" cy="864848"/>
          </a:xfrm>
          <a:prstGeom prst="rect">
            <a:avLst/>
          </a:prstGeom>
        </p:spPr>
        <p:txBody>
          <a:bodyPr lIns="0" tIns="0" rIns="0" bIns="0"/>
          <a:lstStyle>
            <a:lvl1pPr>
              <a:lnSpc>
                <a:spcPct val="90000"/>
              </a:lnSpc>
              <a:defRPr sz="2800">
                <a:solidFill>
                  <a:schemeClr val="tx1"/>
                </a:solidFill>
              </a:defRPr>
            </a:lvl1pPr>
          </a:lstStyle>
          <a:p>
            <a:pPr lvl="0"/>
            <a:r>
              <a:rPr lang="en-US" dirty="0"/>
              <a:t>Title subhead/presenters names, </a:t>
            </a:r>
            <a:br>
              <a:rPr lang="en-US" dirty="0"/>
            </a:br>
            <a:r>
              <a:rPr lang="en-US" dirty="0"/>
              <a:t>one or two lines</a:t>
            </a:r>
          </a:p>
        </p:txBody>
      </p:sp>
    </p:spTree>
    <p:extLst>
      <p:ext uri="{BB962C8B-B14F-4D97-AF65-F5344CB8AC3E}">
        <p14:creationId xmlns:p14="http://schemas.microsoft.com/office/powerpoint/2010/main" val="415846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over_5 line">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1" cy="6858000"/>
          </a:xfrm>
          <a:prstGeom prst="rect">
            <a:avLst/>
          </a:prstGeom>
        </p:spPr>
      </p:pic>
      <p:pic>
        <p:nvPicPr>
          <p:cNvPr id="34" name="Picture 3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grpSp>
        <p:nvGrpSpPr>
          <p:cNvPr id="22" name="Group 21"/>
          <p:cNvGrpSpPr/>
          <p:nvPr userDrawn="1"/>
        </p:nvGrpSpPr>
        <p:grpSpPr>
          <a:xfrm>
            <a:off x="6095262" y="0"/>
            <a:ext cx="6101116" cy="6858864"/>
            <a:chOff x="6095262" y="0"/>
            <a:chExt cx="6101116" cy="6858864"/>
          </a:xfrm>
        </p:grpSpPr>
        <p:sp>
          <p:nvSpPr>
            <p:cNvPr id="23" name="Freeform 22"/>
            <p:cNvSpPr/>
            <p:nvPr userDrawn="1"/>
          </p:nvSpPr>
          <p:spPr>
            <a:xfrm>
              <a:off x="6105525" y="0"/>
              <a:ext cx="6082158" cy="6858000"/>
            </a:xfrm>
            <a:custGeom>
              <a:avLst/>
              <a:gdLst>
                <a:gd name="connsiteX0" fmla="*/ 6096000 w 6096000"/>
                <a:gd name="connsiteY0" fmla="*/ 0 h 6867525"/>
                <a:gd name="connsiteX1" fmla="*/ 0 w 6096000"/>
                <a:gd name="connsiteY1" fmla="*/ 9525 h 6867525"/>
                <a:gd name="connsiteX2" fmla="*/ 3362325 w 6096000"/>
                <a:gd name="connsiteY2" fmla="*/ 6867525 h 6867525"/>
                <a:gd name="connsiteX3" fmla="*/ 6096000 w 6096000"/>
                <a:gd name="connsiteY3" fmla="*/ 6858000 h 6867525"/>
                <a:gd name="connsiteX4" fmla="*/ 6096000 w 6096000"/>
                <a:gd name="connsiteY4" fmla="*/ 0 h 686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525">
                  <a:moveTo>
                    <a:pt x="6096000" y="0"/>
                  </a:moveTo>
                  <a:lnTo>
                    <a:pt x="0" y="9525"/>
                  </a:lnTo>
                  <a:lnTo>
                    <a:pt x="3362325" y="6867525"/>
                  </a:lnTo>
                  <a:lnTo>
                    <a:pt x="6096000" y="6858000"/>
                  </a:lnTo>
                  <a:lnTo>
                    <a:pt x="609600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4" name="Freeform 23"/>
            <p:cNvSpPr/>
            <p:nvPr userDrawn="1"/>
          </p:nvSpPr>
          <p:spPr>
            <a:xfrm flipH="1">
              <a:off x="6099048" y="0"/>
              <a:ext cx="6096736" cy="4569416"/>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 name="connsiteX0" fmla="*/ 2623 w 3395129"/>
                <a:gd name="connsiteY0" fmla="*/ 652 h 3446751"/>
                <a:gd name="connsiteX1" fmla="*/ 0 w 3395129"/>
                <a:gd name="connsiteY1" fmla="*/ 3446751 h 3446751"/>
                <a:gd name="connsiteX2" fmla="*/ 3395129 w 3395129"/>
                <a:gd name="connsiteY2" fmla="*/ 0 h 3446751"/>
                <a:gd name="connsiteX3" fmla="*/ 2623 w 3395129"/>
                <a:gd name="connsiteY3" fmla="*/ 652 h 3446751"/>
              </a:gdLst>
              <a:ahLst/>
              <a:cxnLst>
                <a:cxn ang="0">
                  <a:pos x="connsiteX0" y="connsiteY0"/>
                </a:cxn>
                <a:cxn ang="0">
                  <a:pos x="connsiteX1" y="connsiteY1"/>
                </a:cxn>
                <a:cxn ang="0">
                  <a:pos x="connsiteX2" y="connsiteY2"/>
                </a:cxn>
                <a:cxn ang="0">
                  <a:pos x="connsiteX3" y="connsiteY3"/>
                </a:cxn>
              </a:cxnLst>
              <a:rect l="l" t="t" r="r" b="b"/>
              <a:pathLst>
                <a:path w="3395129" h="3446751">
                  <a:moveTo>
                    <a:pt x="2623" y="652"/>
                  </a:moveTo>
                  <a:cubicBezTo>
                    <a:pt x="1749" y="1149352"/>
                    <a:pt x="874" y="2298051"/>
                    <a:pt x="0" y="3446751"/>
                  </a:cubicBezTo>
                  <a:lnTo>
                    <a:pt x="3395129" y="0"/>
                  </a:lnTo>
                  <a:lnTo>
                    <a:pt x="2623" y="652"/>
                  </a:lnTo>
                  <a:close/>
                </a:path>
              </a:pathLst>
            </a:custGeom>
            <a:gradFill flip="none" rotWithShape="1">
              <a:gsLst>
                <a:gs pos="1000">
                  <a:schemeClr val="accent2"/>
                </a:gs>
                <a:gs pos="100000">
                  <a:schemeClr val="accent3"/>
                </a:gs>
              </a:gsLst>
              <a:lin ang="120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Freeform 24"/>
            <p:cNvSpPr/>
            <p:nvPr userDrawn="1"/>
          </p:nvSpPr>
          <p:spPr>
            <a:xfrm flipH="1">
              <a:off x="9451181" y="4569416"/>
              <a:ext cx="2745197" cy="2289448"/>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 name="connsiteX0" fmla="*/ 1529836 w 1529836"/>
                <a:gd name="connsiteY0" fmla="*/ 1726951 h 1726951"/>
                <a:gd name="connsiteX1" fmla="*/ 4894 w 1529836"/>
                <a:gd name="connsiteY1" fmla="*/ 0 h 1726951"/>
                <a:gd name="connsiteX2" fmla="*/ 0 w 1529836"/>
                <a:gd name="connsiteY2" fmla="*/ 1719114 h 1726951"/>
                <a:gd name="connsiteX3" fmla="*/ 1529836 w 1529836"/>
                <a:gd name="connsiteY3" fmla="*/ 1726951 h 1726951"/>
                <a:gd name="connsiteX0" fmla="*/ 1524956 w 1524956"/>
                <a:gd name="connsiteY0" fmla="*/ 1726951 h 1726951"/>
                <a:gd name="connsiteX1" fmla="*/ 14 w 1524956"/>
                <a:gd name="connsiteY1" fmla="*/ 0 h 1726951"/>
                <a:gd name="connsiteX2" fmla="*/ 139661 w 1524956"/>
                <a:gd name="connsiteY2" fmla="*/ 1496385 h 1726951"/>
                <a:gd name="connsiteX3" fmla="*/ 1524956 w 1524956"/>
                <a:gd name="connsiteY3" fmla="*/ 1726951 h 1726951"/>
                <a:gd name="connsiteX0" fmla="*/ 1525273 w 1525273"/>
                <a:gd name="connsiteY0" fmla="*/ 1726951 h 1726951"/>
                <a:gd name="connsiteX1" fmla="*/ 331 w 1525273"/>
                <a:gd name="connsiteY1" fmla="*/ 0 h 1726951"/>
                <a:gd name="connsiteX2" fmla="*/ 2068 w 1525273"/>
                <a:gd name="connsiteY2" fmla="*/ 1726299 h 1726951"/>
                <a:gd name="connsiteX3" fmla="*/ 1525273 w 1525273"/>
                <a:gd name="connsiteY3" fmla="*/ 1726951 h 1726951"/>
              </a:gdLst>
              <a:ahLst/>
              <a:cxnLst>
                <a:cxn ang="0">
                  <a:pos x="connsiteX0" y="connsiteY0"/>
                </a:cxn>
                <a:cxn ang="0">
                  <a:pos x="connsiteX1" y="connsiteY1"/>
                </a:cxn>
                <a:cxn ang="0">
                  <a:pos x="connsiteX2" y="connsiteY2"/>
                </a:cxn>
                <a:cxn ang="0">
                  <a:pos x="connsiteX3" y="connsiteY3"/>
                </a:cxn>
              </a:cxnLst>
              <a:rect l="l" t="t" r="r" b="b"/>
              <a:pathLst>
                <a:path w="1525273" h="1726951">
                  <a:moveTo>
                    <a:pt x="1525273" y="1726951"/>
                  </a:moveTo>
                  <a:lnTo>
                    <a:pt x="331" y="0"/>
                  </a:lnTo>
                  <a:cubicBezTo>
                    <a:pt x="-1300" y="573038"/>
                    <a:pt x="3699" y="1153261"/>
                    <a:pt x="2068" y="1726299"/>
                  </a:cubicBezTo>
                  <a:lnTo>
                    <a:pt x="1525273" y="1726951"/>
                  </a:lnTo>
                  <a:close/>
                </a:path>
              </a:pathLst>
            </a:custGeom>
            <a:gradFill flip="none" rotWithShape="1">
              <a:gsLst>
                <a:gs pos="100000">
                  <a:schemeClr val="accent2"/>
                </a:gs>
                <a:gs pos="0">
                  <a:schemeClr val="accent3"/>
                </a:gs>
              </a:gsLst>
              <a:lin ang="13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Freeform 25"/>
            <p:cNvSpPr/>
            <p:nvPr userDrawn="1"/>
          </p:nvSpPr>
          <p:spPr>
            <a:xfrm flipH="1">
              <a:off x="6095262" y="0"/>
              <a:ext cx="6100521" cy="6858864"/>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Lst>
              <a:ahLst/>
              <a:cxnLst>
                <a:cxn ang="0">
                  <a:pos x="connsiteX0" y="connsiteY0"/>
                </a:cxn>
                <a:cxn ang="0">
                  <a:pos x="connsiteX1" y="connsiteY1"/>
                </a:cxn>
                <a:cxn ang="0">
                  <a:pos x="connsiteX2" y="connsiteY2"/>
                </a:cxn>
                <a:cxn ang="0">
                  <a:pos x="connsiteX3" y="connsiteY3"/>
                </a:cxn>
              </a:cxnLst>
              <a:rect l="l" t="t" r="r" b="b"/>
              <a:pathLst>
                <a:path w="3395129" h="5173702">
                  <a:moveTo>
                    <a:pt x="1524942" y="5173702"/>
                  </a:moveTo>
                  <a:lnTo>
                    <a:pt x="0" y="3446751"/>
                  </a:lnTo>
                  <a:lnTo>
                    <a:pt x="3395129" y="0"/>
                  </a:lnTo>
                  <a:lnTo>
                    <a:pt x="1524942" y="5173702"/>
                  </a:lnTo>
                  <a:close/>
                </a:path>
              </a:pathLst>
            </a:custGeom>
            <a:gradFill flip="none" rotWithShape="1">
              <a:gsLst>
                <a:gs pos="1000">
                  <a:schemeClr val="accent2"/>
                </a:gs>
                <a:gs pos="100000">
                  <a:schemeClr val="accent3"/>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 name="Title 1"/>
          <p:cNvSpPr>
            <a:spLocks noGrp="1"/>
          </p:cNvSpPr>
          <p:nvPr>
            <p:ph type="ctrTitle" hasCustomPrompt="1"/>
          </p:nvPr>
        </p:nvSpPr>
        <p:spPr>
          <a:xfrm>
            <a:off x="383035" y="1655791"/>
            <a:ext cx="11468909" cy="1994392"/>
          </a:xfrm>
          <a:prstGeom prst="rect">
            <a:avLst/>
          </a:prstGeom>
        </p:spPr>
        <p:txBody>
          <a:bodyPr vert="horz" wrap="square" lIns="0" tIns="0" rIns="0" bIns="0" anchor="t" anchorCtr="0">
            <a:noAutofit/>
          </a:bodyPr>
          <a:lstStyle>
            <a:lvl1pPr algn="l">
              <a:lnSpc>
                <a:spcPct val="80000"/>
              </a:lnSpc>
              <a:defRPr sz="7200" b="0">
                <a:solidFill>
                  <a:schemeClr val="tx1"/>
                </a:solidFill>
                <a:latin typeface="3M Circular TT Bold" panose="020B0804020101010102" pitchFamily="34" charset="0"/>
                <a:cs typeface="3M Circular TT Bold" panose="020B0804020101010102" pitchFamily="34" charset="0"/>
              </a:defRPr>
            </a:lvl1pPr>
          </a:lstStyle>
          <a:p>
            <a:r>
              <a:rPr lang="en-US" dirty="0"/>
              <a:t>Two line title</a:t>
            </a:r>
            <a:br>
              <a:rPr lang="en-US" dirty="0"/>
            </a:br>
            <a:r>
              <a:rPr lang="en-US" dirty="0"/>
              <a:t>goes here</a:t>
            </a:r>
            <a:endParaRPr lang="en-GB" dirty="0"/>
          </a:p>
        </p:txBody>
      </p:sp>
      <p:sp>
        <p:nvSpPr>
          <p:cNvPr id="43" name="Text Placeholder 7"/>
          <p:cNvSpPr>
            <a:spLocks noGrp="1"/>
          </p:cNvSpPr>
          <p:nvPr>
            <p:ph type="body" sz="quarter" idx="10" hasCustomPrompt="1"/>
          </p:nvPr>
        </p:nvSpPr>
        <p:spPr>
          <a:xfrm>
            <a:off x="384047" y="3895344"/>
            <a:ext cx="4114800"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spTree>
    <p:extLst>
      <p:ext uri="{BB962C8B-B14F-4D97-AF65-F5344CB8AC3E}">
        <p14:creationId xmlns:p14="http://schemas.microsoft.com/office/powerpoint/2010/main" val="987522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ver_1 REVERSED line/subhead">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sp>
        <p:nvSpPr>
          <p:cNvPr id="19" name="Freeform 18"/>
          <p:cNvSpPr/>
          <p:nvPr userDrawn="1"/>
        </p:nvSpPr>
        <p:spPr>
          <a:xfrm flipH="1" flipV="1">
            <a:off x="-18560" y="0"/>
            <a:ext cx="12188952" cy="6858000"/>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Lst>
            <a:ahLst/>
            <a:cxnLst>
              <a:cxn ang="0">
                <a:pos x="connsiteX0" y="connsiteY0"/>
              </a:cxn>
              <a:cxn ang="0">
                <a:pos x="connsiteX1" y="connsiteY1"/>
              </a:cxn>
              <a:cxn ang="0">
                <a:pos x="connsiteX2" y="connsiteY2"/>
              </a:cxn>
              <a:cxn ang="0">
                <a:pos x="connsiteX3" y="connsiteY3"/>
              </a:cxn>
            </a:cxnLst>
            <a:rect l="l" t="t" r="r" b="b"/>
            <a:pathLst>
              <a:path w="9178997" h="5154183">
                <a:moveTo>
                  <a:pt x="3048116" y="5154183"/>
                </a:moveTo>
                <a:lnTo>
                  <a:pt x="0" y="0"/>
                </a:lnTo>
                <a:lnTo>
                  <a:pt x="9178997" y="1698542"/>
                </a:lnTo>
                <a:lnTo>
                  <a:pt x="3048116" y="5154183"/>
                </a:lnTo>
                <a:close/>
              </a:path>
            </a:pathLst>
          </a:custGeom>
          <a:gradFill flip="none" rotWithShape="1">
            <a:gsLst>
              <a:gs pos="61000">
                <a:schemeClr val="accent2"/>
              </a:gs>
              <a:gs pos="31000">
                <a:schemeClr val="accent3"/>
              </a:gs>
              <a:gs pos="100000">
                <a:schemeClr val="accent1"/>
              </a:gs>
            </a:gsLst>
            <a:lin ang="126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4048" y="2282634"/>
            <a:ext cx="9521825" cy="1051116"/>
          </a:xfrm>
          <a:prstGeom prst="rect">
            <a:avLst/>
          </a:prstGeom>
        </p:spPr>
        <p:txBody>
          <a:bodyPr vert="horz" wrap="square" lIns="0" tIns="0" rIns="0" bIns="0" anchor="t" anchorCtr="0">
            <a:noAutofit/>
          </a:bodyPr>
          <a:lstStyle>
            <a:lvl1pPr algn="l">
              <a:defRPr sz="7200" b="0">
                <a:solidFill>
                  <a:schemeClr val="bg1"/>
                </a:solidFill>
                <a:latin typeface="3M Circular TT Bold" panose="020B0804020101010102" pitchFamily="34" charset="0"/>
                <a:cs typeface="3M Circular TT Bold" panose="020B0804020101010102" pitchFamily="34" charset="0"/>
              </a:defRPr>
            </a:lvl1pPr>
          </a:lstStyle>
          <a:p>
            <a:r>
              <a:rPr lang="en-US" dirty="0"/>
              <a:t>One-line title</a:t>
            </a:r>
            <a:endParaRPr lang="en-GB" dirty="0"/>
          </a:p>
        </p:txBody>
      </p:sp>
      <p:sp>
        <p:nvSpPr>
          <p:cNvPr id="34" name="Text Placeholder 5"/>
          <p:cNvSpPr>
            <a:spLocks noGrp="1"/>
          </p:cNvSpPr>
          <p:nvPr>
            <p:ph type="body" sz="quarter" idx="13" hasCustomPrompt="1"/>
          </p:nvPr>
        </p:nvSpPr>
        <p:spPr>
          <a:xfrm>
            <a:off x="384048" y="3892296"/>
            <a:ext cx="9472598" cy="864848"/>
          </a:xfrm>
          <a:prstGeom prst="rect">
            <a:avLst/>
          </a:prstGeom>
        </p:spPr>
        <p:txBody>
          <a:bodyPr lIns="0" tIns="0" rIns="0" bIns="0"/>
          <a:lstStyle>
            <a:lvl1pPr>
              <a:lnSpc>
                <a:spcPct val="90000"/>
              </a:lnSpc>
              <a:defRPr sz="2800">
                <a:solidFill>
                  <a:schemeClr val="bg1"/>
                </a:solidFill>
              </a:defRPr>
            </a:lvl1pPr>
          </a:lstStyle>
          <a:p>
            <a:pPr lvl="0"/>
            <a:r>
              <a:rPr lang="en-US" dirty="0"/>
              <a:t>Title subhead/presenters names, </a:t>
            </a:r>
            <a:br>
              <a:rPr lang="en-US" dirty="0"/>
            </a:br>
            <a:r>
              <a:rPr lang="en-US" dirty="0"/>
              <a:t>one or two lines</a:t>
            </a:r>
          </a:p>
        </p:txBody>
      </p:sp>
      <p:sp>
        <p:nvSpPr>
          <p:cNvPr id="13" name="Text Placeholder 7"/>
          <p:cNvSpPr>
            <a:spLocks noGrp="1"/>
          </p:cNvSpPr>
          <p:nvPr>
            <p:ph type="body" sz="quarter" idx="10" hasCustomPrompt="1"/>
          </p:nvPr>
        </p:nvSpPr>
        <p:spPr>
          <a:xfrm>
            <a:off x="384048" y="5204499"/>
            <a:ext cx="4449209"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dirty="0"/>
              <a:t>Date</a:t>
            </a:r>
          </a:p>
        </p:txBody>
      </p:sp>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2107895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ver_1 REVERSED line">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sp>
        <p:nvSpPr>
          <p:cNvPr id="8" name="Freeform 7"/>
          <p:cNvSpPr/>
          <p:nvPr userDrawn="1"/>
        </p:nvSpPr>
        <p:spPr>
          <a:xfrm flipH="1" flipV="1">
            <a:off x="-18560" y="0"/>
            <a:ext cx="12188952" cy="6858000"/>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Lst>
            <a:ahLst/>
            <a:cxnLst>
              <a:cxn ang="0">
                <a:pos x="connsiteX0" y="connsiteY0"/>
              </a:cxn>
              <a:cxn ang="0">
                <a:pos x="connsiteX1" y="connsiteY1"/>
              </a:cxn>
              <a:cxn ang="0">
                <a:pos x="connsiteX2" y="connsiteY2"/>
              </a:cxn>
              <a:cxn ang="0">
                <a:pos x="connsiteX3" y="connsiteY3"/>
              </a:cxn>
            </a:cxnLst>
            <a:rect l="l" t="t" r="r" b="b"/>
            <a:pathLst>
              <a:path w="9178997" h="5154183">
                <a:moveTo>
                  <a:pt x="3048116" y="5154183"/>
                </a:moveTo>
                <a:lnTo>
                  <a:pt x="0" y="0"/>
                </a:lnTo>
                <a:lnTo>
                  <a:pt x="9178997" y="1698542"/>
                </a:lnTo>
                <a:lnTo>
                  <a:pt x="3048116" y="5154183"/>
                </a:lnTo>
                <a:close/>
              </a:path>
            </a:pathLst>
          </a:custGeom>
          <a:gradFill flip="none" rotWithShape="1">
            <a:gsLst>
              <a:gs pos="61000">
                <a:schemeClr val="accent2"/>
              </a:gs>
              <a:gs pos="31000">
                <a:schemeClr val="accent3"/>
              </a:gs>
              <a:gs pos="100000">
                <a:schemeClr val="accent1"/>
              </a:gs>
            </a:gsLst>
            <a:lin ang="126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4048" y="2286000"/>
            <a:ext cx="9521825" cy="1051116"/>
          </a:xfrm>
          <a:prstGeom prst="rect">
            <a:avLst/>
          </a:prstGeom>
        </p:spPr>
        <p:txBody>
          <a:bodyPr vert="horz" wrap="square" lIns="0" tIns="0" rIns="0" bIns="0" anchor="t" anchorCtr="0">
            <a:noAutofit/>
          </a:bodyPr>
          <a:lstStyle>
            <a:lvl1pPr algn="l">
              <a:defRPr sz="7200" b="0">
                <a:solidFill>
                  <a:schemeClr val="bg1"/>
                </a:solidFill>
                <a:latin typeface="3M Circular TT Bold" panose="020B0804020101010102" pitchFamily="34" charset="0"/>
                <a:cs typeface="3M Circular TT Bold" panose="020B0804020101010102" pitchFamily="34" charset="0"/>
              </a:defRPr>
            </a:lvl1pPr>
          </a:lstStyle>
          <a:p>
            <a:r>
              <a:rPr lang="en-US" dirty="0"/>
              <a:t>One-line title</a:t>
            </a:r>
            <a:endParaRPr lang="en-GB" dirty="0"/>
          </a:p>
        </p:txBody>
      </p:sp>
      <p:sp>
        <p:nvSpPr>
          <p:cNvPr id="23" name="Text Placeholder 7"/>
          <p:cNvSpPr>
            <a:spLocks noGrp="1"/>
          </p:cNvSpPr>
          <p:nvPr>
            <p:ph type="body" sz="quarter" idx="10" hasCustomPrompt="1"/>
          </p:nvPr>
        </p:nvSpPr>
        <p:spPr>
          <a:xfrm>
            <a:off x="384047" y="3895344"/>
            <a:ext cx="4114800"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dirty="0"/>
              <a:t>Date</a:t>
            </a:r>
          </a:p>
        </p:txBody>
      </p: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819229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ver_2 REVERSED line/subhead">
    <p:spTree>
      <p:nvGrpSpPr>
        <p:cNvPr id="1" name=""/>
        <p:cNvGrpSpPr/>
        <p:nvPr/>
      </p:nvGrpSpPr>
      <p:grpSpPr>
        <a:xfrm>
          <a:off x="0" y="0"/>
          <a:ext cx="0" cy="0"/>
          <a:chOff x="0" y="0"/>
          <a:chExt cx="0" cy="0"/>
        </a:xfrm>
      </p:grpSpPr>
      <p:pic>
        <p:nvPicPr>
          <p:cNvPr id="17" name="Picture 16"/>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sp>
        <p:nvSpPr>
          <p:cNvPr id="8" name="Freeform 7"/>
          <p:cNvSpPr/>
          <p:nvPr userDrawn="1"/>
        </p:nvSpPr>
        <p:spPr>
          <a:xfrm flipH="1" flipV="1">
            <a:off x="-1" y="0"/>
            <a:ext cx="12188950" cy="6858000"/>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6053933"/>
              <a:gd name="connsiteY0" fmla="*/ 5175181 h 5175181"/>
              <a:gd name="connsiteX1" fmla="*/ 2883458 w 6053933"/>
              <a:gd name="connsiteY1" fmla="*/ 0 h 5175181"/>
              <a:gd name="connsiteX2" fmla="*/ 6053933 w 6053933"/>
              <a:gd name="connsiteY2" fmla="*/ 1755636 h 5175181"/>
              <a:gd name="connsiteX3" fmla="*/ 0 w 6053933"/>
              <a:gd name="connsiteY3" fmla="*/ 5175181 h 5175181"/>
              <a:gd name="connsiteX0" fmla="*/ 0 w 6053933"/>
              <a:gd name="connsiteY0" fmla="*/ 5182329 h 5182329"/>
              <a:gd name="connsiteX1" fmla="*/ 2869075 w 6053933"/>
              <a:gd name="connsiteY1" fmla="*/ 0 h 5182329"/>
              <a:gd name="connsiteX2" fmla="*/ 6053933 w 6053933"/>
              <a:gd name="connsiteY2" fmla="*/ 1762784 h 5182329"/>
              <a:gd name="connsiteX3" fmla="*/ 0 w 6053933"/>
              <a:gd name="connsiteY3" fmla="*/ 5182329 h 5182329"/>
              <a:gd name="connsiteX0" fmla="*/ 0 w 6025167"/>
              <a:gd name="connsiteY0" fmla="*/ 5182329 h 5182329"/>
              <a:gd name="connsiteX1" fmla="*/ 2869075 w 6025167"/>
              <a:gd name="connsiteY1" fmla="*/ 0 h 5182329"/>
              <a:gd name="connsiteX2" fmla="*/ 6025167 w 6025167"/>
              <a:gd name="connsiteY2" fmla="*/ 1905745 h 5182329"/>
              <a:gd name="connsiteX3" fmla="*/ 0 w 6025167"/>
              <a:gd name="connsiteY3" fmla="*/ 5182329 h 5182329"/>
              <a:gd name="connsiteX0" fmla="*/ 0 w 6053933"/>
              <a:gd name="connsiteY0" fmla="*/ 5182329 h 5182329"/>
              <a:gd name="connsiteX1" fmla="*/ 2869075 w 6053933"/>
              <a:gd name="connsiteY1" fmla="*/ 0 h 5182329"/>
              <a:gd name="connsiteX2" fmla="*/ 6053933 w 6053933"/>
              <a:gd name="connsiteY2" fmla="*/ 1905745 h 5182329"/>
              <a:gd name="connsiteX3" fmla="*/ 0 w 6053933"/>
              <a:gd name="connsiteY3" fmla="*/ 5182329 h 5182329"/>
              <a:gd name="connsiteX0" fmla="*/ 0 w 6063522"/>
              <a:gd name="connsiteY0" fmla="*/ 5191860 h 5191860"/>
              <a:gd name="connsiteX1" fmla="*/ 2878664 w 6063522"/>
              <a:gd name="connsiteY1" fmla="*/ 0 h 5191860"/>
              <a:gd name="connsiteX2" fmla="*/ 6063522 w 6063522"/>
              <a:gd name="connsiteY2" fmla="*/ 1905745 h 5191860"/>
              <a:gd name="connsiteX3" fmla="*/ 0 w 6063522"/>
              <a:gd name="connsiteY3" fmla="*/ 5191860 h 5191860"/>
              <a:gd name="connsiteX0" fmla="*/ 0 w 6073111"/>
              <a:gd name="connsiteY0" fmla="*/ 5191860 h 5191860"/>
              <a:gd name="connsiteX1" fmla="*/ 2878664 w 6073111"/>
              <a:gd name="connsiteY1" fmla="*/ 0 h 5191860"/>
              <a:gd name="connsiteX2" fmla="*/ 6073111 w 6073111"/>
              <a:gd name="connsiteY2" fmla="*/ 1915276 h 5191860"/>
              <a:gd name="connsiteX3" fmla="*/ 0 w 6073111"/>
              <a:gd name="connsiteY3" fmla="*/ 5191860 h 5191860"/>
              <a:gd name="connsiteX0" fmla="*/ 0 w 6073111"/>
              <a:gd name="connsiteY0" fmla="*/ 5201391 h 5201391"/>
              <a:gd name="connsiteX1" fmla="*/ 2888253 w 6073111"/>
              <a:gd name="connsiteY1" fmla="*/ 0 h 5201391"/>
              <a:gd name="connsiteX2" fmla="*/ 6073111 w 6073111"/>
              <a:gd name="connsiteY2" fmla="*/ 1924807 h 5201391"/>
              <a:gd name="connsiteX3" fmla="*/ 0 w 6073111"/>
              <a:gd name="connsiteY3" fmla="*/ 5201391 h 5201391"/>
              <a:gd name="connsiteX0" fmla="*/ 0 w 6073111"/>
              <a:gd name="connsiteY0" fmla="*/ 5201391 h 5201391"/>
              <a:gd name="connsiteX1" fmla="*/ 4202163 w 6073111"/>
              <a:gd name="connsiteY1" fmla="*/ 0 h 5201391"/>
              <a:gd name="connsiteX2" fmla="*/ 6073111 w 6073111"/>
              <a:gd name="connsiteY2" fmla="*/ 1924807 h 5201391"/>
              <a:gd name="connsiteX3" fmla="*/ 0 w 6073111"/>
              <a:gd name="connsiteY3" fmla="*/ 5201391 h 5201391"/>
              <a:gd name="connsiteX0" fmla="*/ 0 w 6093450"/>
              <a:gd name="connsiteY0" fmla="*/ 5201391 h 5201391"/>
              <a:gd name="connsiteX1" fmla="*/ 4202163 w 6093450"/>
              <a:gd name="connsiteY1" fmla="*/ 0 h 5201391"/>
              <a:gd name="connsiteX2" fmla="*/ 6093450 w 6093450"/>
              <a:gd name="connsiteY2" fmla="*/ 1739044 h 5201391"/>
              <a:gd name="connsiteX3" fmla="*/ 0 w 6093450"/>
              <a:gd name="connsiteY3" fmla="*/ 5201391 h 5201391"/>
              <a:gd name="connsiteX0" fmla="*/ 0 w 6093450"/>
              <a:gd name="connsiteY0" fmla="*/ 5201391 h 5201391"/>
              <a:gd name="connsiteX1" fmla="*/ 4055721 w 6093450"/>
              <a:gd name="connsiteY1" fmla="*/ 0 h 5201391"/>
              <a:gd name="connsiteX2" fmla="*/ 6093450 w 6093450"/>
              <a:gd name="connsiteY2" fmla="*/ 1739044 h 5201391"/>
              <a:gd name="connsiteX3" fmla="*/ 0 w 6093450"/>
              <a:gd name="connsiteY3" fmla="*/ 5201391 h 5201391"/>
            </a:gdLst>
            <a:ahLst/>
            <a:cxnLst>
              <a:cxn ang="0">
                <a:pos x="connsiteX0" y="connsiteY0"/>
              </a:cxn>
              <a:cxn ang="0">
                <a:pos x="connsiteX1" y="connsiteY1"/>
              </a:cxn>
              <a:cxn ang="0">
                <a:pos x="connsiteX2" y="connsiteY2"/>
              </a:cxn>
              <a:cxn ang="0">
                <a:pos x="connsiteX3" y="connsiteY3"/>
              </a:cxn>
            </a:cxnLst>
            <a:rect l="l" t="t" r="r" b="b"/>
            <a:pathLst>
              <a:path w="6093450" h="5201391">
                <a:moveTo>
                  <a:pt x="0" y="5201391"/>
                </a:moveTo>
                <a:lnTo>
                  <a:pt x="4055721" y="0"/>
                </a:lnTo>
                <a:lnTo>
                  <a:pt x="6093450" y="1739044"/>
                </a:lnTo>
                <a:lnTo>
                  <a:pt x="0" y="5201391"/>
                </a:lnTo>
                <a:close/>
              </a:path>
            </a:pathLst>
          </a:custGeom>
          <a:gradFill flip="none" rotWithShape="1">
            <a:gsLst>
              <a:gs pos="52000">
                <a:schemeClr val="accent2"/>
              </a:gs>
              <a:gs pos="100000">
                <a:schemeClr val="accent1"/>
              </a:gs>
              <a:gs pos="20000">
                <a:schemeClr val="accent3"/>
              </a:gs>
            </a:gsLst>
            <a:lin ang="7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5593" y="1652428"/>
            <a:ext cx="11468909" cy="1994392"/>
          </a:xfrm>
          <a:prstGeom prst="rect">
            <a:avLst/>
          </a:prstGeom>
        </p:spPr>
        <p:txBody>
          <a:bodyPr vert="horz" wrap="square" lIns="0" tIns="0" rIns="0" bIns="0" anchor="t" anchorCtr="0">
            <a:noAutofit/>
          </a:bodyPr>
          <a:lstStyle>
            <a:lvl1pPr algn="l">
              <a:lnSpc>
                <a:spcPct val="80000"/>
              </a:lnSpc>
              <a:defRPr sz="7200" b="0">
                <a:solidFill>
                  <a:schemeClr val="bg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sp>
        <p:nvSpPr>
          <p:cNvPr id="14" name="Text Placeholder 5"/>
          <p:cNvSpPr>
            <a:spLocks noGrp="1"/>
          </p:cNvSpPr>
          <p:nvPr>
            <p:ph type="body" sz="quarter" idx="13" hasCustomPrompt="1"/>
          </p:nvPr>
        </p:nvSpPr>
        <p:spPr>
          <a:xfrm>
            <a:off x="384048" y="3892296"/>
            <a:ext cx="9472598" cy="864848"/>
          </a:xfrm>
          <a:prstGeom prst="rect">
            <a:avLst/>
          </a:prstGeom>
        </p:spPr>
        <p:txBody>
          <a:bodyPr lIns="0" tIns="0" rIns="0" bIns="0"/>
          <a:lstStyle>
            <a:lvl1pPr>
              <a:lnSpc>
                <a:spcPct val="90000"/>
              </a:lnSpc>
              <a:defRPr sz="2800">
                <a:solidFill>
                  <a:schemeClr val="bg1"/>
                </a:solidFill>
              </a:defRPr>
            </a:lvl1pPr>
          </a:lstStyle>
          <a:p>
            <a:pPr lvl="0"/>
            <a:r>
              <a:rPr lang="en-US" dirty="0"/>
              <a:t>Title subhead/presenters names, </a:t>
            </a:r>
            <a:br>
              <a:rPr lang="en-US" dirty="0"/>
            </a:br>
            <a:r>
              <a:rPr lang="en-US" dirty="0"/>
              <a:t>one or two lines</a:t>
            </a:r>
          </a:p>
        </p:txBody>
      </p:sp>
      <p:sp>
        <p:nvSpPr>
          <p:cNvPr id="15" name="Text Placeholder 7"/>
          <p:cNvSpPr>
            <a:spLocks noGrp="1"/>
          </p:cNvSpPr>
          <p:nvPr>
            <p:ph type="body" sz="quarter" idx="10" hasCustomPrompt="1"/>
          </p:nvPr>
        </p:nvSpPr>
        <p:spPr>
          <a:xfrm>
            <a:off x="384047" y="5204499"/>
            <a:ext cx="4114800"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pic>
        <p:nvPicPr>
          <p:cNvPr id="16" name="Picture 1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354358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over_2 REVERSED line">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sp>
        <p:nvSpPr>
          <p:cNvPr id="8" name="Freeform 7"/>
          <p:cNvSpPr/>
          <p:nvPr userDrawn="1"/>
        </p:nvSpPr>
        <p:spPr>
          <a:xfrm flipH="1" flipV="1">
            <a:off x="-1" y="0"/>
            <a:ext cx="12188950" cy="6858000"/>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6053933"/>
              <a:gd name="connsiteY0" fmla="*/ 5175181 h 5175181"/>
              <a:gd name="connsiteX1" fmla="*/ 2883458 w 6053933"/>
              <a:gd name="connsiteY1" fmla="*/ 0 h 5175181"/>
              <a:gd name="connsiteX2" fmla="*/ 6053933 w 6053933"/>
              <a:gd name="connsiteY2" fmla="*/ 1755636 h 5175181"/>
              <a:gd name="connsiteX3" fmla="*/ 0 w 6053933"/>
              <a:gd name="connsiteY3" fmla="*/ 5175181 h 5175181"/>
              <a:gd name="connsiteX0" fmla="*/ 0 w 6053933"/>
              <a:gd name="connsiteY0" fmla="*/ 5182329 h 5182329"/>
              <a:gd name="connsiteX1" fmla="*/ 2869075 w 6053933"/>
              <a:gd name="connsiteY1" fmla="*/ 0 h 5182329"/>
              <a:gd name="connsiteX2" fmla="*/ 6053933 w 6053933"/>
              <a:gd name="connsiteY2" fmla="*/ 1762784 h 5182329"/>
              <a:gd name="connsiteX3" fmla="*/ 0 w 6053933"/>
              <a:gd name="connsiteY3" fmla="*/ 5182329 h 5182329"/>
              <a:gd name="connsiteX0" fmla="*/ 0 w 6025167"/>
              <a:gd name="connsiteY0" fmla="*/ 5182329 h 5182329"/>
              <a:gd name="connsiteX1" fmla="*/ 2869075 w 6025167"/>
              <a:gd name="connsiteY1" fmla="*/ 0 h 5182329"/>
              <a:gd name="connsiteX2" fmla="*/ 6025167 w 6025167"/>
              <a:gd name="connsiteY2" fmla="*/ 1905745 h 5182329"/>
              <a:gd name="connsiteX3" fmla="*/ 0 w 6025167"/>
              <a:gd name="connsiteY3" fmla="*/ 5182329 h 5182329"/>
              <a:gd name="connsiteX0" fmla="*/ 0 w 6053933"/>
              <a:gd name="connsiteY0" fmla="*/ 5182329 h 5182329"/>
              <a:gd name="connsiteX1" fmla="*/ 2869075 w 6053933"/>
              <a:gd name="connsiteY1" fmla="*/ 0 h 5182329"/>
              <a:gd name="connsiteX2" fmla="*/ 6053933 w 6053933"/>
              <a:gd name="connsiteY2" fmla="*/ 1905745 h 5182329"/>
              <a:gd name="connsiteX3" fmla="*/ 0 w 6053933"/>
              <a:gd name="connsiteY3" fmla="*/ 5182329 h 5182329"/>
              <a:gd name="connsiteX0" fmla="*/ 0 w 6063522"/>
              <a:gd name="connsiteY0" fmla="*/ 5191860 h 5191860"/>
              <a:gd name="connsiteX1" fmla="*/ 2878664 w 6063522"/>
              <a:gd name="connsiteY1" fmla="*/ 0 h 5191860"/>
              <a:gd name="connsiteX2" fmla="*/ 6063522 w 6063522"/>
              <a:gd name="connsiteY2" fmla="*/ 1905745 h 5191860"/>
              <a:gd name="connsiteX3" fmla="*/ 0 w 6063522"/>
              <a:gd name="connsiteY3" fmla="*/ 5191860 h 5191860"/>
              <a:gd name="connsiteX0" fmla="*/ 0 w 6073111"/>
              <a:gd name="connsiteY0" fmla="*/ 5191860 h 5191860"/>
              <a:gd name="connsiteX1" fmla="*/ 2878664 w 6073111"/>
              <a:gd name="connsiteY1" fmla="*/ 0 h 5191860"/>
              <a:gd name="connsiteX2" fmla="*/ 6073111 w 6073111"/>
              <a:gd name="connsiteY2" fmla="*/ 1915276 h 5191860"/>
              <a:gd name="connsiteX3" fmla="*/ 0 w 6073111"/>
              <a:gd name="connsiteY3" fmla="*/ 5191860 h 5191860"/>
              <a:gd name="connsiteX0" fmla="*/ 0 w 6073111"/>
              <a:gd name="connsiteY0" fmla="*/ 5201391 h 5201391"/>
              <a:gd name="connsiteX1" fmla="*/ 2888253 w 6073111"/>
              <a:gd name="connsiteY1" fmla="*/ 0 h 5201391"/>
              <a:gd name="connsiteX2" fmla="*/ 6073111 w 6073111"/>
              <a:gd name="connsiteY2" fmla="*/ 1924807 h 5201391"/>
              <a:gd name="connsiteX3" fmla="*/ 0 w 6073111"/>
              <a:gd name="connsiteY3" fmla="*/ 5201391 h 5201391"/>
              <a:gd name="connsiteX0" fmla="*/ 0 w 6073111"/>
              <a:gd name="connsiteY0" fmla="*/ 5201391 h 5201391"/>
              <a:gd name="connsiteX1" fmla="*/ 4202163 w 6073111"/>
              <a:gd name="connsiteY1" fmla="*/ 0 h 5201391"/>
              <a:gd name="connsiteX2" fmla="*/ 6073111 w 6073111"/>
              <a:gd name="connsiteY2" fmla="*/ 1924807 h 5201391"/>
              <a:gd name="connsiteX3" fmla="*/ 0 w 6073111"/>
              <a:gd name="connsiteY3" fmla="*/ 5201391 h 5201391"/>
              <a:gd name="connsiteX0" fmla="*/ 0 w 6093450"/>
              <a:gd name="connsiteY0" fmla="*/ 5201391 h 5201391"/>
              <a:gd name="connsiteX1" fmla="*/ 4202163 w 6093450"/>
              <a:gd name="connsiteY1" fmla="*/ 0 h 5201391"/>
              <a:gd name="connsiteX2" fmla="*/ 6093450 w 6093450"/>
              <a:gd name="connsiteY2" fmla="*/ 1739044 h 5201391"/>
              <a:gd name="connsiteX3" fmla="*/ 0 w 6093450"/>
              <a:gd name="connsiteY3" fmla="*/ 5201391 h 5201391"/>
              <a:gd name="connsiteX0" fmla="*/ 0 w 6093450"/>
              <a:gd name="connsiteY0" fmla="*/ 5201391 h 5201391"/>
              <a:gd name="connsiteX1" fmla="*/ 4055721 w 6093450"/>
              <a:gd name="connsiteY1" fmla="*/ 0 h 5201391"/>
              <a:gd name="connsiteX2" fmla="*/ 6093450 w 6093450"/>
              <a:gd name="connsiteY2" fmla="*/ 1739044 h 5201391"/>
              <a:gd name="connsiteX3" fmla="*/ 0 w 6093450"/>
              <a:gd name="connsiteY3" fmla="*/ 5201391 h 5201391"/>
            </a:gdLst>
            <a:ahLst/>
            <a:cxnLst>
              <a:cxn ang="0">
                <a:pos x="connsiteX0" y="connsiteY0"/>
              </a:cxn>
              <a:cxn ang="0">
                <a:pos x="connsiteX1" y="connsiteY1"/>
              </a:cxn>
              <a:cxn ang="0">
                <a:pos x="connsiteX2" y="connsiteY2"/>
              </a:cxn>
              <a:cxn ang="0">
                <a:pos x="connsiteX3" y="connsiteY3"/>
              </a:cxn>
            </a:cxnLst>
            <a:rect l="l" t="t" r="r" b="b"/>
            <a:pathLst>
              <a:path w="6093450" h="5201391">
                <a:moveTo>
                  <a:pt x="0" y="5201391"/>
                </a:moveTo>
                <a:lnTo>
                  <a:pt x="4055721" y="0"/>
                </a:lnTo>
                <a:lnTo>
                  <a:pt x="6093450" y="1739044"/>
                </a:lnTo>
                <a:lnTo>
                  <a:pt x="0" y="5201391"/>
                </a:lnTo>
                <a:close/>
              </a:path>
            </a:pathLst>
          </a:custGeom>
          <a:gradFill flip="none" rotWithShape="1">
            <a:gsLst>
              <a:gs pos="52000">
                <a:schemeClr val="accent2"/>
              </a:gs>
              <a:gs pos="100000">
                <a:schemeClr val="accent1"/>
              </a:gs>
              <a:gs pos="20000">
                <a:schemeClr val="accent3"/>
              </a:gs>
            </a:gsLst>
            <a:lin ang="7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5593" y="1652428"/>
            <a:ext cx="11468909" cy="1994392"/>
          </a:xfrm>
          <a:prstGeom prst="rect">
            <a:avLst/>
          </a:prstGeom>
        </p:spPr>
        <p:txBody>
          <a:bodyPr vert="horz" wrap="square" lIns="0" tIns="0" rIns="0" bIns="0" anchor="t" anchorCtr="0">
            <a:noAutofit/>
          </a:bodyPr>
          <a:lstStyle>
            <a:lvl1pPr algn="l">
              <a:lnSpc>
                <a:spcPct val="80000"/>
              </a:lnSpc>
              <a:defRPr sz="7200" b="0">
                <a:solidFill>
                  <a:schemeClr val="bg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sp>
        <p:nvSpPr>
          <p:cNvPr id="22" name="Text Placeholder 7"/>
          <p:cNvSpPr>
            <a:spLocks noGrp="1"/>
          </p:cNvSpPr>
          <p:nvPr>
            <p:ph type="body" sz="quarter" idx="11" hasCustomPrompt="1"/>
          </p:nvPr>
        </p:nvSpPr>
        <p:spPr>
          <a:xfrm>
            <a:off x="384048" y="3895344"/>
            <a:ext cx="4114800"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dirty="0"/>
              <a:t>Date</a:t>
            </a:r>
          </a:p>
        </p:txBody>
      </p:sp>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1814893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ver_3 REVERSED line/subhead">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sp>
        <p:nvSpPr>
          <p:cNvPr id="8" name="Freeform 7"/>
          <p:cNvSpPr/>
          <p:nvPr userDrawn="1"/>
        </p:nvSpPr>
        <p:spPr>
          <a:xfrm flipH="1" flipV="1">
            <a:off x="1" y="-17420"/>
            <a:ext cx="8130732" cy="6875419"/>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6053933"/>
              <a:gd name="connsiteY0" fmla="*/ 5175181 h 5175181"/>
              <a:gd name="connsiteX1" fmla="*/ 2883458 w 6053933"/>
              <a:gd name="connsiteY1" fmla="*/ 0 h 5175181"/>
              <a:gd name="connsiteX2" fmla="*/ 6053933 w 6053933"/>
              <a:gd name="connsiteY2" fmla="*/ 1755636 h 5175181"/>
              <a:gd name="connsiteX3" fmla="*/ 0 w 6053933"/>
              <a:gd name="connsiteY3" fmla="*/ 5175181 h 5175181"/>
              <a:gd name="connsiteX0" fmla="*/ 0 w 6053933"/>
              <a:gd name="connsiteY0" fmla="*/ 5182329 h 5182329"/>
              <a:gd name="connsiteX1" fmla="*/ 2869075 w 6053933"/>
              <a:gd name="connsiteY1" fmla="*/ 0 h 5182329"/>
              <a:gd name="connsiteX2" fmla="*/ 6053933 w 6053933"/>
              <a:gd name="connsiteY2" fmla="*/ 1762784 h 5182329"/>
              <a:gd name="connsiteX3" fmla="*/ 0 w 6053933"/>
              <a:gd name="connsiteY3" fmla="*/ 5182329 h 5182329"/>
              <a:gd name="connsiteX0" fmla="*/ 0 w 6025167"/>
              <a:gd name="connsiteY0" fmla="*/ 5182329 h 5182329"/>
              <a:gd name="connsiteX1" fmla="*/ 2869075 w 6025167"/>
              <a:gd name="connsiteY1" fmla="*/ 0 h 5182329"/>
              <a:gd name="connsiteX2" fmla="*/ 6025167 w 6025167"/>
              <a:gd name="connsiteY2" fmla="*/ 1905745 h 5182329"/>
              <a:gd name="connsiteX3" fmla="*/ 0 w 6025167"/>
              <a:gd name="connsiteY3" fmla="*/ 5182329 h 5182329"/>
              <a:gd name="connsiteX0" fmla="*/ 0 w 6053933"/>
              <a:gd name="connsiteY0" fmla="*/ 5182329 h 5182329"/>
              <a:gd name="connsiteX1" fmla="*/ 2869075 w 6053933"/>
              <a:gd name="connsiteY1" fmla="*/ 0 h 5182329"/>
              <a:gd name="connsiteX2" fmla="*/ 6053933 w 6053933"/>
              <a:gd name="connsiteY2" fmla="*/ 1905745 h 5182329"/>
              <a:gd name="connsiteX3" fmla="*/ 0 w 6053933"/>
              <a:gd name="connsiteY3" fmla="*/ 5182329 h 5182329"/>
              <a:gd name="connsiteX0" fmla="*/ 0 w 6063522"/>
              <a:gd name="connsiteY0" fmla="*/ 5191860 h 5191860"/>
              <a:gd name="connsiteX1" fmla="*/ 2878664 w 6063522"/>
              <a:gd name="connsiteY1" fmla="*/ 0 h 5191860"/>
              <a:gd name="connsiteX2" fmla="*/ 6063522 w 6063522"/>
              <a:gd name="connsiteY2" fmla="*/ 1905745 h 5191860"/>
              <a:gd name="connsiteX3" fmla="*/ 0 w 6063522"/>
              <a:gd name="connsiteY3" fmla="*/ 5191860 h 5191860"/>
              <a:gd name="connsiteX0" fmla="*/ 0 w 6073111"/>
              <a:gd name="connsiteY0" fmla="*/ 5191860 h 5191860"/>
              <a:gd name="connsiteX1" fmla="*/ 2878664 w 6073111"/>
              <a:gd name="connsiteY1" fmla="*/ 0 h 5191860"/>
              <a:gd name="connsiteX2" fmla="*/ 6073111 w 6073111"/>
              <a:gd name="connsiteY2" fmla="*/ 1915276 h 5191860"/>
              <a:gd name="connsiteX3" fmla="*/ 0 w 6073111"/>
              <a:gd name="connsiteY3" fmla="*/ 5191860 h 5191860"/>
              <a:gd name="connsiteX0" fmla="*/ 0 w 6073111"/>
              <a:gd name="connsiteY0" fmla="*/ 5201391 h 5201391"/>
              <a:gd name="connsiteX1" fmla="*/ 2888253 w 6073111"/>
              <a:gd name="connsiteY1" fmla="*/ 0 h 5201391"/>
              <a:gd name="connsiteX2" fmla="*/ 6073111 w 6073111"/>
              <a:gd name="connsiteY2" fmla="*/ 1924807 h 5201391"/>
              <a:gd name="connsiteX3" fmla="*/ 0 w 6073111"/>
              <a:gd name="connsiteY3" fmla="*/ 5201391 h 5201391"/>
              <a:gd name="connsiteX0" fmla="*/ 0 w 6073111"/>
              <a:gd name="connsiteY0" fmla="*/ 5201391 h 5201391"/>
              <a:gd name="connsiteX1" fmla="*/ 2888253 w 6073111"/>
              <a:gd name="connsiteY1" fmla="*/ 0 h 5201391"/>
              <a:gd name="connsiteX2" fmla="*/ 6073111 w 6073111"/>
              <a:gd name="connsiteY2" fmla="*/ 1739869 h 5201391"/>
              <a:gd name="connsiteX3" fmla="*/ 0 w 6073111"/>
              <a:gd name="connsiteY3" fmla="*/ 5201391 h 5201391"/>
              <a:gd name="connsiteX0" fmla="*/ 0 w 6073111"/>
              <a:gd name="connsiteY0" fmla="*/ 5201391 h 5201391"/>
              <a:gd name="connsiteX1" fmla="*/ 2973730 w 6073111"/>
              <a:gd name="connsiteY1" fmla="*/ 0 h 5201391"/>
              <a:gd name="connsiteX2" fmla="*/ 6073111 w 6073111"/>
              <a:gd name="connsiteY2" fmla="*/ 1739869 h 5201391"/>
              <a:gd name="connsiteX3" fmla="*/ 0 w 6073111"/>
              <a:gd name="connsiteY3" fmla="*/ 5201391 h 5201391"/>
              <a:gd name="connsiteX0" fmla="*/ 0 w 6112562"/>
              <a:gd name="connsiteY0" fmla="*/ 5201391 h 5201391"/>
              <a:gd name="connsiteX1" fmla="*/ 3013181 w 6112562"/>
              <a:gd name="connsiteY1" fmla="*/ 0 h 5201391"/>
              <a:gd name="connsiteX2" fmla="*/ 6112562 w 6112562"/>
              <a:gd name="connsiteY2" fmla="*/ 1739869 h 5201391"/>
              <a:gd name="connsiteX3" fmla="*/ 0 w 6112562"/>
              <a:gd name="connsiteY3" fmla="*/ 5201391 h 5201391"/>
              <a:gd name="connsiteX0" fmla="*/ 0 w 6138863"/>
              <a:gd name="connsiteY0" fmla="*/ 5214602 h 5214602"/>
              <a:gd name="connsiteX1" fmla="*/ 3039482 w 6138863"/>
              <a:gd name="connsiteY1" fmla="*/ 0 h 5214602"/>
              <a:gd name="connsiteX2" fmla="*/ 6138863 w 6138863"/>
              <a:gd name="connsiteY2" fmla="*/ 1739869 h 5214602"/>
              <a:gd name="connsiteX3" fmla="*/ 0 w 6138863"/>
              <a:gd name="connsiteY3" fmla="*/ 5214602 h 5214602"/>
            </a:gdLst>
            <a:ahLst/>
            <a:cxnLst>
              <a:cxn ang="0">
                <a:pos x="connsiteX0" y="connsiteY0"/>
              </a:cxn>
              <a:cxn ang="0">
                <a:pos x="connsiteX1" y="connsiteY1"/>
              </a:cxn>
              <a:cxn ang="0">
                <a:pos x="connsiteX2" y="connsiteY2"/>
              </a:cxn>
              <a:cxn ang="0">
                <a:pos x="connsiteX3" y="connsiteY3"/>
              </a:cxn>
            </a:cxnLst>
            <a:rect l="l" t="t" r="r" b="b"/>
            <a:pathLst>
              <a:path w="6138863" h="5214602">
                <a:moveTo>
                  <a:pt x="0" y="5214602"/>
                </a:moveTo>
                <a:lnTo>
                  <a:pt x="3039482" y="0"/>
                </a:lnTo>
                <a:lnTo>
                  <a:pt x="6138863" y="1739869"/>
                </a:lnTo>
                <a:lnTo>
                  <a:pt x="0" y="5214602"/>
                </a:lnTo>
                <a:close/>
              </a:path>
            </a:pathLst>
          </a:custGeom>
          <a:gradFill flip="none" rotWithShape="1">
            <a:gsLst>
              <a:gs pos="52000">
                <a:schemeClr val="accent2"/>
              </a:gs>
              <a:gs pos="100000">
                <a:schemeClr val="accent1"/>
              </a:gs>
              <a:gs pos="20000">
                <a:schemeClr val="accent3"/>
              </a:gs>
            </a:gsLst>
            <a:lin ang="7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5593" y="1652428"/>
            <a:ext cx="11468909" cy="1994392"/>
          </a:xfrm>
          <a:prstGeom prst="rect">
            <a:avLst/>
          </a:prstGeom>
        </p:spPr>
        <p:txBody>
          <a:bodyPr vert="horz" wrap="square" lIns="0" tIns="0" rIns="0" bIns="0" anchor="t" anchorCtr="0">
            <a:noAutofit/>
          </a:bodyPr>
          <a:lstStyle>
            <a:lvl1pPr algn="l">
              <a:lnSpc>
                <a:spcPct val="80000"/>
              </a:lnSpc>
              <a:defRPr sz="7200" b="0">
                <a:solidFill>
                  <a:schemeClr val="bg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sp>
        <p:nvSpPr>
          <p:cNvPr id="21" name="Text Placeholder 5"/>
          <p:cNvSpPr>
            <a:spLocks noGrp="1"/>
          </p:cNvSpPr>
          <p:nvPr>
            <p:ph type="body" sz="quarter" idx="13" hasCustomPrompt="1"/>
          </p:nvPr>
        </p:nvSpPr>
        <p:spPr>
          <a:xfrm>
            <a:off x="384048" y="3892296"/>
            <a:ext cx="9472598" cy="864848"/>
          </a:xfrm>
          <a:prstGeom prst="rect">
            <a:avLst/>
          </a:prstGeom>
        </p:spPr>
        <p:txBody>
          <a:bodyPr lIns="0" tIns="0" rIns="0" bIns="0"/>
          <a:lstStyle>
            <a:lvl1pPr>
              <a:lnSpc>
                <a:spcPct val="90000"/>
              </a:lnSpc>
              <a:defRPr sz="2800">
                <a:solidFill>
                  <a:schemeClr val="bg1"/>
                </a:solidFill>
              </a:defRPr>
            </a:lvl1pPr>
          </a:lstStyle>
          <a:p>
            <a:pPr lvl="0"/>
            <a:r>
              <a:rPr lang="en-US" dirty="0"/>
              <a:t>Title subhead/presenters names, </a:t>
            </a:r>
            <a:br>
              <a:rPr lang="en-US" dirty="0"/>
            </a:br>
            <a:r>
              <a:rPr lang="en-US" dirty="0"/>
              <a:t>one or two lines</a:t>
            </a:r>
          </a:p>
        </p:txBody>
      </p:sp>
      <p:sp>
        <p:nvSpPr>
          <p:cNvPr id="22" name="Text Placeholder 7"/>
          <p:cNvSpPr>
            <a:spLocks noGrp="1"/>
          </p:cNvSpPr>
          <p:nvPr>
            <p:ph type="body" sz="quarter" idx="10" hasCustomPrompt="1"/>
          </p:nvPr>
        </p:nvSpPr>
        <p:spPr>
          <a:xfrm>
            <a:off x="384047" y="5204499"/>
            <a:ext cx="4114800"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pic>
        <p:nvPicPr>
          <p:cNvPr id="13" name="Picture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1173756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ver_3 REVERSED line">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sp>
        <p:nvSpPr>
          <p:cNvPr id="8" name="Freeform 7"/>
          <p:cNvSpPr/>
          <p:nvPr userDrawn="1"/>
        </p:nvSpPr>
        <p:spPr>
          <a:xfrm flipH="1" flipV="1">
            <a:off x="1" y="-17420"/>
            <a:ext cx="8130732" cy="6875419"/>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6053933"/>
              <a:gd name="connsiteY0" fmla="*/ 5175181 h 5175181"/>
              <a:gd name="connsiteX1" fmla="*/ 2883458 w 6053933"/>
              <a:gd name="connsiteY1" fmla="*/ 0 h 5175181"/>
              <a:gd name="connsiteX2" fmla="*/ 6053933 w 6053933"/>
              <a:gd name="connsiteY2" fmla="*/ 1755636 h 5175181"/>
              <a:gd name="connsiteX3" fmla="*/ 0 w 6053933"/>
              <a:gd name="connsiteY3" fmla="*/ 5175181 h 5175181"/>
              <a:gd name="connsiteX0" fmla="*/ 0 w 6053933"/>
              <a:gd name="connsiteY0" fmla="*/ 5182329 h 5182329"/>
              <a:gd name="connsiteX1" fmla="*/ 2869075 w 6053933"/>
              <a:gd name="connsiteY1" fmla="*/ 0 h 5182329"/>
              <a:gd name="connsiteX2" fmla="*/ 6053933 w 6053933"/>
              <a:gd name="connsiteY2" fmla="*/ 1762784 h 5182329"/>
              <a:gd name="connsiteX3" fmla="*/ 0 w 6053933"/>
              <a:gd name="connsiteY3" fmla="*/ 5182329 h 5182329"/>
              <a:gd name="connsiteX0" fmla="*/ 0 w 6025167"/>
              <a:gd name="connsiteY0" fmla="*/ 5182329 h 5182329"/>
              <a:gd name="connsiteX1" fmla="*/ 2869075 w 6025167"/>
              <a:gd name="connsiteY1" fmla="*/ 0 h 5182329"/>
              <a:gd name="connsiteX2" fmla="*/ 6025167 w 6025167"/>
              <a:gd name="connsiteY2" fmla="*/ 1905745 h 5182329"/>
              <a:gd name="connsiteX3" fmla="*/ 0 w 6025167"/>
              <a:gd name="connsiteY3" fmla="*/ 5182329 h 5182329"/>
              <a:gd name="connsiteX0" fmla="*/ 0 w 6053933"/>
              <a:gd name="connsiteY0" fmla="*/ 5182329 h 5182329"/>
              <a:gd name="connsiteX1" fmla="*/ 2869075 w 6053933"/>
              <a:gd name="connsiteY1" fmla="*/ 0 h 5182329"/>
              <a:gd name="connsiteX2" fmla="*/ 6053933 w 6053933"/>
              <a:gd name="connsiteY2" fmla="*/ 1905745 h 5182329"/>
              <a:gd name="connsiteX3" fmla="*/ 0 w 6053933"/>
              <a:gd name="connsiteY3" fmla="*/ 5182329 h 5182329"/>
              <a:gd name="connsiteX0" fmla="*/ 0 w 6063522"/>
              <a:gd name="connsiteY0" fmla="*/ 5191860 h 5191860"/>
              <a:gd name="connsiteX1" fmla="*/ 2878664 w 6063522"/>
              <a:gd name="connsiteY1" fmla="*/ 0 h 5191860"/>
              <a:gd name="connsiteX2" fmla="*/ 6063522 w 6063522"/>
              <a:gd name="connsiteY2" fmla="*/ 1905745 h 5191860"/>
              <a:gd name="connsiteX3" fmla="*/ 0 w 6063522"/>
              <a:gd name="connsiteY3" fmla="*/ 5191860 h 5191860"/>
              <a:gd name="connsiteX0" fmla="*/ 0 w 6073111"/>
              <a:gd name="connsiteY0" fmla="*/ 5191860 h 5191860"/>
              <a:gd name="connsiteX1" fmla="*/ 2878664 w 6073111"/>
              <a:gd name="connsiteY1" fmla="*/ 0 h 5191860"/>
              <a:gd name="connsiteX2" fmla="*/ 6073111 w 6073111"/>
              <a:gd name="connsiteY2" fmla="*/ 1915276 h 5191860"/>
              <a:gd name="connsiteX3" fmla="*/ 0 w 6073111"/>
              <a:gd name="connsiteY3" fmla="*/ 5191860 h 5191860"/>
              <a:gd name="connsiteX0" fmla="*/ 0 w 6073111"/>
              <a:gd name="connsiteY0" fmla="*/ 5201391 h 5201391"/>
              <a:gd name="connsiteX1" fmla="*/ 2888253 w 6073111"/>
              <a:gd name="connsiteY1" fmla="*/ 0 h 5201391"/>
              <a:gd name="connsiteX2" fmla="*/ 6073111 w 6073111"/>
              <a:gd name="connsiteY2" fmla="*/ 1924807 h 5201391"/>
              <a:gd name="connsiteX3" fmla="*/ 0 w 6073111"/>
              <a:gd name="connsiteY3" fmla="*/ 5201391 h 5201391"/>
              <a:gd name="connsiteX0" fmla="*/ 0 w 6073111"/>
              <a:gd name="connsiteY0" fmla="*/ 5201391 h 5201391"/>
              <a:gd name="connsiteX1" fmla="*/ 2888253 w 6073111"/>
              <a:gd name="connsiteY1" fmla="*/ 0 h 5201391"/>
              <a:gd name="connsiteX2" fmla="*/ 6073111 w 6073111"/>
              <a:gd name="connsiteY2" fmla="*/ 1739869 h 5201391"/>
              <a:gd name="connsiteX3" fmla="*/ 0 w 6073111"/>
              <a:gd name="connsiteY3" fmla="*/ 5201391 h 5201391"/>
              <a:gd name="connsiteX0" fmla="*/ 0 w 6073111"/>
              <a:gd name="connsiteY0" fmla="*/ 5201391 h 5201391"/>
              <a:gd name="connsiteX1" fmla="*/ 2973730 w 6073111"/>
              <a:gd name="connsiteY1" fmla="*/ 0 h 5201391"/>
              <a:gd name="connsiteX2" fmla="*/ 6073111 w 6073111"/>
              <a:gd name="connsiteY2" fmla="*/ 1739869 h 5201391"/>
              <a:gd name="connsiteX3" fmla="*/ 0 w 6073111"/>
              <a:gd name="connsiteY3" fmla="*/ 5201391 h 5201391"/>
              <a:gd name="connsiteX0" fmla="*/ 0 w 6112562"/>
              <a:gd name="connsiteY0" fmla="*/ 5201391 h 5201391"/>
              <a:gd name="connsiteX1" fmla="*/ 3013181 w 6112562"/>
              <a:gd name="connsiteY1" fmla="*/ 0 h 5201391"/>
              <a:gd name="connsiteX2" fmla="*/ 6112562 w 6112562"/>
              <a:gd name="connsiteY2" fmla="*/ 1739869 h 5201391"/>
              <a:gd name="connsiteX3" fmla="*/ 0 w 6112562"/>
              <a:gd name="connsiteY3" fmla="*/ 5201391 h 5201391"/>
              <a:gd name="connsiteX0" fmla="*/ 0 w 6138863"/>
              <a:gd name="connsiteY0" fmla="*/ 5214602 h 5214602"/>
              <a:gd name="connsiteX1" fmla="*/ 3039482 w 6138863"/>
              <a:gd name="connsiteY1" fmla="*/ 0 h 5214602"/>
              <a:gd name="connsiteX2" fmla="*/ 6138863 w 6138863"/>
              <a:gd name="connsiteY2" fmla="*/ 1739869 h 5214602"/>
              <a:gd name="connsiteX3" fmla="*/ 0 w 6138863"/>
              <a:gd name="connsiteY3" fmla="*/ 5214602 h 5214602"/>
            </a:gdLst>
            <a:ahLst/>
            <a:cxnLst>
              <a:cxn ang="0">
                <a:pos x="connsiteX0" y="connsiteY0"/>
              </a:cxn>
              <a:cxn ang="0">
                <a:pos x="connsiteX1" y="connsiteY1"/>
              </a:cxn>
              <a:cxn ang="0">
                <a:pos x="connsiteX2" y="connsiteY2"/>
              </a:cxn>
              <a:cxn ang="0">
                <a:pos x="connsiteX3" y="connsiteY3"/>
              </a:cxn>
            </a:cxnLst>
            <a:rect l="l" t="t" r="r" b="b"/>
            <a:pathLst>
              <a:path w="6138863" h="5214602">
                <a:moveTo>
                  <a:pt x="0" y="5214602"/>
                </a:moveTo>
                <a:lnTo>
                  <a:pt x="3039482" y="0"/>
                </a:lnTo>
                <a:lnTo>
                  <a:pt x="6138863" y="1739869"/>
                </a:lnTo>
                <a:lnTo>
                  <a:pt x="0" y="5214602"/>
                </a:lnTo>
                <a:close/>
              </a:path>
            </a:pathLst>
          </a:custGeom>
          <a:gradFill flip="none" rotWithShape="1">
            <a:gsLst>
              <a:gs pos="52000">
                <a:schemeClr val="accent2"/>
              </a:gs>
              <a:gs pos="100000">
                <a:schemeClr val="accent1"/>
              </a:gs>
              <a:gs pos="20000">
                <a:schemeClr val="accent3"/>
              </a:gs>
            </a:gsLst>
            <a:lin ang="7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5593" y="1652428"/>
            <a:ext cx="11468909" cy="1994392"/>
          </a:xfrm>
          <a:prstGeom prst="rect">
            <a:avLst/>
          </a:prstGeom>
        </p:spPr>
        <p:txBody>
          <a:bodyPr vert="horz" wrap="square" lIns="0" tIns="0" rIns="0" bIns="0" anchor="t" anchorCtr="0">
            <a:noAutofit/>
          </a:bodyPr>
          <a:lstStyle>
            <a:lvl1pPr algn="l">
              <a:lnSpc>
                <a:spcPct val="80000"/>
              </a:lnSpc>
              <a:defRPr sz="7200" b="0">
                <a:solidFill>
                  <a:schemeClr val="bg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sp>
        <p:nvSpPr>
          <p:cNvPr id="22" name="Text Placeholder 7"/>
          <p:cNvSpPr>
            <a:spLocks noGrp="1"/>
          </p:cNvSpPr>
          <p:nvPr>
            <p:ph type="body" sz="quarter" idx="10" hasCustomPrompt="1"/>
          </p:nvPr>
        </p:nvSpPr>
        <p:spPr>
          <a:xfrm>
            <a:off x="384047" y="3895344"/>
            <a:ext cx="4114800"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dirty="0"/>
              <a:t>Date</a:t>
            </a:r>
          </a:p>
        </p:txBody>
      </p:sp>
      <p:pic>
        <p:nvPicPr>
          <p:cNvPr id="13" name="Picture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171991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ver_4 REVERSED line/subhead">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sp>
        <p:nvSpPr>
          <p:cNvPr id="10" name="Freeform 9"/>
          <p:cNvSpPr/>
          <p:nvPr userDrawn="1"/>
        </p:nvSpPr>
        <p:spPr>
          <a:xfrm flipH="1" flipV="1">
            <a:off x="-8709" y="-8709"/>
            <a:ext cx="8136266" cy="6875416"/>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3202595"/>
              <a:gd name="connsiteY0" fmla="*/ 5189477 h 5189477"/>
              <a:gd name="connsiteX1" fmla="*/ 10681 w 3202595"/>
              <a:gd name="connsiteY1" fmla="*/ 0 h 5189477"/>
              <a:gd name="connsiteX2" fmla="*/ 3202595 w 3202595"/>
              <a:gd name="connsiteY2" fmla="*/ 1769932 h 5189477"/>
              <a:gd name="connsiteX3" fmla="*/ 0 w 3202595"/>
              <a:gd name="connsiteY3" fmla="*/ 5189477 h 5189477"/>
              <a:gd name="connsiteX0" fmla="*/ 2962146 w 6164741"/>
              <a:gd name="connsiteY0" fmla="*/ 5403918 h 5403918"/>
              <a:gd name="connsiteX1" fmla="*/ 3 w 6164741"/>
              <a:gd name="connsiteY1" fmla="*/ 0 h 5403918"/>
              <a:gd name="connsiteX2" fmla="*/ 6164741 w 6164741"/>
              <a:gd name="connsiteY2" fmla="*/ 1984373 h 5403918"/>
              <a:gd name="connsiteX3" fmla="*/ 2962146 w 6164741"/>
              <a:gd name="connsiteY3" fmla="*/ 5403918 h 5403918"/>
              <a:gd name="connsiteX0" fmla="*/ 2962143 w 6164738"/>
              <a:gd name="connsiteY0" fmla="*/ 5403918 h 5403918"/>
              <a:gd name="connsiteX1" fmla="*/ 0 w 6164738"/>
              <a:gd name="connsiteY1" fmla="*/ 0 h 5403918"/>
              <a:gd name="connsiteX2" fmla="*/ 6164738 w 6164738"/>
              <a:gd name="connsiteY2" fmla="*/ 1984373 h 5403918"/>
              <a:gd name="connsiteX3" fmla="*/ 2962143 w 6164738"/>
              <a:gd name="connsiteY3" fmla="*/ 5403918 h 5403918"/>
              <a:gd name="connsiteX0" fmla="*/ 2962143 w 6164738"/>
              <a:gd name="connsiteY0" fmla="*/ 5403918 h 5403918"/>
              <a:gd name="connsiteX1" fmla="*/ 0 w 6164738"/>
              <a:gd name="connsiteY1" fmla="*/ 0 h 5403918"/>
              <a:gd name="connsiteX2" fmla="*/ 6164738 w 6164738"/>
              <a:gd name="connsiteY2" fmla="*/ 1984373 h 5403918"/>
              <a:gd name="connsiteX3" fmla="*/ 2962143 w 6164738"/>
              <a:gd name="connsiteY3" fmla="*/ 5403918 h 5403918"/>
              <a:gd name="connsiteX0" fmla="*/ 2819219 w 6021814"/>
              <a:gd name="connsiteY0" fmla="*/ 5189477 h 5189477"/>
              <a:gd name="connsiteX1" fmla="*/ 0 w 6021814"/>
              <a:gd name="connsiteY1" fmla="*/ 0 h 5189477"/>
              <a:gd name="connsiteX2" fmla="*/ 6021814 w 6021814"/>
              <a:gd name="connsiteY2" fmla="*/ 1769932 h 5189477"/>
              <a:gd name="connsiteX3" fmla="*/ 2819219 w 6021814"/>
              <a:gd name="connsiteY3" fmla="*/ 5189477 h 5189477"/>
              <a:gd name="connsiteX0" fmla="*/ 2819219 w 6007522"/>
              <a:gd name="connsiteY0" fmla="*/ 5189477 h 5189477"/>
              <a:gd name="connsiteX1" fmla="*/ 0 w 6007522"/>
              <a:gd name="connsiteY1" fmla="*/ 0 h 5189477"/>
              <a:gd name="connsiteX2" fmla="*/ 6007522 w 6007522"/>
              <a:gd name="connsiteY2" fmla="*/ 3299613 h 5189477"/>
              <a:gd name="connsiteX3" fmla="*/ 2819219 w 6007522"/>
              <a:gd name="connsiteY3" fmla="*/ 5189477 h 5189477"/>
              <a:gd name="connsiteX0" fmla="*/ 2819219 w 6021814"/>
              <a:gd name="connsiteY0" fmla="*/ 5189477 h 5189477"/>
              <a:gd name="connsiteX1" fmla="*/ 0 w 6021814"/>
              <a:gd name="connsiteY1" fmla="*/ 0 h 5189477"/>
              <a:gd name="connsiteX2" fmla="*/ 6021814 w 6021814"/>
              <a:gd name="connsiteY2" fmla="*/ 3385390 h 5189477"/>
              <a:gd name="connsiteX3" fmla="*/ 2819219 w 6021814"/>
              <a:gd name="connsiteY3" fmla="*/ 5189477 h 5189477"/>
              <a:gd name="connsiteX0" fmla="*/ 2862096 w 6021814"/>
              <a:gd name="connsiteY0" fmla="*/ 5189477 h 5189477"/>
              <a:gd name="connsiteX1" fmla="*/ 0 w 6021814"/>
              <a:gd name="connsiteY1" fmla="*/ 0 h 5189477"/>
              <a:gd name="connsiteX2" fmla="*/ 6021814 w 6021814"/>
              <a:gd name="connsiteY2" fmla="*/ 3385390 h 5189477"/>
              <a:gd name="connsiteX3" fmla="*/ 2862096 w 6021814"/>
              <a:gd name="connsiteY3" fmla="*/ 5189477 h 5189477"/>
              <a:gd name="connsiteX0" fmla="*/ 2862096 w 6021814"/>
              <a:gd name="connsiteY0" fmla="*/ 5189477 h 5189477"/>
              <a:gd name="connsiteX1" fmla="*/ 0 w 6021814"/>
              <a:gd name="connsiteY1" fmla="*/ 0 h 5189477"/>
              <a:gd name="connsiteX2" fmla="*/ 6021814 w 6021814"/>
              <a:gd name="connsiteY2" fmla="*/ 3385390 h 5189477"/>
              <a:gd name="connsiteX3" fmla="*/ 2862096 w 6021814"/>
              <a:gd name="connsiteY3" fmla="*/ 5189477 h 5189477"/>
              <a:gd name="connsiteX0" fmla="*/ 2862096 w 5993229"/>
              <a:gd name="connsiteY0" fmla="*/ 5189477 h 5189477"/>
              <a:gd name="connsiteX1" fmla="*/ 0 w 5993229"/>
              <a:gd name="connsiteY1" fmla="*/ 0 h 5189477"/>
              <a:gd name="connsiteX2" fmla="*/ 5993229 w 5993229"/>
              <a:gd name="connsiteY2" fmla="*/ 3394921 h 5189477"/>
              <a:gd name="connsiteX3" fmla="*/ 2862096 w 5993229"/>
              <a:gd name="connsiteY3" fmla="*/ 5189477 h 5189477"/>
              <a:gd name="connsiteX0" fmla="*/ 2940500 w 5993229"/>
              <a:gd name="connsiteY0" fmla="*/ 5196067 h 5196067"/>
              <a:gd name="connsiteX1" fmla="*/ 0 w 5993229"/>
              <a:gd name="connsiteY1" fmla="*/ 0 h 5196067"/>
              <a:gd name="connsiteX2" fmla="*/ 5993229 w 5993229"/>
              <a:gd name="connsiteY2" fmla="*/ 3394921 h 5196067"/>
              <a:gd name="connsiteX3" fmla="*/ 2940500 w 5993229"/>
              <a:gd name="connsiteY3" fmla="*/ 5196067 h 5196067"/>
              <a:gd name="connsiteX0" fmla="*/ 2940500 w 5999763"/>
              <a:gd name="connsiteY0" fmla="*/ 5196067 h 5196067"/>
              <a:gd name="connsiteX1" fmla="*/ 0 w 5999763"/>
              <a:gd name="connsiteY1" fmla="*/ 0 h 5196067"/>
              <a:gd name="connsiteX2" fmla="*/ 5999763 w 5999763"/>
              <a:gd name="connsiteY2" fmla="*/ 3467409 h 5196067"/>
              <a:gd name="connsiteX3" fmla="*/ 2940500 w 5999763"/>
              <a:gd name="connsiteY3" fmla="*/ 5196067 h 5196067"/>
              <a:gd name="connsiteX0" fmla="*/ 3045039 w 6104302"/>
              <a:gd name="connsiteY0" fmla="*/ 5202656 h 5202656"/>
              <a:gd name="connsiteX1" fmla="*/ 0 w 6104302"/>
              <a:gd name="connsiteY1" fmla="*/ 0 h 5202656"/>
              <a:gd name="connsiteX2" fmla="*/ 6104302 w 6104302"/>
              <a:gd name="connsiteY2" fmla="*/ 3473998 h 5202656"/>
              <a:gd name="connsiteX3" fmla="*/ 3045039 w 6104302"/>
              <a:gd name="connsiteY3" fmla="*/ 5202656 h 5202656"/>
            </a:gdLst>
            <a:ahLst/>
            <a:cxnLst>
              <a:cxn ang="0">
                <a:pos x="connsiteX0" y="connsiteY0"/>
              </a:cxn>
              <a:cxn ang="0">
                <a:pos x="connsiteX1" y="connsiteY1"/>
              </a:cxn>
              <a:cxn ang="0">
                <a:pos x="connsiteX2" y="connsiteY2"/>
              </a:cxn>
              <a:cxn ang="0">
                <a:pos x="connsiteX3" y="connsiteY3"/>
              </a:cxn>
            </a:cxnLst>
            <a:rect l="l" t="t" r="r" b="b"/>
            <a:pathLst>
              <a:path w="6104302" h="5202656">
                <a:moveTo>
                  <a:pt x="3045039" y="5202656"/>
                </a:moveTo>
                <a:cubicBezTo>
                  <a:pt x="3034307" y="5174064"/>
                  <a:pt x="10732" y="42888"/>
                  <a:pt x="0" y="0"/>
                </a:cubicBezTo>
                <a:lnTo>
                  <a:pt x="6104302" y="3473998"/>
                </a:lnTo>
                <a:lnTo>
                  <a:pt x="3045039" y="5202656"/>
                </a:lnTo>
                <a:close/>
              </a:path>
            </a:pathLst>
          </a:custGeom>
          <a:gradFill flip="none" rotWithShape="1">
            <a:gsLst>
              <a:gs pos="22000">
                <a:schemeClr val="accent3"/>
              </a:gs>
              <a:gs pos="51000">
                <a:schemeClr val="accent2"/>
              </a:gs>
              <a:gs pos="98374">
                <a:schemeClr val="accent1"/>
              </a:gs>
            </a:gsLst>
            <a:lin ang="13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3035" y="1655791"/>
            <a:ext cx="11468909" cy="1994392"/>
          </a:xfrm>
          <a:prstGeom prst="rect">
            <a:avLst/>
          </a:prstGeom>
        </p:spPr>
        <p:txBody>
          <a:bodyPr vert="horz" wrap="square" lIns="0" tIns="0" rIns="0" bIns="0" anchor="t" anchorCtr="0">
            <a:noAutofit/>
          </a:bodyPr>
          <a:lstStyle>
            <a:lvl1pPr algn="l">
              <a:lnSpc>
                <a:spcPct val="80000"/>
              </a:lnSpc>
              <a:defRPr sz="7200" b="0">
                <a:solidFill>
                  <a:schemeClr val="bg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sp>
        <p:nvSpPr>
          <p:cNvPr id="43" name="Text Placeholder 7"/>
          <p:cNvSpPr>
            <a:spLocks noGrp="1"/>
          </p:cNvSpPr>
          <p:nvPr>
            <p:ph type="body" sz="quarter" idx="10" hasCustomPrompt="1"/>
          </p:nvPr>
        </p:nvSpPr>
        <p:spPr>
          <a:xfrm>
            <a:off x="384048" y="5204499"/>
            <a:ext cx="1978025"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sp>
        <p:nvSpPr>
          <p:cNvPr id="6" name="Text Placeholder 5"/>
          <p:cNvSpPr>
            <a:spLocks noGrp="1"/>
          </p:cNvSpPr>
          <p:nvPr>
            <p:ph type="body" sz="quarter" idx="12" hasCustomPrompt="1"/>
          </p:nvPr>
        </p:nvSpPr>
        <p:spPr>
          <a:xfrm>
            <a:off x="384048" y="3895344"/>
            <a:ext cx="9514682" cy="864848"/>
          </a:xfrm>
          <a:prstGeom prst="rect">
            <a:avLst/>
          </a:prstGeom>
        </p:spPr>
        <p:txBody>
          <a:bodyPr lIns="0" tIns="0" rIns="0" bIns="0"/>
          <a:lstStyle>
            <a:lvl1pPr>
              <a:lnSpc>
                <a:spcPct val="90000"/>
              </a:lnSpc>
              <a:defRPr sz="2800">
                <a:solidFill>
                  <a:schemeClr val="bg1"/>
                </a:solidFill>
              </a:defRPr>
            </a:lvl1pPr>
          </a:lstStyle>
          <a:p>
            <a:pPr lvl="0"/>
            <a:r>
              <a:rPr lang="en-US" dirty="0"/>
              <a:t>Title subhead/presenters names, </a:t>
            </a:r>
            <a:br>
              <a:rPr lang="en-US" dirty="0"/>
            </a:br>
            <a:r>
              <a:rPr lang="en-US" dirty="0"/>
              <a:t>one or two lines</a:t>
            </a:r>
          </a:p>
        </p:txBody>
      </p:sp>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3580964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ver_4 REVERSED line">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sp>
        <p:nvSpPr>
          <p:cNvPr id="10" name="Freeform 9"/>
          <p:cNvSpPr/>
          <p:nvPr userDrawn="1"/>
        </p:nvSpPr>
        <p:spPr>
          <a:xfrm flipH="1" flipV="1">
            <a:off x="-8709" y="-8709"/>
            <a:ext cx="8136266" cy="6875416"/>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3202595"/>
              <a:gd name="connsiteY0" fmla="*/ 5189477 h 5189477"/>
              <a:gd name="connsiteX1" fmla="*/ 10681 w 3202595"/>
              <a:gd name="connsiteY1" fmla="*/ 0 h 5189477"/>
              <a:gd name="connsiteX2" fmla="*/ 3202595 w 3202595"/>
              <a:gd name="connsiteY2" fmla="*/ 1769932 h 5189477"/>
              <a:gd name="connsiteX3" fmla="*/ 0 w 3202595"/>
              <a:gd name="connsiteY3" fmla="*/ 5189477 h 5189477"/>
              <a:gd name="connsiteX0" fmla="*/ 2962146 w 6164741"/>
              <a:gd name="connsiteY0" fmla="*/ 5403918 h 5403918"/>
              <a:gd name="connsiteX1" fmla="*/ 3 w 6164741"/>
              <a:gd name="connsiteY1" fmla="*/ 0 h 5403918"/>
              <a:gd name="connsiteX2" fmla="*/ 6164741 w 6164741"/>
              <a:gd name="connsiteY2" fmla="*/ 1984373 h 5403918"/>
              <a:gd name="connsiteX3" fmla="*/ 2962146 w 6164741"/>
              <a:gd name="connsiteY3" fmla="*/ 5403918 h 5403918"/>
              <a:gd name="connsiteX0" fmla="*/ 2962143 w 6164738"/>
              <a:gd name="connsiteY0" fmla="*/ 5403918 h 5403918"/>
              <a:gd name="connsiteX1" fmla="*/ 0 w 6164738"/>
              <a:gd name="connsiteY1" fmla="*/ 0 h 5403918"/>
              <a:gd name="connsiteX2" fmla="*/ 6164738 w 6164738"/>
              <a:gd name="connsiteY2" fmla="*/ 1984373 h 5403918"/>
              <a:gd name="connsiteX3" fmla="*/ 2962143 w 6164738"/>
              <a:gd name="connsiteY3" fmla="*/ 5403918 h 5403918"/>
              <a:gd name="connsiteX0" fmla="*/ 2962143 w 6164738"/>
              <a:gd name="connsiteY0" fmla="*/ 5403918 h 5403918"/>
              <a:gd name="connsiteX1" fmla="*/ 0 w 6164738"/>
              <a:gd name="connsiteY1" fmla="*/ 0 h 5403918"/>
              <a:gd name="connsiteX2" fmla="*/ 6164738 w 6164738"/>
              <a:gd name="connsiteY2" fmla="*/ 1984373 h 5403918"/>
              <a:gd name="connsiteX3" fmla="*/ 2962143 w 6164738"/>
              <a:gd name="connsiteY3" fmla="*/ 5403918 h 5403918"/>
              <a:gd name="connsiteX0" fmla="*/ 2819219 w 6021814"/>
              <a:gd name="connsiteY0" fmla="*/ 5189477 h 5189477"/>
              <a:gd name="connsiteX1" fmla="*/ 0 w 6021814"/>
              <a:gd name="connsiteY1" fmla="*/ 0 h 5189477"/>
              <a:gd name="connsiteX2" fmla="*/ 6021814 w 6021814"/>
              <a:gd name="connsiteY2" fmla="*/ 1769932 h 5189477"/>
              <a:gd name="connsiteX3" fmla="*/ 2819219 w 6021814"/>
              <a:gd name="connsiteY3" fmla="*/ 5189477 h 5189477"/>
              <a:gd name="connsiteX0" fmla="*/ 2819219 w 6007522"/>
              <a:gd name="connsiteY0" fmla="*/ 5189477 h 5189477"/>
              <a:gd name="connsiteX1" fmla="*/ 0 w 6007522"/>
              <a:gd name="connsiteY1" fmla="*/ 0 h 5189477"/>
              <a:gd name="connsiteX2" fmla="*/ 6007522 w 6007522"/>
              <a:gd name="connsiteY2" fmla="*/ 3299613 h 5189477"/>
              <a:gd name="connsiteX3" fmla="*/ 2819219 w 6007522"/>
              <a:gd name="connsiteY3" fmla="*/ 5189477 h 5189477"/>
              <a:gd name="connsiteX0" fmla="*/ 2819219 w 6021814"/>
              <a:gd name="connsiteY0" fmla="*/ 5189477 h 5189477"/>
              <a:gd name="connsiteX1" fmla="*/ 0 w 6021814"/>
              <a:gd name="connsiteY1" fmla="*/ 0 h 5189477"/>
              <a:gd name="connsiteX2" fmla="*/ 6021814 w 6021814"/>
              <a:gd name="connsiteY2" fmla="*/ 3385390 h 5189477"/>
              <a:gd name="connsiteX3" fmla="*/ 2819219 w 6021814"/>
              <a:gd name="connsiteY3" fmla="*/ 5189477 h 5189477"/>
              <a:gd name="connsiteX0" fmla="*/ 2862096 w 6021814"/>
              <a:gd name="connsiteY0" fmla="*/ 5189477 h 5189477"/>
              <a:gd name="connsiteX1" fmla="*/ 0 w 6021814"/>
              <a:gd name="connsiteY1" fmla="*/ 0 h 5189477"/>
              <a:gd name="connsiteX2" fmla="*/ 6021814 w 6021814"/>
              <a:gd name="connsiteY2" fmla="*/ 3385390 h 5189477"/>
              <a:gd name="connsiteX3" fmla="*/ 2862096 w 6021814"/>
              <a:gd name="connsiteY3" fmla="*/ 5189477 h 5189477"/>
              <a:gd name="connsiteX0" fmla="*/ 2862096 w 6021814"/>
              <a:gd name="connsiteY0" fmla="*/ 5189477 h 5189477"/>
              <a:gd name="connsiteX1" fmla="*/ 0 w 6021814"/>
              <a:gd name="connsiteY1" fmla="*/ 0 h 5189477"/>
              <a:gd name="connsiteX2" fmla="*/ 6021814 w 6021814"/>
              <a:gd name="connsiteY2" fmla="*/ 3385390 h 5189477"/>
              <a:gd name="connsiteX3" fmla="*/ 2862096 w 6021814"/>
              <a:gd name="connsiteY3" fmla="*/ 5189477 h 5189477"/>
              <a:gd name="connsiteX0" fmla="*/ 2862096 w 5993229"/>
              <a:gd name="connsiteY0" fmla="*/ 5189477 h 5189477"/>
              <a:gd name="connsiteX1" fmla="*/ 0 w 5993229"/>
              <a:gd name="connsiteY1" fmla="*/ 0 h 5189477"/>
              <a:gd name="connsiteX2" fmla="*/ 5993229 w 5993229"/>
              <a:gd name="connsiteY2" fmla="*/ 3394921 h 5189477"/>
              <a:gd name="connsiteX3" fmla="*/ 2862096 w 5993229"/>
              <a:gd name="connsiteY3" fmla="*/ 5189477 h 5189477"/>
              <a:gd name="connsiteX0" fmla="*/ 2940500 w 5993229"/>
              <a:gd name="connsiteY0" fmla="*/ 5196067 h 5196067"/>
              <a:gd name="connsiteX1" fmla="*/ 0 w 5993229"/>
              <a:gd name="connsiteY1" fmla="*/ 0 h 5196067"/>
              <a:gd name="connsiteX2" fmla="*/ 5993229 w 5993229"/>
              <a:gd name="connsiteY2" fmla="*/ 3394921 h 5196067"/>
              <a:gd name="connsiteX3" fmla="*/ 2940500 w 5993229"/>
              <a:gd name="connsiteY3" fmla="*/ 5196067 h 5196067"/>
              <a:gd name="connsiteX0" fmla="*/ 2940500 w 5999763"/>
              <a:gd name="connsiteY0" fmla="*/ 5196067 h 5196067"/>
              <a:gd name="connsiteX1" fmla="*/ 0 w 5999763"/>
              <a:gd name="connsiteY1" fmla="*/ 0 h 5196067"/>
              <a:gd name="connsiteX2" fmla="*/ 5999763 w 5999763"/>
              <a:gd name="connsiteY2" fmla="*/ 3467409 h 5196067"/>
              <a:gd name="connsiteX3" fmla="*/ 2940500 w 5999763"/>
              <a:gd name="connsiteY3" fmla="*/ 5196067 h 5196067"/>
              <a:gd name="connsiteX0" fmla="*/ 3045039 w 6104302"/>
              <a:gd name="connsiteY0" fmla="*/ 5202656 h 5202656"/>
              <a:gd name="connsiteX1" fmla="*/ 0 w 6104302"/>
              <a:gd name="connsiteY1" fmla="*/ 0 h 5202656"/>
              <a:gd name="connsiteX2" fmla="*/ 6104302 w 6104302"/>
              <a:gd name="connsiteY2" fmla="*/ 3473998 h 5202656"/>
              <a:gd name="connsiteX3" fmla="*/ 3045039 w 6104302"/>
              <a:gd name="connsiteY3" fmla="*/ 5202656 h 5202656"/>
            </a:gdLst>
            <a:ahLst/>
            <a:cxnLst>
              <a:cxn ang="0">
                <a:pos x="connsiteX0" y="connsiteY0"/>
              </a:cxn>
              <a:cxn ang="0">
                <a:pos x="connsiteX1" y="connsiteY1"/>
              </a:cxn>
              <a:cxn ang="0">
                <a:pos x="connsiteX2" y="connsiteY2"/>
              </a:cxn>
              <a:cxn ang="0">
                <a:pos x="connsiteX3" y="connsiteY3"/>
              </a:cxn>
            </a:cxnLst>
            <a:rect l="l" t="t" r="r" b="b"/>
            <a:pathLst>
              <a:path w="6104302" h="5202656">
                <a:moveTo>
                  <a:pt x="3045039" y="5202656"/>
                </a:moveTo>
                <a:cubicBezTo>
                  <a:pt x="3034307" y="5174064"/>
                  <a:pt x="10732" y="42888"/>
                  <a:pt x="0" y="0"/>
                </a:cubicBezTo>
                <a:lnTo>
                  <a:pt x="6104302" y="3473998"/>
                </a:lnTo>
                <a:lnTo>
                  <a:pt x="3045039" y="5202656"/>
                </a:lnTo>
                <a:close/>
              </a:path>
            </a:pathLst>
          </a:custGeom>
          <a:gradFill flip="none" rotWithShape="1">
            <a:gsLst>
              <a:gs pos="22000">
                <a:schemeClr val="accent3"/>
              </a:gs>
              <a:gs pos="51000">
                <a:schemeClr val="accent2"/>
              </a:gs>
              <a:gs pos="98374">
                <a:schemeClr val="accent1"/>
              </a:gs>
            </a:gsLst>
            <a:lin ang="13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3035" y="1655791"/>
            <a:ext cx="11468909" cy="1994392"/>
          </a:xfrm>
          <a:prstGeom prst="rect">
            <a:avLst/>
          </a:prstGeom>
        </p:spPr>
        <p:txBody>
          <a:bodyPr vert="horz" wrap="square" lIns="0" tIns="0" rIns="0" bIns="0" anchor="t" anchorCtr="0">
            <a:noAutofit/>
          </a:bodyPr>
          <a:lstStyle>
            <a:lvl1pPr algn="l">
              <a:lnSpc>
                <a:spcPct val="80000"/>
              </a:lnSpc>
              <a:defRPr sz="7200" b="0">
                <a:solidFill>
                  <a:schemeClr val="bg1"/>
                </a:solidFill>
                <a:latin typeface="3M Circular TT Bold" panose="020B0804020101010102" pitchFamily="34" charset="0"/>
                <a:cs typeface="3M Circular TT Bold" panose="020B0804020101010102" pitchFamily="34" charset="0"/>
              </a:defRPr>
            </a:lvl1pPr>
          </a:lstStyle>
          <a:p>
            <a:r>
              <a:rPr lang="en-US" dirty="0"/>
              <a:t>Two line title</a:t>
            </a:r>
            <a:br>
              <a:rPr lang="en-US" dirty="0"/>
            </a:br>
            <a:r>
              <a:rPr lang="en-US" dirty="0"/>
              <a:t>goes here</a:t>
            </a:r>
            <a:endParaRPr lang="en-GB" dirty="0"/>
          </a:p>
        </p:txBody>
      </p:sp>
      <p:sp>
        <p:nvSpPr>
          <p:cNvPr id="43" name="Text Placeholder 7"/>
          <p:cNvSpPr>
            <a:spLocks noGrp="1"/>
          </p:cNvSpPr>
          <p:nvPr>
            <p:ph type="body" sz="quarter" idx="10" hasCustomPrompt="1"/>
          </p:nvPr>
        </p:nvSpPr>
        <p:spPr>
          <a:xfrm>
            <a:off x="384047" y="3895344"/>
            <a:ext cx="4114800"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2775641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ver_5 REVERSED line/subhead">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grpSp>
        <p:nvGrpSpPr>
          <p:cNvPr id="31" name="Group 30"/>
          <p:cNvGrpSpPr/>
          <p:nvPr userDrawn="1"/>
        </p:nvGrpSpPr>
        <p:grpSpPr>
          <a:xfrm>
            <a:off x="6095262" y="0"/>
            <a:ext cx="6101116" cy="6858864"/>
            <a:chOff x="6095262" y="0"/>
            <a:chExt cx="6101116" cy="6858864"/>
          </a:xfrm>
        </p:grpSpPr>
        <p:sp>
          <p:nvSpPr>
            <p:cNvPr id="8" name="Freeform 7"/>
            <p:cNvSpPr/>
            <p:nvPr userDrawn="1"/>
          </p:nvSpPr>
          <p:spPr>
            <a:xfrm>
              <a:off x="6105525" y="0"/>
              <a:ext cx="6082158" cy="6858000"/>
            </a:xfrm>
            <a:custGeom>
              <a:avLst/>
              <a:gdLst>
                <a:gd name="connsiteX0" fmla="*/ 6096000 w 6096000"/>
                <a:gd name="connsiteY0" fmla="*/ 0 h 6867525"/>
                <a:gd name="connsiteX1" fmla="*/ 0 w 6096000"/>
                <a:gd name="connsiteY1" fmla="*/ 9525 h 6867525"/>
                <a:gd name="connsiteX2" fmla="*/ 3362325 w 6096000"/>
                <a:gd name="connsiteY2" fmla="*/ 6867525 h 6867525"/>
                <a:gd name="connsiteX3" fmla="*/ 6096000 w 6096000"/>
                <a:gd name="connsiteY3" fmla="*/ 6858000 h 6867525"/>
                <a:gd name="connsiteX4" fmla="*/ 6096000 w 6096000"/>
                <a:gd name="connsiteY4" fmla="*/ 0 h 686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525">
                  <a:moveTo>
                    <a:pt x="6096000" y="0"/>
                  </a:moveTo>
                  <a:lnTo>
                    <a:pt x="0" y="9525"/>
                  </a:lnTo>
                  <a:lnTo>
                    <a:pt x="3362325" y="6867525"/>
                  </a:lnTo>
                  <a:lnTo>
                    <a:pt x="6096000" y="6858000"/>
                  </a:lnTo>
                  <a:lnTo>
                    <a:pt x="609600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3" name="Freeform 32"/>
            <p:cNvSpPr/>
            <p:nvPr userDrawn="1"/>
          </p:nvSpPr>
          <p:spPr>
            <a:xfrm flipH="1">
              <a:off x="6099048" y="0"/>
              <a:ext cx="6096736" cy="4569416"/>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 name="connsiteX0" fmla="*/ 2623 w 3395129"/>
                <a:gd name="connsiteY0" fmla="*/ 652 h 3446751"/>
                <a:gd name="connsiteX1" fmla="*/ 0 w 3395129"/>
                <a:gd name="connsiteY1" fmla="*/ 3446751 h 3446751"/>
                <a:gd name="connsiteX2" fmla="*/ 3395129 w 3395129"/>
                <a:gd name="connsiteY2" fmla="*/ 0 h 3446751"/>
                <a:gd name="connsiteX3" fmla="*/ 2623 w 3395129"/>
                <a:gd name="connsiteY3" fmla="*/ 652 h 3446751"/>
              </a:gdLst>
              <a:ahLst/>
              <a:cxnLst>
                <a:cxn ang="0">
                  <a:pos x="connsiteX0" y="connsiteY0"/>
                </a:cxn>
                <a:cxn ang="0">
                  <a:pos x="connsiteX1" y="connsiteY1"/>
                </a:cxn>
                <a:cxn ang="0">
                  <a:pos x="connsiteX2" y="connsiteY2"/>
                </a:cxn>
                <a:cxn ang="0">
                  <a:pos x="connsiteX3" y="connsiteY3"/>
                </a:cxn>
              </a:cxnLst>
              <a:rect l="l" t="t" r="r" b="b"/>
              <a:pathLst>
                <a:path w="3395129" h="3446751">
                  <a:moveTo>
                    <a:pt x="2623" y="652"/>
                  </a:moveTo>
                  <a:cubicBezTo>
                    <a:pt x="1749" y="1149352"/>
                    <a:pt x="874" y="2298051"/>
                    <a:pt x="0" y="3446751"/>
                  </a:cubicBezTo>
                  <a:lnTo>
                    <a:pt x="3395129" y="0"/>
                  </a:lnTo>
                  <a:lnTo>
                    <a:pt x="2623" y="652"/>
                  </a:lnTo>
                  <a:close/>
                </a:path>
              </a:pathLst>
            </a:custGeom>
            <a:gradFill flip="none" rotWithShape="1">
              <a:gsLst>
                <a:gs pos="1000">
                  <a:schemeClr val="accent2"/>
                </a:gs>
                <a:gs pos="100000">
                  <a:schemeClr val="accent1"/>
                </a:gs>
              </a:gsLst>
              <a:lin ang="120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Freeform 34"/>
            <p:cNvSpPr/>
            <p:nvPr userDrawn="1"/>
          </p:nvSpPr>
          <p:spPr>
            <a:xfrm flipH="1">
              <a:off x="9451181" y="4569416"/>
              <a:ext cx="2745197" cy="2289448"/>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 name="connsiteX0" fmla="*/ 1529836 w 1529836"/>
                <a:gd name="connsiteY0" fmla="*/ 1726951 h 1726951"/>
                <a:gd name="connsiteX1" fmla="*/ 4894 w 1529836"/>
                <a:gd name="connsiteY1" fmla="*/ 0 h 1726951"/>
                <a:gd name="connsiteX2" fmla="*/ 0 w 1529836"/>
                <a:gd name="connsiteY2" fmla="*/ 1719114 h 1726951"/>
                <a:gd name="connsiteX3" fmla="*/ 1529836 w 1529836"/>
                <a:gd name="connsiteY3" fmla="*/ 1726951 h 1726951"/>
                <a:gd name="connsiteX0" fmla="*/ 1524956 w 1524956"/>
                <a:gd name="connsiteY0" fmla="*/ 1726951 h 1726951"/>
                <a:gd name="connsiteX1" fmla="*/ 14 w 1524956"/>
                <a:gd name="connsiteY1" fmla="*/ 0 h 1726951"/>
                <a:gd name="connsiteX2" fmla="*/ 139661 w 1524956"/>
                <a:gd name="connsiteY2" fmla="*/ 1496385 h 1726951"/>
                <a:gd name="connsiteX3" fmla="*/ 1524956 w 1524956"/>
                <a:gd name="connsiteY3" fmla="*/ 1726951 h 1726951"/>
                <a:gd name="connsiteX0" fmla="*/ 1525273 w 1525273"/>
                <a:gd name="connsiteY0" fmla="*/ 1726951 h 1726951"/>
                <a:gd name="connsiteX1" fmla="*/ 331 w 1525273"/>
                <a:gd name="connsiteY1" fmla="*/ 0 h 1726951"/>
                <a:gd name="connsiteX2" fmla="*/ 2068 w 1525273"/>
                <a:gd name="connsiteY2" fmla="*/ 1726299 h 1726951"/>
                <a:gd name="connsiteX3" fmla="*/ 1525273 w 1525273"/>
                <a:gd name="connsiteY3" fmla="*/ 1726951 h 1726951"/>
              </a:gdLst>
              <a:ahLst/>
              <a:cxnLst>
                <a:cxn ang="0">
                  <a:pos x="connsiteX0" y="connsiteY0"/>
                </a:cxn>
                <a:cxn ang="0">
                  <a:pos x="connsiteX1" y="connsiteY1"/>
                </a:cxn>
                <a:cxn ang="0">
                  <a:pos x="connsiteX2" y="connsiteY2"/>
                </a:cxn>
                <a:cxn ang="0">
                  <a:pos x="connsiteX3" y="connsiteY3"/>
                </a:cxn>
              </a:cxnLst>
              <a:rect l="l" t="t" r="r" b="b"/>
              <a:pathLst>
                <a:path w="1525273" h="1726951">
                  <a:moveTo>
                    <a:pt x="1525273" y="1726951"/>
                  </a:moveTo>
                  <a:lnTo>
                    <a:pt x="331" y="0"/>
                  </a:lnTo>
                  <a:cubicBezTo>
                    <a:pt x="-1300" y="573038"/>
                    <a:pt x="3699" y="1153261"/>
                    <a:pt x="2068" y="1726299"/>
                  </a:cubicBezTo>
                  <a:lnTo>
                    <a:pt x="1525273" y="1726951"/>
                  </a:lnTo>
                  <a:close/>
                </a:path>
              </a:pathLst>
            </a:custGeom>
            <a:gradFill flip="none" rotWithShape="1">
              <a:gsLst>
                <a:gs pos="100000">
                  <a:schemeClr val="accent2"/>
                </a:gs>
                <a:gs pos="0">
                  <a:schemeClr val="accent1"/>
                </a:gs>
              </a:gsLst>
              <a:lin ang="13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Freeform 25"/>
            <p:cNvSpPr/>
            <p:nvPr userDrawn="1"/>
          </p:nvSpPr>
          <p:spPr>
            <a:xfrm flipH="1">
              <a:off x="6095262" y="0"/>
              <a:ext cx="6100521" cy="6858864"/>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Lst>
              <a:ahLst/>
              <a:cxnLst>
                <a:cxn ang="0">
                  <a:pos x="connsiteX0" y="connsiteY0"/>
                </a:cxn>
                <a:cxn ang="0">
                  <a:pos x="connsiteX1" y="connsiteY1"/>
                </a:cxn>
                <a:cxn ang="0">
                  <a:pos x="connsiteX2" y="connsiteY2"/>
                </a:cxn>
                <a:cxn ang="0">
                  <a:pos x="connsiteX3" y="connsiteY3"/>
                </a:cxn>
              </a:cxnLst>
              <a:rect l="l" t="t" r="r" b="b"/>
              <a:pathLst>
                <a:path w="3395129" h="5173702">
                  <a:moveTo>
                    <a:pt x="1524942" y="5173702"/>
                  </a:moveTo>
                  <a:lnTo>
                    <a:pt x="0" y="3446751"/>
                  </a:lnTo>
                  <a:lnTo>
                    <a:pt x="3395129" y="0"/>
                  </a:lnTo>
                  <a:lnTo>
                    <a:pt x="1524942" y="5173702"/>
                  </a:lnTo>
                  <a:close/>
                </a:path>
              </a:pathLst>
            </a:custGeom>
            <a:gradFill flip="none" rotWithShape="1">
              <a:gsLst>
                <a:gs pos="1000">
                  <a:schemeClr val="accent2"/>
                </a:gs>
                <a:gs pos="100000">
                  <a:schemeClr val="accent1"/>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
        <p:nvSpPr>
          <p:cNvPr id="2" name="Title 1"/>
          <p:cNvSpPr>
            <a:spLocks noGrp="1"/>
          </p:cNvSpPr>
          <p:nvPr>
            <p:ph type="ctrTitle" hasCustomPrompt="1"/>
          </p:nvPr>
        </p:nvSpPr>
        <p:spPr>
          <a:xfrm>
            <a:off x="383035" y="1655791"/>
            <a:ext cx="11468909" cy="1994392"/>
          </a:xfrm>
          <a:prstGeom prst="rect">
            <a:avLst/>
          </a:prstGeom>
        </p:spPr>
        <p:txBody>
          <a:bodyPr vert="horz" wrap="square" lIns="0" tIns="0" rIns="0" bIns="0" anchor="t" anchorCtr="0">
            <a:noAutofit/>
          </a:bodyPr>
          <a:lstStyle>
            <a:lvl1pPr algn="l">
              <a:lnSpc>
                <a:spcPct val="80000"/>
              </a:lnSpc>
              <a:defRPr sz="7200" b="0">
                <a:solidFill>
                  <a:schemeClr val="bg1"/>
                </a:solidFill>
                <a:latin typeface="3M Circular TT Bold" panose="020B0804020101010102" pitchFamily="34" charset="0"/>
                <a:cs typeface="3M Circular TT Bold" panose="020B0804020101010102" pitchFamily="34" charset="0"/>
              </a:defRPr>
            </a:lvl1pPr>
          </a:lstStyle>
          <a:p>
            <a:r>
              <a:rPr lang="en-US" dirty="0"/>
              <a:t>Two line title</a:t>
            </a:r>
            <a:br>
              <a:rPr lang="en-US" dirty="0"/>
            </a:br>
            <a:r>
              <a:rPr lang="en-US" dirty="0"/>
              <a:t>goes here</a:t>
            </a:r>
            <a:endParaRPr lang="en-GB" dirty="0"/>
          </a:p>
        </p:txBody>
      </p:sp>
      <p:sp>
        <p:nvSpPr>
          <p:cNvPr id="43" name="Text Placeholder 7"/>
          <p:cNvSpPr>
            <a:spLocks noGrp="1"/>
          </p:cNvSpPr>
          <p:nvPr>
            <p:ph type="body" sz="quarter" idx="10" hasCustomPrompt="1"/>
          </p:nvPr>
        </p:nvSpPr>
        <p:spPr>
          <a:xfrm>
            <a:off x="384048" y="5204499"/>
            <a:ext cx="1978025"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sp>
        <p:nvSpPr>
          <p:cNvPr id="6" name="Text Placeholder 5"/>
          <p:cNvSpPr>
            <a:spLocks noGrp="1"/>
          </p:cNvSpPr>
          <p:nvPr>
            <p:ph type="body" sz="quarter" idx="12" hasCustomPrompt="1"/>
          </p:nvPr>
        </p:nvSpPr>
        <p:spPr>
          <a:xfrm>
            <a:off x="384048" y="3895344"/>
            <a:ext cx="9514682" cy="864848"/>
          </a:xfrm>
          <a:prstGeom prst="rect">
            <a:avLst/>
          </a:prstGeom>
        </p:spPr>
        <p:txBody>
          <a:bodyPr lIns="0" tIns="0" rIns="0" bIns="0"/>
          <a:lstStyle>
            <a:lvl1pPr>
              <a:lnSpc>
                <a:spcPct val="90000"/>
              </a:lnSpc>
              <a:defRPr sz="2800">
                <a:solidFill>
                  <a:schemeClr val="bg1"/>
                </a:solidFill>
              </a:defRPr>
            </a:lvl1pPr>
          </a:lstStyle>
          <a:p>
            <a:pPr lvl="0"/>
            <a:r>
              <a:rPr lang="en-US" dirty="0"/>
              <a:t>Title subhead/presenters names, </a:t>
            </a:r>
            <a:br>
              <a:rPr lang="en-US" dirty="0"/>
            </a:br>
            <a:r>
              <a:rPr lang="en-US" dirty="0"/>
              <a:t>one or two lines</a:t>
            </a:r>
          </a:p>
        </p:txBody>
      </p:sp>
    </p:spTree>
    <p:extLst>
      <p:ext uri="{BB962C8B-B14F-4D97-AF65-F5344CB8AC3E}">
        <p14:creationId xmlns:p14="http://schemas.microsoft.com/office/powerpoint/2010/main" val="361269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ver_5 REVERSED line">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grpSp>
        <p:nvGrpSpPr>
          <p:cNvPr id="22" name="Group 21"/>
          <p:cNvGrpSpPr/>
          <p:nvPr userDrawn="1"/>
        </p:nvGrpSpPr>
        <p:grpSpPr>
          <a:xfrm>
            <a:off x="6095262" y="0"/>
            <a:ext cx="6101116" cy="6858864"/>
            <a:chOff x="6095262" y="0"/>
            <a:chExt cx="6101116" cy="6858864"/>
          </a:xfrm>
        </p:grpSpPr>
        <p:sp>
          <p:nvSpPr>
            <p:cNvPr id="23" name="Freeform 22"/>
            <p:cNvSpPr/>
            <p:nvPr userDrawn="1"/>
          </p:nvSpPr>
          <p:spPr>
            <a:xfrm>
              <a:off x="6105525" y="0"/>
              <a:ext cx="6082158" cy="6858000"/>
            </a:xfrm>
            <a:custGeom>
              <a:avLst/>
              <a:gdLst>
                <a:gd name="connsiteX0" fmla="*/ 6096000 w 6096000"/>
                <a:gd name="connsiteY0" fmla="*/ 0 h 6867525"/>
                <a:gd name="connsiteX1" fmla="*/ 0 w 6096000"/>
                <a:gd name="connsiteY1" fmla="*/ 9525 h 6867525"/>
                <a:gd name="connsiteX2" fmla="*/ 3362325 w 6096000"/>
                <a:gd name="connsiteY2" fmla="*/ 6867525 h 6867525"/>
                <a:gd name="connsiteX3" fmla="*/ 6096000 w 6096000"/>
                <a:gd name="connsiteY3" fmla="*/ 6858000 h 6867525"/>
                <a:gd name="connsiteX4" fmla="*/ 6096000 w 6096000"/>
                <a:gd name="connsiteY4" fmla="*/ 0 h 686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525">
                  <a:moveTo>
                    <a:pt x="6096000" y="0"/>
                  </a:moveTo>
                  <a:lnTo>
                    <a:pt x="0" y="9525"/>
                  </a:lnTo>
                  <a:lnTo>
                    <a:pt x="3362325" y="6867525"/>
                  </a:lnTo>
                  <a:lnTo>
                    <a:pt x="6096000" y="6858000"/>
                  </a:lnTo>
                  <a:lnTo>
                    <a:pt x="609600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4" name="Freeform 23"/>
            <p:cNvSpPr/>
            <p:nvPr userDrawn="1"/>
          </p:nvSpPr>
          <p:spPr>
            <a:xfrm flipH="1">
              <a:off x="6099048" y="0"/>
              <a:ext cx="6096736" cy="4569416"/>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 name="connsiteX0" fmla="*/ 2623 w 3395129"/>
                <a:gd name="connsiteY0" fmla="*/ 652 h 3446751"/>
                <a:gd name="connsiteX1" fmla="*/ 0 w 3395129"/>
                <a:gd name="connsiteY1" fmla="*/ 3446751 h 3446751"/>
                <a:gd name="connsiteX2" fmla="*/ 3395129 w 3395129"/>
                <a:gd name="connsiteY2" fmla="*/ 0 h 3446751"/>
                <a:gd name="connsiteX3" fmla="*/ 2623 w 3395129"/>
                <a:gd name="connsiteY3" fmla="*/ 652 h 3446751"/>
              </a:gdLst>
              <a:ahLst/>
              <a:cxnLst>
                <a:cxn ang="0">
                  <a:pos x="connsiteX0" y="connsiteY0"/>
                </a:cxn>
                <a:cxn ang="0">
                  <a:pos x="connsiteX1" y="connsiteY1"/>
                </a:cxn>
                <a:cxn ang="0">
                  <a:pos x="connsiteX2" y="connsiteY2"/>
                </a:cxn>
                <a:cxn ang="0">
                  <a:pos x="connsiteX3" y="connsiteY3"/>
                </a:cxn>
              </a:cxnLst>
              <a:rect l="l" t="t" r="r" b="b"/>
              <a:pathLst>
                <a:path w="3395129" h="3446751">
                  <a:moveTo>
                    <a:pt x="2623" y="652"/>
                  </a:moveTo>
                  <a:cubicBezTo>
                    <a:pt x="1749" y="1149352"/>
                    <a:pt x="874" y="2298051"/>
                    <a:pt x="0" y="3446751"/>
                  </a:cubicBezTo>
                  <a:lnTo>
                    <a:pt x="3395129" y="0"/>
                  </a:lnTo>
                  <a:lnTo>
                    <a:pt x="2623" y="652"/>
                  </a:lnTo>
                  <a:close/>
                </a:path>
              </a:pathLst>
            </a:custGeom>
            <a:gradFill flip="none" rotWithShape="1">
              <a:gsLst>
                <a:gs pos="1000">
                  <a:schemeClr val="accent2"/>
                </a:gs>
                <a:gs pos="100000">
                  <a:schemeClr val="accent3"/>
                </a:gs>
              </a:gsLst>
              <a:lin ang="120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Freeform 24"/>
            <p:cNvSpPr/>
            <p:nvPr userDrawn="1"/>
          </p:nvSpPr>
          <p:spPr>
            <a:xfrm flipH="1">
              <a:off x="9451181" y="4569416"/>
              <a:ext cx="2745197" cy="2289448"/>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 name="connsiteX0" fmla="*/ 1529836 w 1529836"/>
                <a:gd name="connsiteY0" fmla="*/ 1726951 h 1726951"/>
                <a:gd name="connsiteX1" fmla="*/ 4894 w 1529836"/>
                <a:gd name="connsiteY1" fmla="*/ 0 h 1726951"/>
                <a:gd name="connsiteX2" fmla="*/ 0 w 1529836"/>
                <a:gd name="connsiteY2" fmla="*/ 1719114 h 1726951"/>
                <a:gd name="connsiteX3" fmla="*/ 1529836 w 1529836"/>
                <a:gd name="connsiteY3" fmla="*/ 1726951 h 1726951"/>
                <a:gd name="connsiteX0" fmla="*/ 1524956 w 1524956"/>
                <a:gd name="connsiteY0" fmla="*/ 1726951 h 1726951"/>
                <a:gd name="connsiteX1" fmla="*/ 14 w 1524956"/>
                <a:gd name="connsiteY1" fmla="*/ 0 h 1726951"/>
                <a:gd name="connsiteX2" fmla="*/ 139661 w 1524956"/>
                <a:gd name="connsiteY2" fmla="*/ 1496385 h 1726951"/>
                <a:gd name="connsiteX3" fmla="*/ 1524956 w 1524956"/>
                <a:gd name="connsiteY3" fmla="*/ 1726951 h 1726951"/>
                <a:gd name="connsiteX0" fmla="*/ 1525273 w 1525273"/>
                <a:gd name="connsiteY0" fmla="*/ 1726951 h 1726951"/>
                <a:gd name="connsiteX1" fmla="*/ 331 w 1525273"/>
                <a:gd name="connsiteY1" fmla="*/ 0 h 1726951"/>
                <a:gd name="connsiteX2" fmla="*/ 2068 w 1525273"/>
                <a:gd name="connsiteY2" fmla="*/ 1726299 h 1726951"/>
                <a:gd name="connsiteX3" fmla="*/ 1525273 w 1525273"/>
                <a:gd name="connsiteY3" fmla="*/ 1726951 h 1726951"/>
              </a:gdLst>
              <a:ahLst/>
              <a:cxnLst>
                <a:cxn ang="0">
                  <a:pos x="connsiteX0" y="connsiteY0"/>
                </a:cxn>
                <a:cxn ang="0">
                  <a:pos x="connsiteX1" y="connsiteY1"/>
                </a:cxn>
                <a:cxn ang="0">
                  <a:pos x="connsiteX2" y="connsiteY2"/>
                </a:cxn>
                <a:cxn ang="0">
                  <a:pos x="connsiteX3" y="connsiteY3"/>
                </a:cxn>
              </a:cxnLst>
              <a:rect l="l" t="t" r="r" b="b"/>
              <a:pathLst>
                <a:path w="1525273" h="1726951">
                  <a:moveTo>
                    <a:pt x="1525273" y="1726951"/>
                  </a:moveTo>
                  <a:lnTo>
                    <a:pt x="331" y="0"/>
                  </a:lnTo>
                  <a:cubicBezTo>
                    <a:pt x="-1300" y="573038"/>
                    <a:pt x="3699" y="1153261"/>
                    <a:pt x="2068" y="1726299"/>
                  </a:cubicBezTo>
                  <a:lnTo>
                    <a:pt x="1525273" y="1726951"/>
                  </a:lnTo>
                  <a:close/>
                </a:path>
              </a:pathLst>
            </a:custGeom>
            <a:gradFill flip="none" rotWithShape="1">
              <a:gsLst>
                <a:gs pos="100000">
                  <a:schemeClr val="accent2"/>
                </a:gs>
                <a:gs pos="0">
                  <a:schemeClr val="accent3"/>
                </a:gs>
              </a:gsLst>
              <a:lin ang="13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Freeform 25"/>
            <p:cNvSpPr/>
            <p:nvPr userDrawn="1"/>
          </p:nvSpPr>
          <p:spPr>
            <a:xfrm flipH="1">
              <a:off x="6095262" y="0"/>
              <a:ext cx="6100521" cy="6858864"/>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Lst>
              <a:ahLst/>
              <a:cxnLst>
                <a:cxn ang="0">
                  <a:pos x="connsiteX0" y="connsiteY0"/>
                </a:cxn>
                <a:cxn ang="0">
                  <a:pos x="connsiteX1" y="connsiteY1"/>
                </a:cxn>
                <a:cxn ang="0">
                  <a:pos x="connsiteX2" y="connsiteY2"/>
                </a:cxn>
                <a:cxn ang="0">
                  <a:pos x="connsiteX3" y="connsiteY3"/>
                </a:cxn>
              </a:cxnLst>
              <a:rect l="l" t="t" r="r" b="b"/>
              <a:pathLst>
                <a:path w="3395129" h="5173702">
                  <a:moveTo>
                    <a:pt x="1524942" y="5173702"/>
                  </a:moveTo>
                  <a:lnTo>
                    <a:pt x="0" y="3446751"/>
                  </a:lnTo>
                  <a:lnTo>
                    <a:pt x="3395129" y="0"/>
                  </a:lnTo>
                  <a:lnTo>
                    <a:pt x="1524942" y="5173702"/>
                  </a:lnTo>
                  <a:close/>
                </a:path>
              </a:pathLst>
            </a:custGeom>
            <a:gradFill flip="none" rotWithShape="1">
              <a:gsLst>
                <a:gs pos="1000">
                  <a:schemeClr val="accent2"/>
                </a:gs>
                <a:gs pos="100000">
                  <a:schemeClr val="accent3"/>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 name="Title 1"/>
          <p:cNvSpPr>
            <a:spLocks noGrp="1"/>
          </p:cNvSpPr>
          <p:nvPr>
            <p:ph type="ctrTitle" hasCustomPrompt="1"/>
          </p:nvPr>
        </p:nvSpPr>
        <p:spPr>
          <a:xfrm>
            <a:off x="383035" y="1655791"/>
            <a:ext cx="11468909" cy="1994392"/>
          </a:xfrm>
          <a:prstGeom prst="rect">
            <a:avLst/>
          </a:prstGeom>
        </p:spPr>
        <p:txBody>
          <a:bodyPr vert="horz" wrap="square" lIns="0" tIns="0" rIns="0" bIns="0" anchor="t" anchorCtr="0">
            <a:noAutofit/>
          </a:bodyPr>
          <a:lstStyle>
            <a:lvl1pPr algn="l">
              <a:lnSpc>
                <a:spcPct val="80000"/>
              </a:lnSpc>
              <a:defRPr sz="7200" b="0">
                <a:solidFill>
                  <a:schemeClr val="bg1"/>
                </a:solidFill>
                <a:latin typeface="3M Circular TT Bold" panose="020B0804020101010102" pitchFamily="34" charset="0"/>
                <a:cs typeface="3M Circular TT Bold" panose="020B0804020101010102" pitchFamily="34" charset="0"/>
              </a:defRPr>
            </a:lvl1pPr>
          </a:lstStyle>
          <a:p>
            <a:r>
              <a:rPr lang="en-US" dirty="0"/>
              <a:t>Two line title</a:t>
            </a:r>
            <a:br>
              <a:rPr lang="en-US" dirty="0"/>
            </a:br>
            <a:r>
              <a:rPr lang="en-US" dirty="0"/>
              <a:t>goes here</a:t>
            </a:r>
            <a:endParaRPr lang="en-GB" dirty="0"/>
          </a:p>
        </p:txBody>
      </p:sp>
      <p:sp>
        <p:nvSpPr>
          <p:cNvPr id="43" name="Text Placeholder 7"/>
          <p:cNvSpPr>
            <a:spLocks noGrp="1"/>
          </p:cNvSpPr>
          <p:nvPr>
            <p:ph type="body" sz="quarter" idx="10" hasCustomPrompt="1"/>
          </p:nvPr>
        </p:nvSpPr>
        <p:spPr>
          <a:xfrm>
            <a:off x="384047" y="3895344"/>
            <a:ext cx="4114800"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4043056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ver_1 line_Blank">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84048" y="2286000"/>
            <a:ext cx="9521825" cy="1051116"/>
          </a:xfrm>
          <a:prstGeom prst="rect">
            <a:avLst/>
          </a:prstGeom>
        </p:spPr>
        <p:txBody>
          <a:bodyPr vert="horz" wrap="square" lIns="0" tIns="0" rIns="0" bIns="0" anchor="t" anchorCtr="0">
            <a:noAutofit/>
          </a:bodyPr>
          <a:lstStyle>
            <a:lvl1pPr algn="l">
              <a:defRPr sz="7200" b="0">
                <a:solidFill>
                  <a:schemeClr val="tx1"/>
                </a:solidFill>
                <a:latin typeface="3M Circular TT Bold" panose="020B0804020101010102" pitchFamily="34" charset="0"/>
                <a:cs typeface="3M Circular TT Bold" panose="020B0804020101010102" pitchFamily="34" charset="0"/>
              </a:defRPr>
            </a:lvl1pPr>
          </a:lstStyle>
          <a:p>
            <a:r>
              <a:rPr lang="en-US"/>
              <a:t>One-line title</a:t>
            </a:r>
            <a:endParaRPr lang="en-GB" dirty="0"/>
          </a:p>
        </p:txBody>
      </p:sp>
      <p:sp>
        <p:nvSpPr>
          <p:cNvPr id="10" name="Text Placeholder 7"/>
          <p:cNvSpPr>
            <a:spLocks noGrp="1"/>
          </p:cNvSpPr>
          <p:nvPr>
            <p:ph type="body" sz="quarter" idx="12" hasCustomPrompt="1"/>
          </p:nvPr>
        </p:nvSpPr>
        <p:spPr>
          <a:xfrm>
            <a:off x="384048" y="4257741"/>
            <a:ext cx="1978025"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88494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Content">
    <p:spTree>
      <p:nvGrpSpPr>
        <p:cNvPr id="1" name=""/>
        <p:cNvGrpSpPr/>
        <p:nvPr/>
      </p:nvGrpSpPr>
      <p:grpSpPr>
        <a:xfrm>
          <a:off x="0" y="0"/>
          <a:ext cx="0" cy="0"/>
          <a:chOff x="0" y="0"/>
          <a:chExt cx="0" cy="0"/>
        </a:xfrm>
      </p:grpSpPr>
      <p:sp>
        <p:nvSpPr>
          <p:cNvPr id="4" name="Title 3"/>
          <p:cNvSpPr>
            <a:spLocks noGrp="1"/>
          </p:cNvSpPr>
          <p:nvPr>
            <p:ph type="title"/>
          </p:nvPr>
        </p:nvSpPr>
        <p:spPr>
          <a:xfrm>
            <a:off x="379412" y="379413"/>
            <a:ext cx="11425237" cy="822960"/>
          </a:xfrm>
        </p:spPr>
        <p:txBody>
          <a:bodyPr/>
          <a:lstStyle/>
          <a:p>
            <a:r>
              <a:rPr lang="en-US"/>
              <a:t>Click to edit Master title style</a:t>
            </a:r>
            <a:endParaRPr lang="en-GB" dirty="0"/>
          </a:p>
        </p:txBody>
      </p:sp>
      <p:sp>
        <p:nvSpPr>
          <p:cNvPr id="5" name="Content Placeholder 4"/>
          <p:cNvSpPr>
            <a:spLocks noGrp="1"/>
          </p:cNvSpPr>
          <p:nvPr>
            <p:ph sz="quarter" idx="15"/>
          </p:nvPr>
        </p:nvSpPr>
        <p:spPr>
          <a:xfrm>
            <a:off x="379410" y="1295401"/>
            <a:ext cx="1143000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6"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7" name="TextBox 6"/>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grpSp>
        <p:nvGrpSpPr>
          <p:cNvPr id="8" name="Group 22"/>
          <p:cNvGrpSpPr>
            <a:grpSpLocks/>
          </p:cNvGrpSpPr>
          <p:nvPr userDrawn="1"/>
        </p:nvGrpSpPr>
        <p:grpSpPr bwMode="auto">
          <a:xfrm>
            <a:off x="-264086" y="6596401"/>
            <a:ext cx="2147228" cy="184155"/>
            <a:chOff x="9374212" y="6574531"/>
            <a:chExt cx="2147228" cy="182885"/>
          </a:xfrm>
        </p:grpSpPr>
        <p:grpSp>
          <p:nvGrpSpPr>
            <p:cNvPr id="9" name="Group 8"/>
            <p:cNvGrpSpPr>
              <a:grpSpLocks/>
            </p:cNvGrpSpPr>
            <p:nvPr/>
          </p:nvGrpSpPr>
          <p:grpSpPr bwMode="auto">
            <a:xfrm>
              <a:off x="9374212" y="6574531"/>
              <a:ext cx="2147228" cy="182883"/>
              <a:chOff x="9378677" y="6574531"/>
              <a:chExt cx="2147228" cy="182883"/>
            </a:xfrm>
          </p:grpSpPr>
          <p:sp>
            <p:nvSpPr>
              <p:cNvPr id="11" name="Footer Placeholder 3"/>
              <p:cNvSpPr txBox="1">
                <a:spLocks/>
              </p:cNvSpPr>
              <p:nvPr/>
            </p:nvSpPr>
            <p:spPr bwMode="auto">
              <a:xfrm>
                <a:off x="10461203" y="6574537"/>
                <a:ext cx="1064702" cy="1828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defTabSz="912813" eaLnBrk="0" hangingPunct="0">
                  <a:tabLst>
                    <a:tab pos="798513" algn="r"/>
                  </a:tabLst>
                  <a:defRPr sz="2400">
                    <a:solidFill>
                      <a:schemeClr val="tx1"/>
                    </a:solidFill>
                    <a:latin typeface="Arial" charset="0"/>
                    <a:ea typeface="ＭＳ Ｐゴシック" charset="0"/>
                    <a:cs typeface="Arial" charset="0"/>
                  </a:defRPr>
                </a:lvl1pPr>
                <a:lvl2pPr marL="742950" indent="-285750" defTabSz="912813" eaLnBrk="0" hangingPunct="0">
                  <a:tabLst>
                    <a:tab pos="798513" algn="r"/>
                  </a:tabLst>
                  <a:defRPr sz="2400">
                    <a:solidFill>
                      <a:schemeClr val="tx1"/>
                    </a:solidFill>
                    <a:latin typeface="Arial" charset="0"/>
                    <a:ea typeface="Arial" charset="0"/>
                    <a:cs typeface="Arial" charset="0"/>
                  </a:defRPr>
                </a:lvl2pPr>
                <a:lvl3pPr marL="1143000" indent="-228600" defTabSz="912813" eaLnBrk="0" hangingPunct="0">
                  <a:tabLst>
                    <a:tab pos="798513" algn="r"/>
                  </a:tabLst>
                  <a:defRPr sz="2400">
                    <a:solidFill>
                      <a:schemeClr val="tx1"/>
                    </a:solidFill>
                    <a:latin typeface="Arial" charset="0"/>
                    <a:ea typeface="Arial" charset="0"/>
                    <a:cs typeface="Arial" charset="0"/>
                  </a:defRPr>
                </a:lvl3pPr>
                <a:lvl4pPr marL="1600200" indent="-228600" defTabSz="912813" eaLnBrk="0" hangingPunct="0">
                  <a:tabLst>
                    <a:tab pos="798513" algn="r"/>
                  </a:tabLst>
                  <a:defRPr sz="2400">
                    <a:solidFill>
                      <a:schemeClr val="tx1"/>
                    </a:solidFill>
                    <a:latin typeface="Arial" charset="0"/>
                    <a:ea typeface="Arial" charset="0"/>
                    <a:cs typeface="Arial" charset="0"/>
                  </a:defRPr>
                </a:lvl4pPr>
                <a:lvl5pPr marL="2057400" indent="-228600" defTabSz="912813" eaLnBrk="0" hangingPunct="0">
                  <a:tabLst>
                    <a:tab pos="798513" algn="r"/>
                  </a:tabLst>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tab pos="798513" algn="r"/>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All Rights Reserved.</a:t>
                </a:r>
              </a:p>
            </p:txBody>
          </p:sp>
          <p:sp>
            <p:nvSpPr>
              <p:cNvPr id="12" name="TextBox 25"/>
              <p:cNvSpPr txBox="1">
                <a:spLocks noChangeArrowheads="1"/>
              </p:cNvSpPr>
              <p:nvPr/>
            </p:nvSpPr>
            <p:spPr bwMode="auto">
              <a:xfrm>
                <a:off x="9378677" y="6574531"/>
                <a:ext cx="1177925"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eaLnBrk="0" hangingPunct="0">
                  <a:defRPr sz="2400">
                    <a:solidFill>
                      <a:schemeClr val="tx1"/>
                    </a:solidFill>
                    <a:latin typeface="Arial" charset="0"/>
                    <a:ea typeface="ＭＳ Ｐゴシック" charset="0"/>
                    <a:cs typeface="Arial" charset="0"/>
                  </a:defRPr>
                </a:lvl1pPr>
                <a:lvl2pPr marL="742950" indent="-285750" defTabSz="912813" eaLnBrk="0" hangingPunct="0">
                  <a:defRPr sz="2400">
                    <a:solidFill>
                      <a:schemeClr val="tx1"/>
                    </a:solidFill>
                    <a:latin typeface="Arial" charset="0"/>
                    <a:ea typeface="Arial" charset="0"/>
                    <a:cs typeface="Arial" charset="0"/>
                  </a:defRPr>
                </a:lvl2pPr>
                <a:lvl3pPr marL="1143000" indent="-228600" defTabSz="912813" eaLnBrk="0" hangingPunct="0">
                  <a:defRPr sz="2400">
                    <a:solidFill>
                      <a:schemeClr val="tx1"/>
                    </a:solidFill>
                    <a:latin typeface="Arial" charset="0"/>
                    <a:ea typeface="Arial" charset="0"/>
                    <a:cs typeface="Arial" charset="0"/>
                  </a:defRPr>
                </a:lvl3pPr>
                <a:lvl4pPr marL="1600200" indent="-228600" defTabSz="912813" eaLnBrk="0" hangingPunct="0">
                  <a:defRPr sz="2400">
                    <a:solidFill>
                      <a:schemeClr val="tx1"/>
                    </a:solidFill>
                    <a:latin typeface="Arial" charset="0"/>
                    <a:ea typeface="Arial" charset="0"/>
                    <a:cs typeface="Arial" charset="0"/>
                  </a:defRPr>
                </a:lvl4pPr>
                <a:lvl5pPr marL="2057400" indent="-228600" defTabSz="912813" eaLnBrk="0" hangingPunct="0">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defRPr/>
                </a:pPr>
                <a:fld id="{75980DF0-75D0-FD4C-983E-614B6986212F}" type="datetime3">
                  <a:rPr kumimoji="0" lang="en-US" sz="800" b="0" i="0" u="none" strike="noStrike" kern="0" cap="none" spc="0" normalizeH="0" baseline="0" noProof="0" smtClean="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pPr marL="0" marR="0" lvl="0" indent="0" algn="r" defTabSz="912813" eaLnBrk="1" fontAlgn="base" latinLnBrk="0" hangingPunct="1">
                    <a:lnSpc>
                      <a:spcPct val="100000"/>
                    </a:lnSpc>
                    <a:spcBef>
                      <a:spcPct val="0"/>
                    </a:spcBef>
                    <a:spcAft>
                      <a:spcPct val="0"/>
                    </a:spcAft>
                    <a:buClrTx/>
                    <a:buSzTx/>
                    <a:buFontTx/>
                    <a:buNone/>
                    <a:tabLst/>
                    <a:defRPr/>
                  </a:pPr>
                  <a:t>4 June 2026</a:t>
                </a:fld>
                <a:endPar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endParaRPr>
              </a:p>
            </p:txBody>
          </p:sp>
          <p:sp>
            <p:nvSpPr>
              <p:cNvPr id="13" name="Rectangle 26"/>
              <p:cNvSpPr>
                <a:spLocks noChangeArrowheads="1"/>
              </p:cNvSpPr>
              <p:nvPr/>
            </p:nvSpPr>
            <p:spPr bwMode="auto">
              <a:xfrm>
                <a:off x="9513906" y="6589264"/>
                <a:ext cx="812067" cy="153425"/>
              </a:xfrm>
              <a:prstGeom prst="rect">
                <a:avLst/>
              </a:pr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2813"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prstClr val="black"/>
                  </a:solidFill>
                  <a:effectLst/>
                  <a:uLnTx/>
                  <a:uFillTx/>
                  <a:ea typeface="ＭＳ Ｐゴシック" charset="0"/>
                  <a:cs typeface="3M Circular TT Book" panose="020B0604020101020102" pitchFamily="34" charset="0"/>
                </a:endParaRPr>
              </a:p>
            </p:txBody>
          </p:sp>
        </p:grpSp>
        <p:sp>
          <p:nvSpPr>
            <p:cNvPr id="10" name="TextBox 24"/>
            <p:cNvSpPr txBox="1">
              <a:spLocks noChangeArrowheads="1"/>
            </p:cNvSpPr>
            <p:nvPr/>
          </p:nvSpPr>
          <p:spPr bwMode="auto">
            <a:xfrm>
              <a:off x="10017092" y="6574536"/>
              <a:ext cx="353517"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3M</a:t>
              </a:r>
            </a:p>
          </p:txBody>
        </p:sp>
      </p:grpSp>
      <p:sp>
        <p:nvSpPr>
          <p:cNvPr id="14" name="Footer Placeholder 3"/>
          <p:cNvSpPr txBox="1">
            <a:spLocks/>
          </p:cNvSpPr>
          <p:nvPr userDrawn="1"/>
        </p:nvSpPr>
        <p:spPr bwMode="auto">
          <a:xfrm>
            <a:off x="1944949" y="6596401"/>
            <a:ext cx="1005840" cy="184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eaLnBrk="1" fontAlgn="base" hangingPunct="1">
              <a:spcBef>
                <a:spcPct val="0"/>
              </a:spcBef>
              <a:spcAft>
                <a:spcPct val="0"/>
              </a:spcAft>
              <a:defRPr/>
            </a:pPr>
            <a:r>
              <a:rPr lang="en-US" sz="800" dirty="0">
                <a:solidFill>
                  <a:prstClr val="black"/>
                </a:solidFill>
                <a:latin typeface="3M Circular TT Book" panose="020B0604020101020102" pitchFamily="34" charset="0"/>
                <a:cs typeface="3M Circular TT Book" panose="020B0604020101020102" pitchFamily="34" charset="0"/>
              </a:rPr>
              <a:t>3M Confidential.</a:t>
            </a:r>
          </a:p>
        </p:txBody>
      </p:sp>
    </p:spTree>
    <p:extLst>
      <p:ext uri="{BB962C8B-B14F-4D97-AF65-F5344CB8AC3E}">
        <p14:creationId xmlns:p14="http://schemas.microsoft.com/office/powerpoint/2010/main" val="2653071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ubtitle, Content">
    <p:spTree>
      <p:nvGrpSpPr>
        <p:cNvPr id="1" name=""/>
        <p:cNvGrpSpPr/>
        <p:nvPr/>
      </p:nvGrpSpPr>
      <p:grpSpPr>
        <a:xfrm>
          <a:off x="0" y="0"/>
          <a:ext cx="0" cy="0"/>
          <a:chOff x="0" y="0"/>
          <a:chExt cx="0" cy="0"/>
        </a:xfrm>
      </p:grpSpPr>
      <p:sp>
        <p:nvSpPr>
          <p:cNvPr id="4" name="Title 3"/>
          <p:cNvSpPr>
            <a:spLocks noGrp="1"/>
          </p:cNvSpPr>
          <p:nvPr>
            <p:ph type="title"/>
          </p:nvPr>
        </p:nvSpPr>
        <p:spPr>
          <a:xfrm>
            <a:off x="379412" y="379414"/>
            <a:ext cx="11425237" cy="457200"/>
          </a:xfrm>
        </p:spPr>
        <p:txBody>
          <a:bodyPr/>
          <a:lstStyle/>
          <a:p>
            <a:r>
              <a:rPr lang="en-US"/>
              <a:t>Click to edit Master title style</a:t>
            </a:r>
            <a:endParaRPr lang="en-GB" dirty="0"/>
          </a:p>
        </p:txBody>
      </p:sp>
      <p:sp>
        <p:nvSpPr>
          <p:cNvPr id="5" name="Content Placeholder 4"/>
          <p:cNvSpPr>
            <a:spLocks noGrp="1"/>
          </p:cNvSpPr>
          <p:nvPr>
            <p:ph sz="quarter" idx="15"/>
          </p:nvPr>
        </p:nvSpPr>
        <p:spPr>
          <a:xfrm>
            <a:off x="379410" y="1295401"/>
            <a:ext cx="1143000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6" name="Text Placeholder 4"/>
          <p:cNvSpPr>
            <a:spLocks noGrp="1"/>
          </p:cNvSpPr>
          <p:nvPr>
            <p:ph type="body" sz="quarter" idx="10"/>
          </p:nvPr>
        </p:nvSpPr>
        <p:spPr>
          <a:xfrm>
            <a:off x="381000" y="841248"/>
            <a:ext cx="11430000" cy="365760"/>
          </a:xfrm>
        </p:spPr>
        <p:txBody>
          <a:bodyPr/>
          <a:lstStyle>
            <a:lvl1pPr>
              <a:defRPr sz="2400"/>
            </a:lvl1pPr>
          </a:lstStyle>
          <a:p>
            <a:pPr lvl="0"/>
            <a:r>
              <a:rPr lang="en-US"/>
              <a:t>Click to edit Master text styles</a:t>
            </a:r>
          </a:p>
        </p:txBody>
      </p:sp>
      <p:sp>
        <p:nvSpPr>
          <p:cNvPr id="7"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8" name="TextBox 7"/>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grpSp>
        <p:nvGrpSpPr>
          <p:cNvPr id="9" name="Group 22"/>
          <p:cNvGrpSpPr>
            <a:grpSpLocks/>
          </p:cNvGrpSpPr>
          <p:nvPr userDrawn="1"/>
        </p:nvGrpSpPr>
        <p:grpSpPr bwMode="auto">
          <a:xfrm>
            <a:off x="-264086" y="6596401"/>
            <a:ext cx="2147228" cy="184155"/>
            <a:chOff x="9374212" y="6574531"/>
            <a:chExt cx="2147228" cy="182885"/>
          </a:xfrm>
        </p:grpSpPr>
        <p:grpSp>
          <p:nvGrpSpPr>
            <p:cNvPr id="10" name="Group 8"/>
            <p:cNvGrpSpPr>
              <a:grpSpLocks/>
            </p:cNvGrpSpPr>
            <p:nvPr/>
          </p:nvGrpSpPr>
          <p:grpSpPr bwMode="auto">
            <a:xfrm>
              <a:off x="9374212" y="6574531"/>
              <a:ext cx="2147228" cy="182883"/>
              <a:chOff x="9378677" y="6574531"/>
              <a:chExt cx="2147228" cy="182883"/>
            </a:xfrm>
          </p:grpSpPr>
          <p:sp>
            <p:nvSpPr>
              <p:cNvPr id="12" name="Footer Placeholder 3"/>
              <p:cNvSpPr txBox="1">
                <a:spLocks/>
              </p:cNvSpPr>
              <p:nvPr/>
            </p:nvSpPr>
            <p:spPr bwMode="auto">
              <a:xfrm>
                <a:off x="10461203" y="6574537"/>
                <a:ext cx="1064702" cy="1828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defTabSz="912813" eaLnBrk="0" hangingPunct="0">
                  <a:tabLst>
                    <a:tab pos="798513" algn="r"/>
                  </a:tabLst>
                  <a:defRPr sz="2400">
                    <a:solidFill>
                      <a:schemeClr val="tx1"/>
                    </a:solidFill>
                    <a:latin typeface="Arial" charset="0"/>
                    <a:ea typeface="ＭＳ Ｐゴシック" charset="0"/>
                    <a:cs typeface="Arial" charset="0"/>
                  </a:defRPr>
                </a:lvl1pPr>
                <a:lvl2pPr marL="742950" indent="-285750" defTabSz="912813" eaLnBrk="0" hangingPunct="0">
                  <a:tabLst>
                    <a:tab pos="798513" algn="r"/>
                  </a:tabLst>
                  <a:defRPr sz="2400">
                    <a:solidFill>
                      <a:schemeClr val="tx1"/>
                    </a:solidFill>
                    <a:latin typeface="Arial" charset="0"/>
                    <a:ea typeface="Arial" charset="0"/>
                    <a:cs typeface="Arial" charset="0"/>
                  </a:defRPr>
                </a:lvl2pPr>
                <a:lvl3pPr marL="1143000" indent="-228600" defTabSz="912813" eaLnBrk="0" hangingPunct="0">
                  <a:tabLst>
                    <a:tab pos="798513" algn="r"/>
                  </a:tabLst>
                  <a:defRPr sz="2400">
                    <a:solidFill>
                      <a:schemeClr val="tx1"/>
                    </a:solidFill>
                    <a:latin typeface="Arial" charset="0"/>
                    <a:ea typeface="Arial" charset="0"/>
                    <a:cs typeface="Arial" charset="0"/>
                  </a:defRPr>
                </a:lvl3pPr>
                <a:lvl4pPr marL="1600200" indent="-228600" defTabSz="912813" eaLnBrk="0" hangingPunct="0">
                  <a:tabLst>
                    <a:tab pos="798513" algn="r"/>
                  </a:tabLst>
                  <a:defRPr sz="2400">
                    <a:solidFill>
                      <a:schemeClr val="tx1"/>
                    </a:solidFill>
                    <a:latin typeface="Arial" charset="0"/>
                    <a:ea typeface="Arial" charset="0"/>
                    <a:cs typeface="Arial" charset="0"/>
                  </a:defRPr>
                </a:lvl4pPr>
                <a:lvl5pPr marL="2057400" indent="-228600" defTabSz="912813" eaLnBrk="0" hangingPunct="0">
                  <a:tabLst>
                    <a:tab pos="798513" algn="r"/>
                  </a:tabLst>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tab pos="798513" algn="r"/>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All Rights Reserved.</a:t>
                </a:r>
              </a:p>
            </p:txBody>
          </p:sp>
          <p:sp>
            <p:nvSpPr>
              <p:cNvPr id="13" name="TextBox 25"/>
              <p:cNvSpPr txBox="1">
                <a:spLocks noChangeArrowheads="1"/>
              </p:cNvSpPr>
              <p:nvPr/>
            </p:nvSpPr>
            <p:spPr bwMode="auto">
              <a:xfrm>
                <a:off x="9378677" y="6574531"/>
                <a:ext cx="1177925"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eaLnBrk="0" hangingPunct="0">
                  <a:defRPr sz="2400">
                    <a:solidFill>
                      <a:schemeClr val="tx1"/>
                    </a:solidFill>
                    <a:latin typeface="Arial" charset="0"/>
                    <a:ea typeface="ＭＳ Ｐゴシック" charset="0"/>
                    <a:cs typeface="Arial" charset="0"/>
                  </a:defRPr>
                </a:lvl1pPr>
                <a:lvl2pPr marL="742950" indent="-285750" defTabSz="912813" eaLnBrk="0" hangingPunct="0">
                  <a:defRPr sz="2400">
                    <a:solidFill>
                      <a:schemeClr val="tx1"/>
                    </a:solidFill>
                    <a:latin typeface="Arial" charset="0"/>
                    <a:ea typeface="Arial" charset="0"/>
                    <a:cs typeface="Arial" charset="0"/>
                  </a:defRPr>
                </a:lvl2pPr>
                <a:lvl3pPr marL="1143000" indent="-228600" defTabSz="912813" eaLnBrk="0" hangingPunct="0">
                  <a:defRPr sz="2400">
                    <a:solidFill>
                      <a:schemeClr val="tx1"/>
                    </a:solidFill>
                    <a:latin typeface="Arial" charset="0"/>
                    <a:ea typeface="Arial" charset="0"/>
                    <a:cs typeface="Arial" charset="0"/>
                  </a:defRPr>
                </a:lvl3pPr>
                <a:lvl4pPr marL="1600200" indent="-228600" defTabSz="912813" eaLnBrk="0" hangingPunct="0">
                  <a:defRPr sz="2400">
                    <a:solidFill>
                      <a:schemeClr val="tx1"/>
                    </a:solidFill>
                    <a:latin typeface="Arial" charset="0"/>
                    <a:ea typeface="Arial" charset="0"/>
                    <a:cs typeface="Arial" charset="0"/>
                  </a:defRPr>
                </a:lvl4pPr>
                <a:lvl5pPr marL="2057400" indent="-228600" defTabSz="912813" eaLnBrk="0" hangingPunct="0">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defRPr/>
                </a:pPr>
                <a:fld id="{75980DF0-75D0-FD4C-983E-614B6986212F}" type="datetime3">
                  <a:rPr kumimoji="0" lang="en-US" sz="800" b="0" i="0" u="none" strike="noStrike" kern="0" cap="none" spc="0" normalizeH="0" baseline="0" noProof="0" smtClean="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pPr marL="0" marR="0" lvl="0" indent="0" algn="r" defTabSz="912813" eaLnBrk="1" fontAlgn="base" latinLnBrk="0" hangingPunct="1">
                    <a:lnSpc>
                      <a:spcPct val="100000"/>
                    </a:lnSpc>
                    <a:spcBef>
                      <a:spcPct val="0"/>
                    </a:spcBef>
                    <a:spcAft>
                      <a:spcPct val="0"/>
                    </a:spcAft>
                    <a:buClrTx/>
                    <a:buSzTx/>
                    <a:buFontTx/>
                    <a:buNone/>
                    <a:tabLst/>
                    <a:defRPr/>
                  </a:pPr>
                  <a:t>4 June 2026</a:t>
                </a:fld>
                <a:endPar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endParaRPr>
              </a:p>
            </p:txBody>
          </p:sp>
          <p:sp>
            <p:nvSpPr>
              <p:cNvPr id="14" name="Rectangle 26"/>
              <p:cNvSpPr>
                <a:spLocks noChangeArrowheads="1"/>
              </p:cNvSpPr>
              <p:nvPr/>
            </p:nvSpPr>
            <p:spPr bwMode="auto">
              <a:xfrm>
                <a:off x="9513906" y="6589264"/>
                <a:ext cx="812067" cy="153425"/>
              </a:xfrm>
              <a:prstGeom prst="rect">
                <a:avLst/>
              </a:pr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2813"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prstClr val="black"/>
                  </a:solidFill>
                  <a:effectLst/>
                  <a:uLnTx/>
                  <a:uFillTx/>
                  <a:ea typeface="ＭＳ Ｐゴシック" charset="0"/>
                  <a:cs typeface="3M Circular TT Book" panose="020B0604020101020102" pitchFamily="34" charset="0"/>
                </a:endParaRPr>
              </a:p>
            </p:txBody>
          </p:sp>
        </p:grpSp>
        <p:sp>
          <p:nvSpPr>
            <p:cNvPr id="11" name="TextBox 24"/>
            <p:cNvSpPr txBox="1">
              <a:spLocks noChangeArrowheads="1"/>
            </p:cNvSpPr>
            <p:nvPr/>
          </p:nvSpPr>
          <p:spPr bwMode="auto">
            <a:xfrm>
              <a:off x="10017092" y="6574536"/>
              <a:ext cx="353517"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3M</a:t>
              </a:r>
            </a:p>
          </p:txBody>
        </p:sp>
      </p:grpSp>
      <p:sp>
        <p:nvSpPr>
          <p:cNvPr id="15" name="Footer Placeholder 3"/>
          <p:cNvSpPr txBox="1">
            <a:spLocks/>
          </p:cNvSpPr>
          <p:nvPr userDrawn="1"/>
        </p:nvSpPr>
        <p:spPr bwMode="auto">
          <a:xfrm>
            <a:off x="1944949" y="6596401"/>
            <a:ext cx="1005840" cy="184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eaLnBrk="1" fontAlgn="base" hangingPunct="1">
              <a:spcBef>
                <a:spcPct val="0"/>
              </a:spcBef>
              <a:spcAft>
                <a:spcPct val="0"/>
              </a:spcAft>
              <a:defRPr/>
            </a:pPr>
            <a:r>
              <a:rPr lang="en-US" sz="800" dirty="0">
                <a:solidFill>
                  <a:prstClr val="black"/>
                </a:solidFill>
                <a:latin typeface="3M Circular TT Book" panose="020B0604020101020102" pitchFamily="34" charset="0"/>
                <a:cs typeface="3M Circular TT Book" panose="020B0604020101020102" pitchFamily="34" charset="0"/>
              </a:rPr>
              <a:t>3M Confidential.</a:t>
            </a:r>
          </a:p>
        </p:txBody>
      </p:sp>
    </p:spTree>
    <p:extLst>
      <p:ext uri="{BB962C8B-B14F-4D97-AF65-F5344CB8AC3E}">
        <p14:creationId xmlns:p14="http://schemas.microsoft.com/office/powerpoint/2010/main" val="1255437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rIns="0"/>
          <a:lstStyle/>
          <a:p>
            <a:r>
              <a:rPr lang="en-US"/>
              <a:t>Click to edit Master title style</a:t>
            </a:r>
            <a:endParaRPr lang="en-GB" dirty="0"/>
          </a:p>
        </p:txBody>
      </p:sp>
      <p:sp>
        <p:nvSpPr>
          <p:cNvPr id="3"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4" name="TextBox 3"/>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grpSp>
        <p:nvGrpSpPr>
          <p:cNvPr id="5" name="Group 22"/>
          <p:cNvGrpSpPr>
            <a:grpSpLocks/>
          </p:cNvGrpSpPr>
          <p:nvPr userDrawn="1"/>
        </p:nvGrpSpPr>
        <p:grpSpPr bwMode="auto">
          <a:xfrm>
            <a:off x="-264086" y="6596401"/>
            <a:ext cx="2147228" cy="184155"/>
            <a:chOff x="9374212" y="6574531"/>
            <a:chExt cx="2147228" cy="182885"/>
          </a:xfrm>
        </p:grpSpPr>
        <p:grpSp>
          <p:nvGrpSpPr>
            <p:cNvPr id="6" name="Group 8"/>
            <p:cNvGrpSpPr>
              <a:grpSpLocks/>
            </p:cNvGrpSpPr>
            <p:nvPr/>
          </p:nvGrpSpPr>
          <p:grpSpPr bwMode="auto">
            <a:xfrm>
              <a:off x="9374212" y="6574531"/>
              <a:ext cx="2147228" cy="182883"/>
              <a:chOff x="9378677" y="6574531"/>
              <a:chExt cx="2147228" cy="182883"/>
            </a:xfrm>
          </p:grpSpPr>
          <p:sp>
            <p:nvSpPr>
              <p:cNvPr id="8" name="Footer Placeholder 3"/>
              <p:cNvSpPr txBox="1">
                <a:spLocks/>
              </p:cNvSpPr>
              <p:nvPr/>
            </p:nvSpPr>
            <p:spPr bwMode="auto">
              <a:xfrm>
                <a:off x="10461203" y="6574537"/>
                <a:ext cx="1064702" cy="1828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defTabSz="912813" eaLnBrk="0" hangingPunct="0">
                  <a:tabLst>
                    <a:tab pos="798513" algn="r"/>
                  </a:tabLst>
                  <a:defRPr sz="2400">
                    <a:solidFill>
                      <a:schemeClr val="tx1"/>
                    </a:solidFill>
                    <a:latin typeface="Arial" charset="0"/>
                    <a:ea typeface="ＭＳ Ｐゴシック" charset="0"/>
                    <a:cs typeface="Arial" charset="0"/>
                  </a:defRPr>
                </a:lvl1pPr>
                <a:lvl2pPr marL="742950" indent="-285750" defTabSz="912813" eaLnBrk="0" hangingPunct="0">
                  <a:tabLst>
                    <a:tab pos="798513" algn="r"/>
                  </a:tabLst>
                  <a:defRPr sz="2400">
                    <a:solidFill>
                      <a:schemeClr val="tx1"/>
                    </a:solidFill>
                    <a:latin typeface="Arial" charset="0"/>
                    <a:ea typeface="Arial" charset="0"/>
                    <a:cs typeface="Arial" charset="0"/>
                  </a:defRPr>
                </a:lvl2pPr>
                <a:lvl3pPr marL="1143000" indent="-228600" defTabSz="912813" eaLnBrk="0" hangingPunct="0">
                  <a:tabLst>
                    <a:tab pos="798513" algn="r"/>
                  </a:tabLst>
                  <a:defRPr sz="2400">
                    <a:solidFill>
                      <a:schemeClr val="tx1"/>
                    </a:solidFill>
                    <a:latin typeface="Arial" charset="0"/>
                    <a:ea typeface="Arial" charset="0"/>
                    <a:cs typeface="Arial" charset="0"/>
                  </a:defRPr>
                </a:lvl3pPr>
                <a:lvl4pPr marL="1600200" indent="-228600" defTabSz="912813" eaLnBrk="0" hangingPunct="0">
                  <a:tabLst>
                    <a:tab pos="798513" algn="r"/>
                  </a:tabLst>
                  <a:defRPr sz="2400">
                    <a:solidFill>
                      <a:schemeClr val="tx1"/>
                    </a:solidFill>
                    <a:latin typeface="Arial" charset="0"/>
                    <a:ea typeface="Arial" charset="0"/>
                    <a:cs typeface="Arial" charset="0"/>
                  </a:defRPr>
                </a:lvl4pPr>
                <a:lvl5pPr marL="2057400" indent="-228600" defTabSz="912813" eaLnBrk="0" hangingPunct="0">
                  <a:tabLst>
                    <a:tab pos="798513" algn="r"/>
                  </a:tabLst>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tab pos="798513" algn="r"/>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All Rights Reserved.</a:t>
                </a:r>
              </a:p>
            </p:txBody>
          </p:sp>
          <p:sp>
            <p:nvSpPr>
              <p:cNvPr id="9" name="TextBox 25"/>
              <p:cNvSpPr txBox="1">
                <a:spLocks noChangeArrowheads="1"/>
              </p:cNvSpPr>
              <p:nvPr/>
            </p:nvSpPr>
            <p:spPr bwMode="auto">
              <a:xfrm>
                <a:off x="9378677" y="6574531"/>
                <a:ext cx="1177925"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eaLnBrk="0" hangingPunct="0">
                  <a:defRPr sz="2400">
                    <a:solidFill>
                      <a:schemeClr val="tx1"/>
                    </a:solidFill>
                    <a:latin typeface="Arial" charset="0"/>
                    <a:ea typeface="ＭＳ Ｐゴシック" charset="0"/>
                    <a:cs typeface="Arial" charset="0"/>
                  </a:defRPr>
                </a:lvl1pPr>
                <a:lvl2pPr marL="742950" indent="-285750" defTabSz="912813" eaLnBrk="0" hangingPunct="0">
                  <a:defRPr sz="2400">
                    <a:solidFill>
                      <a:schemeClr val="tx1"/>
                    </a:solidFill>
                    <a:latin typeface="Arial" charset="0"/>
                    <a:ea typeface="Arial" charset="0"/>
                    <a:cs typeface="Arial" charset="0"/>
                  </a:defRPr>
                </a:lvl2pPr>
                <a:lvl3pPr marL="1143000" indent="-228600" defTabSz="912813" eaLnBrk="0" hangingPunct="0">
                  <a:defRPr sz="2400">
                    <a:solidFill>
                      <a:schemeClr val="tx1"/>
                    </a:solidFill>
                    <a:latin typeface="Arial" charset="0"/>
                    <a:ea typeface="Arial" charset="0"/>
                    <a:cs typeface="Arial" charset="0"/>
                  </a:defRPr>
                </a:lvl3pPr>
                <a:lvl4pPr marL="1600200" indent="-228600" defTabSz="912813" eaLnBrk="0" hangingPunct="0">
                  <a:defRPr sz="2400">
                    <a:solidFill>
                      <a:schemeClr val="tx1"/>
                    </a:solidFill>
                    <a:latin typeface="Arial" charset="0"/>
                    <a:ea typeface="Arial" charset="0"/>
                    <a:cs typeface="Arial" charset="0"/>
                  </a:defRPr>
                </a:lvl4pPr>
                <a:lvl5pPr marL="2057400" indent="-228600" defTabSz="912813" eaLnBrk="0" hangingPunct="0">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defRPr/>
                </a:pPr>
                <a:fld id="{75980DF0-75D0-FD4C-983E-614B6986212F}" type="datetime3">
                  <a:rPr kumimoji="0" lang="en-US" sz="800" b="0" i="0" u="none" strike="noStrike" kern="0" cap="none" spc="0" normalizeH="0" baseline="0" noProof="0" smtClean="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pPr marL="0" marR="0" lvl="0" indent="0" algn="r" defTabSz="912813" eaLnBrk="1" fontAlgn="base" latinLnBrk="0" hangingPunct="1">
                    <a:lnSpc>
                      <a:spcPct val="100000"/>
                    </a:lnSpc>
                    <a:spcBef>
                      <a:spcPct val="0"/>
                    </a:spcBef>
                    <a:spcAft>
                      <a:spcPct val="0"/>
                    </a:spcAft>
                    <a:buClrTx/>
                    <a:buSzTx/>
                    <a:buFontTx/>
                    <a:buNone/>
                    <a:tabLst/>
                    <a:defRPr/>
                  </a:pPr>
                  <a:t>4 June 2026</a:t>
                </a:fld>
                <a:endPar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endParaRPr>
              </a:p>
            </p:txBody>
          </p:sp>
          <p:sp>
            <p:nvSpPr>
              <p:cNvPr id="10" name="Rectangle 26"/>
              <p:cNvSpPr>
                <a:spLocks noChangeArrowheads="1"/>
              </p:cNvSpPr>
              <p:nvPr/>
            </p:nvSpPr>
            <p:spPr bwMode="auto">
              <a:xfrm>
                <a:off x="9513906" y="6589264"/>
                <a:ext cx="812067" cy="153425"/>
              </a:xfrm>
              <a:prstGeom prst="rect">
                <a:avLst/>
              </a:pr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2813"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prstClr val="black"/>
                  </a:solidFill>
                  <a:effectLst/>
                  <a:uLnTx/>
                  <a:uFillTx/>
                  <a:ea typeface="ＭＳ Ｐゴシック" charset="0"/>
                  <a:cs typeface="3M Circular TT Book" panose="020B0604020101020102" pitchFamily="34" charset="0"/>
                </a:endParaRPr>
              </a:p>
            </p:txBody>
          </p:sp>
        </p:grpSp>
        <p:sp>
          <p:nvSpPr>
            <p:cNvPr id="7" name="TextBox 24"/>
            <p:cNvSpPr txBox="1">
              <a:spLocks noChangeArrowheads="1"/>
            </p:cNvSpPr>
            <p:nvPr/>
          </p:nvSpPr>
          <p:spPr bwMode="auto">
            <a:xfrm>
              <a:off x="10017092" y="6574536"/>
              <a:ext cx="353517"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3M</a:t>
              </a:r>
            </a:p>
          </p:txBody>
        </p:sp>
      </p:grpSp>
      <p:sp>
        <p:nvSpPr>
          <p:cNvPr id="11" name="Footer Placeholder 3"/>
          <p:cNvSpPr txBox="1">
            <a:spLocks/>
          </p:cNvSpPr>
          <p:nvPr userDrawn="1"/>
        </p:nvSpPr>
        <p:spPr bwMode="auto">
          <a:xfrm>
            <a:off x="1944949" y="6596401"/>
            <a:ext cx="1005840" cy="184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eaLnBrk="1" fontAlgn="base" hangingPunct="1">
              <a:spcBef>
                <a:spcPct val="0"/>
              </a:spcBef>
              <a:spcAft>
                <a:spcPct val="0"/>
              </a:spcAft>
              <a:defRPr/>
            </a:pPr>
            <a:r>
              <a:rPr lang="en-US" sz="800" dirty="0">
                <a:solidFill>
                  <a:prstClr val="black"/>
                </a:solidFill>
                <a:latin typeface="3M Circular TT Book" panose="020B0604020101020102" pitchFamily="34" charset="0"/>
                <a:cs typeface="3M Circular TT Book" panose="020B0604020101020102" pitchFamily="34" charset="0"/>
              </a:rPr>
              <a:t>3M Confidential.</a:t>
            </a:r>
          </a:p>
        </p:txBody>
      </p:sp>
    </p:spTree>
    <p:extLst>
      <p:ext uri="{BB962C8B-B14F-4D97-AF65-F5344CB8AC3E}">
        <p14:creationId xmlns:p14="http://schemas.microsoft.com/office/powerpoint/2010/main" val="69701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Title 1"/>
          <p:cNvSpPr>
            <a:spLocks noGrp="1"/>
          </p:cNvSpPr>
          <p:nvPr>
            <p:ph type="title"/>
          </p:nvPr>
        </p:nvSpPr>
        <p:spPr>
          <a:xfrm>
            <a:off x="379412" y="381000"/>
            <a:ext cx="11425237" cy="457200"/>
          </a:xfrm>
        </p:spPr>
        <p:txBody>
          <a:bodyPr rIns="0"/>
          <a:lstStyle/>
          <a:p>
            <a:r>
              <a:rPr lang="en-US"/>
              <a:t>Click to edit Master title style</a:t>
            </a:r>
            <a:endParaRPr lang="en-GB" dirty="0"/>
          </a:p>
        </p:txBody>
      </p:sp>
      <p:sp>
        <p:nvSpPr>
          <p:cNvPr id="5" name="Text Placeholder 4"/>
          <p:cNvSpPr>
            <a:spLocks noGrp="1"/>
          </p:cNvSpPr>
          <p:nvPr>
            <p:ph type="body" sz="quarter" idx="10"/>
          </p:nvPr>
        </p:nvSpPr>
        <p:spPr>
          <a:xfrm>
            <a:off x="381000" y="841248"/>
            <a:ext cx="11430000" cy="365760"/>
          </a:xfrm>
        </p:spPr>
        <p:txBody>
          <a:bodyPr/>
          <a:lstStyle>
            <a:lvl1pPr>
              <a:defRPr sz="2400"/>
            </a:lvl1pPr>
          </a:lstStyle>
          <a:p>
            <a:pPr lvl="0"/>
            <a:r>
              <a:rPr lang="en-US"/>
              <a:t>Click to edit Master text styles</a:t>
            </a:r>
          </a:p>
        </p:txBody>
      </p:sp>
      <p:sp>
        <p:nvSpPr>
          <p:cNvPr id="4"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6" name="TextBox 5"/>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grpSp>
        <p:nvGrpSpPr>
          <p:cNvPr id="7" name="Group 22"/>
          <p:cNvGrpSpPr>
            <a:grpSpLocks/>
          </p:cNvGrpSpPr>
          <p:nvPr userDrawn="1"/>
        </p:nvGrpSpPr>
        <p:grpSpPr bwMode="auto">
          <a:xfrm>
            <a:off x="-264086" y="6596401"/>
            <a:ext cx="2147228" cy="184155"/>
            <a:chOff x="9374212" y="6574531"/>
            <a:chExt cx="2147228" cy="182885"/>
          </a:xfrm>
        </p:grpSpPr>
        <p:grpSp>
          <p:nvGrpSpPr>
            <p:cNvPr id="8" name="Group 8"/>
            <p:cNvGrpSpPr>
              <a:grpSpLocks/>
            </p:cNvGrpSpPr>
            <p:nvPr/>
          </p:nvGrpSpPr>
          <p:grpSpPr bwMode="auto">
            <a:xfrm>
              <a:off x="9374212" y="6574531"/>
              <a:ext cx="2147228" cy="182883"/>
              <a:chOff x="9378677" y="6574531"/>
              <a:chExt cx="2147228" cy="182883"/>
            </a:xfrm>
          </p:grpSpPr>
          <p:sp>
            <p:nvSpPr>
              <p:cNvPr id="10" name="Footer Placeholder 3"/>
              <p:cNvSpPr txBox="1">
                <a:spLocks/>
              </p:cNvSpPr>
              <p:nvPr/>
            </p:nvSpPr>
            <p:spPr bwMode="auto">
              <a:xfrm>
                <a:off x="10461203" y="6574537"/>
                <a:ext cx="1064702" cy="1828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defTabSz="912813" eaLnBrk="0" hangingPunct="0">
                  <a:tabLst>
                    <a:tab pos="798513" algn="r"/>
                  </a:tabLst>
                  <a:defRPr sz="2400">
                    <a:solidFill>
                      <a:schemeClr val="tx1"/>
                    </a:solidFill>
                    <a:latin typeface="Arial" charset="0"/>
                    <a:ea typeface="ＭＳ Ｐゴシック" charset="0"/>
                    <a:cs typeface="Arial" charset="0"/>
                  </a:defRPr>
                </a:lvl1pPr>
                <a:lvl2pPr marL="742950" indent="-285750" defTabSz="912813" eaLnBrk="0" hangingPunct="0">
                  <a:tabLst>
                    <a:tab pos="798513" algn="r"/>
                  </a:tabLst>
                  <a:defRPr sz="2400">
                    <a:solidFill>
                      <a:schemeClr val="tx1"/>
                    </a:solidFill>
                    <a:latin typeface="Arial" charset="0"/>
                    <a:ea typeface="Arial" charset="0"/>
                    <a:cs typeface="Arial" charset="0"/>
                  </a:defRPr>
                </a:lvl2pPr>
                <a:lvl3pPr marL="1143000" indent="-228600" defTabSz="912813" eaLnBrk="0" hangingPunct="0">
                  <a:tabLst>
                    <a:tab pos="798513" algn="r"/>
                  </a:tabLst>
                  <a:defRPr sz="2400">
                    <a:solidFill>
                      <a:schemeClr val="tx1"/>
                    </a:solidFill>
                    <a:latin typeface="Arial" charset="0"/>
                    <a:ea typeface="Arial" charset="0"/>
                    <a:cs typeface="Arial" charset="0"/>
                  </a:defRPr>
                </a:lvl3pPr>
                <a:lvl4pPr marL="1600200" indent="-228600" defTabSz="912813" eaLnBrk="0" hangingPunct="0">
                  <a:tabLst>
                    <a:tab pos="798513" algn="r"/>
                  </a:tabLst>
                  <a:defRPr sz="2400">
                    <a:solidFill>
                      <a:schemeClr val="tx1"/>
                    </a:solidFill>
                    <a:latin typeface="Arial" charset="0"/>
                    <a:ea typeface="Arial" charset="0"/>
                    <a:cs typeface="Arial" charset="0"/>
                  </a:defRPr>
                </a:lvl4pPr>
                <a:lvl5pPr marL="2057400" indent="-228600" defTabSz="912813" eaLnBrk="0" hangingPunct="0">
                  <a:tabLst>
                    <a:tab pos="798513" algn="r"/>
                  </a:tabLst>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tab pos="798513" algn="r"/>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All Rights Reserved.</a:t>
                </a:r>
              </a:p>
            </p:txBody>
          </p:sp>
          <p:sp>
            <p:nvSpPr>
              <p:cNvPr id="11" name="TextBox 25"/>
              <p:cNvSpPr txBox="1">
                <a:spLocks noChangeArrowheads="1"/>
              </p:cNvSpPr>
              <p:nvPr/>
            </p:nvSpPr>
            <p:spPr bwMode="auto">
              <a:xfrm>
                <a:off x="9378677" y="6574531"/>
                <a:ext cx="1177925"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eaLnBrk="0" hangingPunct="0">
                  <a:defRPr sz="2400">
                    <a:solidFill>
                      <a:schemeClr val="tx1"/>
                    </a:solidFill>
                    <a:latin typeface="Arial" charset="0"/>
                    <a:ea typeface="ＭＳ Ｐゴシック" charset="0"/>
                    <a:cs typeface="Arial" charset="0"/>
                  </a:defRPr>
                </a:lvl1pPr>
                <a:lvl2pPr marL="742950" indent="-285750" defTabSz="912813" eaLnBrk="0" hangingPunct="0">
                  <a:defRPr sz="2400">
                    <a:solidFill>
                      <a:schemeClr val="tx1"/>
                    </a:solidFill>
                    <a:latin typeface="Arial" charset="0"/>
                    <a:ea typeface="Arial" charset="0"/>
                    <a:cs typeface="Arial" charset="0"/>
                  </a:defRPr>
                </a:lvl2pPr>
                <a:lvl3pPr marL="1143000" indent="-228600" defTabSz="912813" eaLnBrk="0" hangingPunct="0">
                  <a:defRPr sz="2400">
                    <a:solidFill>
                      <a:schemeClr val="tx1"/>
                    </a:solidFill>
                    <a:latin typeface="Arial" charset="0"/>
                    <a:ea typeface="Arial" charset="0"/>
                    <a:cs typeface="Arial" charset="0"/>
                  </a:defRPr>
                </a:lvl3pPr>
                <a:lvl4pPr marL="1600200" indent="-228600" defTabSz="912813" eaLnBrk="0" hangingPunct="0">
                  <a:defRPr sz="2400">
                    <a:solidFill>
                      <a:schemeClr val="tx1"/>
                    </a:solidFill>
                    <a:latin typeface="Arial" charset="0"/>
                    <a:ea typeface="Arial" charset="0"/>
                    <a:cs typeface="Arial" charset="0"/>
                  </a:defRPr>
                </a:lvl4pPr>
                <a:lvl5pPr marL="2057400" indent="-228600" defTabSz="912813" eaLnBrk="0" hangingPunct="0">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defRPr/>
                </a:pPr>
                <a:fld id="{75980DF0-75D0-FD4C-983E-614B6986212F}" type="datetime3">
                  <a:rPr kumimoji="0" lang="en-US" sz="800" b="0" i="0" u="none" strike="noStrike" kern="0" cap="none" spc="0" normalizeH="0" baseline="0" noProof="0" smtClean="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pPr marL="0" marR="0" lvl="0" indent="0" algn="r" defTabSz="912813" eaLnBrk="1" fontAlgn="base" latinLnBrk="0" hangingPunct="1">
                    <a:lnSpc>
                      <a:spcPct val="100000"/>
                    </a:lnSpc>
                    <a:spcBef>
                      <a:spcPct val="0"/>
                    </a:spcBef>
                    <a:spcAft>
                      <a:spcPct val="0"/>
                    </a:spcAft>
                    <a:buClrTx/>
                    <a:buSzTx/>
                    <a:buFontTx/>
                    <a:buNone/>
                    <a:tabLst/>
                    <a:defRPr/>
                  </a:pPr>
                  <a:t>4 June 2026</a:t>
                </a:fld>
                <a:endPar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endParaRPr>
              </a:p>
            </p:txBody>
          </p:sp>
          <p:sp>
            <p:nvSpPr>
              <p:cNvPr id="12" name="Rectangle 26"/>
              <p:cNvSpPr>
                <a:spLocks noChangeArrowheads="1"/>
              </p:cNvSpPr>
              <p:nvPr/>
            </p:nvSpPr>
            <p:spPr bwMode="auto">
              <a:xfrm>
                <a:off x="9513906" y="6589264"/>
                <a:ext cx="812067" cy="153425"/>
              </a:xfrm>
              <a:prstGeom prst="rect">
                <a:avLst/>
              </a:pr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2813"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prstClr val="black"/>
                  </a:solidFill>
                  <a:effectLst/>
                  <a:uLnTx/>
                  <a:uFillTx/>
                  <a:ea typeface="ＭＳ Ｐゴシック" charset="0"/>
                  <a:cs typeface="3M Circular TT Book" panose="020B0604020101020102" pitchFamily="34" charset="0"/>
                </a:endParaRPr>
              </a:p>
            </p:txBody>
          </p:sp>
        </p:grpSp>
        <p:sp>
          <p:nvSpPr>
            <p:cNvPr id="9" name="TextBox 24"/>
            <p:cNvSpPr txBox="1">
              <a:spLocks noChangeArrowheads="1"/>
            </p:cNvSpPr>
            <p:nvPr/>
          </p:nvSpPr>
          <p:spPr bwMode="auto">
            <a:xfrm>
              <a:off x="10017092" y="6574536"/>
              <a:ext cx="353517"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3M</a:t>
              </a:r>
            </a:p>
          </p:txBody>
        </p:sp>
      </p:grpSp>
      <p:sp>
        <p:nvSpPr>
          <p:cNvPr id="13" name="Footer Placeholder 3"/>
          <p:cNvSpPr txBox="1">
            <a:spLocks/>
          </p:cNvSpPr>
          <p:nvPr userDrawn="1"/>
        </p:nvSpPr>
        <p:spPr bwMode="auto">
          <a:xfrm>
            <a:off x="1944949" y="6596401"/>
            <a:ext cx="1005840" cy="184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eaLnBrk="1" fontAlgn="base" hangingPunct="1">
              <a:spcBef>
                <a:spcPct val="0"/>
              </a:spcBef>
              <a:spcAft>
                <a:spcPct val="0"/>
              </a:spcAft>
              <a:defRPr/>
            </a:pPr>
            <a:r>
              <a:rPr lang="en-US" sz="800" dirty="0">
                <a:solidFill>
                  <a:prstClr val="black"/>
                </a:solidFill>
                <a:latin typeface="3M Circular TT Book" panose="020B0604020101020102" pitchFamily="34" charset="0"/>
                <a:cs typeface="3M Circular TT Book" panose="020B0604020101020102" pitchFamily="34" charset="0"/>
              </a:rPr>
              <a:t>3M Confidential.</a:t>
            </a:r>
          </a:p>
        </p:txBody>
      </p:sp>
    </p:spTree>
    <p:extLst>
      <p:ext uri="{BB962C8B-B14F-4D97-AF65-F5344CB8AC3E}">
        <p14:creationId xmlns:p14="http://schemas.microsoft.com/office/powerpoint/2010/main" val="3428608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2 Content">
    <p:spTree>
      <p:nvGrpSpPr>
        <p:cNvPr id="1" name=""/>
        <p:cNvGrpSpPr/>
        <p:nvPr/>
      </p:nvGrpSpPr>
      <p:grpSpPr>
        <a:xfrm>
          <a:off x="0" y="0"/>
          <a:ext cx="0" cy="0"/>
          <a:chOff x="0" y="0"/>
          <a:chExt cx="0" cy="0"/>
        </a:xfrm>
      </p:grpSpPr>
      <p:sp>
        <p:nvSpPr>
          <p:cNvPr id="4" name="Title 3"/>
          <p:cNvSpPr>
            <a:spLocks noGrp="1"/>
          </p:cNvSpPr>
          <p:nvPr>
            <p:ph type="title"/>
          </p:nvPr>
        </p:nvSpPr>
        <p:spPr>
          <a:xfrm>
            <a:off x="379412" y="379414"/>
            <a:ext cx="11425237" cy="822960"/>
          </a:xfrm>
        </p:spPr>
        <p:txBody>
          <a:bodyPr/>
          <a:lstStyle/>
          <a:p>
            <a:r>
              <a:rPr lang="en-US"/>
              <a:t>Click to edit Master title style</a:t>
            </a:r>
            <a:endParaRPr lang="en-GB" dirty="0"/>
          </a:p>
        </p:txBody>
      </p:sp>
      <p:sp>
        <p:nvSpPr>
          <p:cNvPr id="5" name="Content Placeholder 4"/>
          <p:cNvSpPr>
            <a:spLocks noGrp="1"/>
          </p:cNvSpPr>
          <p:nvPr>
            <p:ph sz="quarter" idx="15"/>
          </p:nvPr>
        </p:nvSpPr>
        <p:spPr>
          <a:xfrm>
            <a:off x="379410" y="1295401"/>
            <a:ext cx="571500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10" name="Content Placeholder 9"/>
          <p:cNvSpPr>
            <a:spLocks noGrp="1"/>
          </p:cNvSpPr>
          <p:nvPr>
            <p:ph sz="quarter" idx="16"/>
          </p:nvPr>
        </p:nvSpPr>
        <p:spPr>
          <a:xfrm>
            <a:off x="6096000" y="1295401"/>
            <a:ext cx="571500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6"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7" name="TextBox 6"/>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grpSp>
        <p:nvGrpSpPr>
          <p:cNvPr id="8" name="Group 22"/>
          <p:cNvGrpSpPr>
            <a:grpSpLocks/>
          </p:cNvGrpSpPr>
          <p:nvPr userDrawn="1"/>
        </p:nvGrpSpPr>
        <p:grpSpPr bwMode="auto">
          <a:xfrm>
            <a:off x="-264086" y="6596401"/>
            <a:ext cx="2147228" cy="184155"/>
            <a:chOff x="9374212" y="6574531"/>
            <a:chExt cx="2147228" cy="182885"/>
          </a:xfrm>
        </p:grpSpPr>
        <p:grpSp>
          <p:nvGrpSpPr>
            <p:cNvPr id="9" name="Group 8"/>
            <p:cNvGrpSpPr>
              <a:grpSpLocks/>
            </p:cNvGrpSpPr>
            <p:nvPr/>
          </p:nvGrpSpPr>
          <p:grpSpPr bwMode="auto">
            <a:xfrm>
              <a:off x="9374212" y="6574531"/>
              <a:ext cx="2147228" cy="182883"/>
              <a:chOff x="9378677" y="6574531"/>
              <a:chExt cx="2147228" cy="182883"/>
            </a:xfrm>
          </p:grpSpPr>
          <p:sp>
            <p:nvSpPr>
              <p:cNvPr id="12" name="Footer Placeholder 3"/>
              <p:cNvSpPr txBox="1">
                <a:spLocks/>
              </p:cNvSpPr>
              <p:nvPr/>
            </p:nvSpPr>
            <p:spPr bwMode="auto">
              <a:xfrm>
                <a:off x="10461203" y="6574537"/>
                <a:ext cx="1064702" cy="1828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defTabSz="912813" eaLnBrk="0" hangingPunct="0">
                  <a:tabLst>
                    <a:tab pos="798513" algn="r"/>
                  </a:tabLst>
                  <a:defRPr sz="2400">
                    <a:solidFill>
                      <a:schemeClr val="tx1"/>
                    </a:solidFill>
                    <a:latin typeface="Arial" charset="0"/>
                    <a:ea typeface="ＭＳ Ｐゴシック" charset="0"/>
                    <a:cs typeface="Arial" charset="0"/>
                  </a:defRPr>
                </a:lvl1pPr>
                <a:lvl2pPr marL="742950" indent="-285750" defTabSz="912813" eaLnBrk="0" hangingPunct="0">
                  <a:tabLst>
                    <a:tab pos="798513" algn="r"/>
                  </a:tabLst>
                  <a:defRPr sz="2400">
                    <a:solidFill>
                      <a:schemeClr val="tx1"/>
                    </a:solidFill>
                    <a:latin typeface="Arial" charset="0"/>
                    <a:ea typeface="Arial" charset="0"/>
                    <a:cs typeface="Arial" charset="0"/>
                  </a:defRPr>
                </a:lvl2pPr>
                <a:lvl3pPr marL="1143000" indent="-228600" defTabSz="912813" eaLnBrk="0" hangingPunct="0">
                  <a:tabLst>
                    <a:tab pos="798513" algn="r"/>
                  </a:tabLst>
                  <a:defRPr sz="2400">
                    <a:solidFill>
                      <a:schemeClr val="tx1"/>
                    </a:solidFill>
                    <a:latin typeface="Arial" charset="0"/>
                    <a:ea typeface="Arial" charset="0"/>
                    <a:cs typeface="Arial" charset="0"/>
                  </a:defRPr>
                </a:lvl3pPr>
                <a:lvl4pPr marL="1600200" indent="-228600" defTabSz="912813" eaLnBrk="0" hangingPunct="0">
                  <a:tabLst>
                    <a:tab pos="798513" algn="r"/>
                  </a:tabLst>
                  <a:defRPr sz="2400">
                    <a:solidFill>
                      <a:schemeClr val="tx1"/>
                    </a:solidFill>
                    <a:latin typeface="Arial" charset="0"/>
                    <a:ea typeface="Arial" charset="0"/>
                    <a:cs typeface="Arial" charset="0"/>
                  </a:defRPr>
                </a:lvl4pPr>
                <a:lvl5pPr marL="2057400" indent="-228600" defTabSz="912813" eaLnBrk="0" hangingPunct="0">
                  <a:tabLst>
                    <a:tab pos="798513" algn="r"/>
                  </a:tabLst>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tab pos="798513" algn="r"/>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All Rights Reserved.</a:t>
                </a:r>
              </a:p>
            </p:txBody>
          </p:sp>
          <p:sp>
            <p:nvSpPr>
              <p:cNvPr id="13" name="TextBox 25"/>
              <p:cNvSpPr txBox="1">
                <a:spLocks noChangeArrowheads="1"/>
              </p:cNvSpPr>
              <p:nvPr/>
            </p:nvSpPr>
            <p:spPr bwMode="auto">
              <a:xfrm>
                <a:off x="9378677" y="6574531"/>
                <a:ext cx="1177925"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eaLnBrk="0" hangingPunct="0">
                  <a:defRPr sz="2400">
                    <a:solidFill>
                      <a:schemeClr val="tx1"/>
                    </a:solidFill>
                    <a:latin typeface="Arial" charset="0"/>
                    <a:ea typeface="ＭＳ Ｐゴシック" charset="0"/>
                    <a:cs typeface="Arial" charset="0"/>
                  </a:defRPr>
                </a:lvl1pPr>
                <a:lvl2pPr marL="742950" indent="-285750" defTabSz="912813" eaLnBrk="0" hangingPunct="0">
                  <a:defRPr sz="2400">
                    <a:solidFill>
                      <a:schemeClr val="tx1"/>
                    </a:solidFill>
                    <a:latin typeface="Arial" charset="0"/>
                    <a:ea typeface="Arial" charset="0"/>
                    <a:cs typeface="Arial" charset="0"/>
                  </a:defRPr>
                </a:lvl2pPr>
                <a:lvl3pPr marL="1143000" indent="-228600" defTabSz="912813" eaLnBrk="0" hangingPunct="0">
                  <a:defRPr sz="2400">
                    <a:solidFill>
                      <a:schemeClr val="tx1"/>
                    </a:solidFill>
                    <a:latin typeface="Arial" charset="0"/>
                    <a:ea typeface="Arial" charset="0"/>
                    <a:cs typeface="Arial" charset="0"/>
                  </a:defRPr>
                </a:lvl3pPr>
                <a:lvl4pPr marL="1600200" indent="-228600" defTabSz="912813" eaLnBrk="0" hangingPunct="0">
                  <a:defRPr sz="2400">
                    <a:solidFill>
                      <a:schemeClr val="tx1"/>
                    </a:solidFill>
                    <a:latin typeface="Arial" charset="0"/>
                    <a:ea typeface="Arial" charset="0"/>
                    <a:cs typeface="Arial" charset="0"/>
                  </a:defRPr>
                </a:lvl4pPr>
                <a:lvl5pPr marL="2057400" indent="-228600" defTabSz="912813" eaLnBrk="0" hangingPunct="0">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defRPr/>
                </a:pPr>
                <a:fld id="{75980DF0-75D0-FD4C-983E-614B6986212F}" type="datetime3">
                  <a:rPr kumimoji="0" lang="en-US" sz="800" b="0" i="0" u="none" strike="noStrike" kern="0" cap="none" spc="0" normalizeH="0" baseline="0" noProof="0" smtClean="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pPr marL="0" marR="0" lvl="0" indent="0" algn="r" defTabSz="912813" eaLnBrk="1" fontAlgn="base" latinLnBrk="0" hangingPunct="1">
                    <a:lnSpc>
                      <a:spcPct val="100000"/>
                    </a:lnSpc>
                    <a:spcBef>
                      <a:spcPct val="0"/>
                    </a:spcBef>
                    <a:spcAft>
                      <a:spcPct val="0"/>
                    </a:spcAft>
                    <a:buClrTx/>
                    <a:buSzTx/>
                    <a:buFontTx/>
                    <a:buNone/>
                    <a:tabLst/>
                    <a:defRPr/>
                  </a:pPr>
                  <a:t>4 June 2026</a:t>
                </a:fld>
                <a:endPar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endParaRPr>
              </a:p>
            </p:txBody>
          </p:sp>
          <p:sp>
            <p:nvSpPr>
              <p:cNvPr id="14" name="Rectangle 26"/>
              <p:cNvSpPr>
                <a:spLocks noChangeArrowheads="1"/>
              </p:cNvSpPr>
              <p:nvPr/>
            </p:nvSpPr>
            <p:spPr bwMode="auto">
              <a:xfrm>
                <a:off x="9513906" y="6589264"/>
                <a:ext cx="812067" cy="153425"/>
              </a:xfrm>
              <a:prstGeom prst="rect">
                <a:avLst/>
              </a:pr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2813"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prstClr val="black"/>
                  </a:solidFill>
                  <a:effectLst/>
                  <a:uLnTx/>
                  <a:uFillTx/>
                  <a:ea typeface="ＭＳ Ｐゴシック" charset="0"/>
                  <a:cs typeface="3M Circular TT Book" panose="020B0604020101020102" pitchFamily="34" charset="0"/>
                </a:endParaRPr>
              </a:p>
            </p:txBody>
          </p:sp>
        </p:grpSp>
        <p:sp>
          <p:nvSpPr>
            <p:cNvPr id="11" name="TextBox 24"/>
            <p:cNvSpPr txBox="1">
              <a:spLocks noChangeArrowheads="1"/>
            </p:cNvSpPr>
            <p:nvPr/>
          </p:nvSpPr>
          <p:spPr bwMode="auto">
            <a:xfrm>
              <a:off x="10017092" y="6574536"/>
              <a:ext cx="353517"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3M</a:t>
              </a:r>
            </a:p>
          </p:txBody>
        </p:sp>
      </p:grpSp>
      <p:sp>
        <p:nvSpPr>
          <p:cNvPr id="15" name="Footer Placeholder 3"/>
          <p:cNvSpPr txBox="1">
            <a:spLocks/>
          </p:cNvSpPr>
          <p:nvPr userDrawn="1"/>
        </p:nvSpPr>
        <p:spPr bwMode="auto">
          <a:xfrm>
            <a:off x="1944949" y="6596401"/>
            <a:ext cx="1005840" cy="184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eaLnBrk="1" fontAlgn="base" hangingPunct="1">
              <a:spcBef>
                <a:spcPct val="0"/>
              </a:spcBef>
              <a:spcAft>
                <a:spcPct val="0"/>
              </a:spcAft>
              <a:defRPr/>
            </a:pPr>
            <a:r>
              <a:rPr lang="en-US" sz="800" dirty="0">
                <a:solidFill>
                  <a:prstClr val="black"/>
                </a:solidFill>
                <a:latin typeface="3M Circular TT Book" panose="020B0604020101020102" pitchFamily="34" charset="0"/>
                <a:cs typeface="3M Circular TT Book" panose="020B0604020101020102" pitchFamily="34" charset="0"/>
              </a:rPr>
              <a:t>3M Confidential.</a:t>
            </a:r>
          </a:p>
        </p:txBody>
      </p:sp>
    </p:spTree>
    <p:extLst>
      <p:ext uri="{BB962C8B-B14F-4D97-AF65-F5344CB8AC3E}">
        <p14:creationId xmlns:p14="http://schemas.microsoft.com/office/powerpoint/2010/main" val="832598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Subtitle, 2 Content">
    <p:spTree>
      <p:nvGrpSpPr>
        <p:cNvPr id="1" name=""/>
        <p:cNvGrpSpPr/>
        <p:nvPr/>
      </p:nvGrpSpPr>
      <p:grpSpPr>
        <a:xfrm>
          <a:off x="0" y="0"/>
          <a:ext cx="0" cy="0"/>
          <a:chOff x="0" y="0"/>
          <a:chExt cx="0" cy="0"/>
        </a:xfrm>
      </p:grpSpPr>
      <p:sp>
        <p:nvSpPr>
          <p:cNvPr id="4" name="Title 3"/>
          <p:cNvSpPr>
            <a:spLocks noGrp="1"/>
          </p:cNvSpPr>
          <p:nvPr>
            <p:ph type="title"/>
          </p:nvPr>
        </p:nvSpPr>
        <p:spPr>
          <a:xfrm>
            <a:off x="379412" y="379414"/>
            <a:ext cx="11425237" cy="457200"/>
          </a:xfrm>
        </p:spPr>
        <p:txBody>
          <a:bodyPr/>
          <a:lstStyle/>
          <a:p>
            <a:r>
              <a:rPr lang="en-US"/>
              <a:t>Click to edit Master title style</a:t>
            </a:r>
            <a:endParaRPr lang="en-GB" dirty="0"/>
          </a:p>
        </p:txBody>
      </p:sp>
      <p:sp>
        <p:nvSpPr>
          <p:cNvPr id="5" name="Content Placeholder 4"/>
          <p:cNvSpPr>
            <a:spLocks noGrp="1"/>
          </p:cNvSpPr>
          <p:nvPr>
            <p:ph sz="quarter" idx="15"/>
          </p:nvPr>
        </p:nvSpPr>
        <p:spPr>
          <a:xfrm>
            <a:off x="379410" y="1295401"/>
            <a:ext cx="571500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10" name="Content Placeholder 9"/>
          <p:cNvSpPr>
            <a:spLocks noGrp="1"/>
          </p:cNvSpPr>
          <p:nvPr>
            <p:ph sz="quarter" idx="16"/>
          </p:nvPr>
        </p:nvSpPr>
        <p:spPr>
          <a:xfrm>
            <a:off x="6096000" y="1295401"/>
            <a:ext cx="571500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6" name="Text Placeholder 4"/>
          <p:cNvSpPr>
            <a:spLocks noGrp="1"/>
          </p:cNvSpPr>
          <p:nvPr>
            <p:ph type="body" sz="quarter" idx="10"/>
          </p:nvPr>
        </p:nvSpPr>
        <p:spPr>
          <a:xfrm>
            <a:off x="381000" y="841248"/>
            <a:ext cx="11430000" cy="365760"/>
          </a:xfrm>
        </p:spPr>
        <p:txBody>
          <a:bodyPr/>
          <a:lstStyle>
            <a:lvl1pPr>
              <a:defRPr sz="2400"/>
            </a:lvl1pPr>
          </a:lstStyle>
          <a:p>
            <a:pPr lvl="0"/>
            <a:r>
              <a:rPr lang="en-US"/>
              <a:t>Click to edit Master text styles</a:t>
            </a:r>
          </a:p>
        </p:txBody>
      </p:sp>
      <p:sp>
        <p:nvSpPr>
          <p:cNvPr id="7"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8" name="TextBox 7"/>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grpSp>
        <p:nvGrpSpPr>
          <p:cNvPr id="9" name="Group 22"/>
          <p:cNvGrpSpPr>
            <a:grpSpLocks/>
          </p:cNvGrpSpPr>
          <p:nvPr userDrawn="1"/>
        </p:nvGrpSpPr>
        <p:grpSpPr bwMode="auto">
          <a:xfrm>
            <a:off x="-264086" y="6596401"/>
            <a:ext cx="2147228" cy="184155"/>
            <a:chOff x="9374212" y="6574531"/>
            <a:chExt cx="2147228" cy="182885"/>
          </a:xfrm>
        </p:grpSpPr>
        <p:grpSp>
          <p:nvGrpSpPr>
            <p:cNvPr id="11" name="Group 8"/>
            <p:cNvGrpSpPr>
              <a:grpSpLocks/>
            </p:cNvGrpSpPr>
            <p:nvPr/>
          </p:nvGrpSpPr>
          <p:grpSpPr bwMode="auto">
            <a:xfrm>
              <a:off x="9374212" y="6574531"/>
              <a:ext cx="2147228" cy="182883"/>
              <a:chOff x="9378677" y="6574531"/>
              <a:chExt cx="2147228" cy="182883"/>
            </a:xfrm>
          </p:grpSpPr>
          <p:sp>
            <p:nvSpPr>
              <p:cNvPr id="13" name="Footer Placeholder 3"/>
              <p:cNvSpPr txBox="1">
                <a:spLocks/>
              </p:cNvSpPr>
              <p:nvPr/>
            </p:nvSpPr>
            <p:spPr bwMode="auto">
              <a:xfrm>
                <a:off x="10461203" y="6574537"/>
                <a:ext cx="1064702" cy="1828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defTabSz="912813" eaLnBrk="0" hangingPunct="0">
                  <a:tabLst>
                    <a:tab pos="798513" algn="r"/>
                  </a:tabLst>
                  <a:defRPr sz="2400">
                    <a:solidFill>
                      <a:schemeClr val="tx1"/>
                    </a:solidFill>
                    <a:latin typeface="Arial" charset="0"/>
                    <a:ea typeface="ＭＳ Ｐゴシック" charset="0"/>
                    <a:cs typeface="Arial" charset="0"/>
                  </a:defRPr>
                </a:lvl1pPr>
                <a:lvl2pPr marL="742950" indent="-285750" defTabSz="912813" eaLnBrk="0" hangingPunct="0">
                  <a:tabLst>
                    <a:tab pos="798513" algn="r"/>
                  </a:tabLst>
                  <a:defRPr sz="2400">
                    <a:solidFill>
                      <a:schemeClr val="tx1"/>
                    </a:solidFill>
                    <a:latin typeface="Arial" charset="0"/>
                    <a:ea typeface="Arial" charset="0"/>
                    <a:cs typeface="Arial" charset="0"/>
                  </a:defRPr>
                </a:lvl2pPr>
                <a:lvl3pPr marL="1143000" indent="-228600" defTabSz="912813" eaLnBrk="0" hangingPunct="0">
                  <a:tabLst>
                    <a:tab pos="798513" algn="r"/>
                  </a:tabLst>
                  <a:defRPr sz="2400">
                    <a:solidFill>
                      <a:schemeClr val="tx1"/>
                    </a:solidFill>
                    <a:latin typeface="Arial" charset="0"/>
                    <a:ea typeface="Arial" charset="0"/>
                    <a:cs typeface="Arial" charset="0"/>
                  </a:defRPr>
                </a:lvl3pPr>
                <a:lvl4pPr marL="1600200" indent="-228600" defTabSz="912813" eaLnBrk="0" hangingPunct="0">
                  <a:tabLst>
                    <a:tab pos="798513" algn="r"/>
                  </a:tabLst>
                  <a:defRPr sz="2400">
                    <a:solidFill>
                      <a:schemeClr val="tx1"/>
                    </a:solidFill>
                    <a:latin typeface="Arial" charset="0"/>
                    <a:ea typeface="Arial" charset="0"/>
                    <a:cs typeface="Arial" charset="0"/>
                  </a:defRPr>
                </a:lvl4pPr>
                <a:lvl5pPr marL="2057400" indent="-228600" defTabSz="912813" eaLnBrk="0" hangingPunct="0">
                  <a:tabLst>
                    <a:tab pos="798513" algn="r"/>
                  </a:tabLst>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tab pos="798513" algn="r"/>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All Rights Reserved.</a:t>
                </a:r>
              </a:p>
            </p:txBody>
          </p:sp>
          <p:sp>
            <p:nvSpPr>
              <p:cNvPr id="14" name="TextBox 25"/>
              <p:cNvSpPr txBox="1">
                <a:spLocks noChangeArrowheads="1"/>
              </p:cNvSpPr>
              <p:nvPr/>
            </p:nvSpPr>
            <p:spPr bwMode="auto">
              <a:xfrm>
                <a:off x="9378677" y="6574531"/>
                <a:ext cx="1177925"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eaLnBrk="0" hangingPunct="0">
                  <a:defRPr sz="2400">
                    <a:solidFill>
                      <a:schemeClr val="tx1"/>
                    </a:solidFill>
                    <a:latin typeface="Arial" charset="0"/>
                    <a:ea typeface="ＭＳ Ｐゴシック" charset="0"/>
                    <a:cs typeface="Arial" charset="0"/>
                  </a:defRPr>
                </a:lvl1pPr>
                <a:lvl2pPr marL="742950" indent="-285750" defTabSz="912813" eaLnBrk="0" hangingPunct="0">
                  <a:defRPr sz="2400">
                    <a:solidFill>
                      <a:schemeClr val="tx1"/>
                    </a:solidFill>
                    <a:latin typeface="Arial" charset="0"/>
                    <a:ea typeface="Arial" charset="0"/>
                    <a:cs typeface="Arial" charset="0"/>
                  </a:defRPr>
                </a:lvl2pPr>
                <a:lvl3pPr marL="1143000" indent="-228600" defTabSz="912813" eaLnBrk="0" hangingPunct="0">
                  <a:defRPr sz="2400">
                    <a:solidFill>
                      <a:schemeClr val="tx1"/>
                    </a:solidFill>
                    <a:latin typeface="Arial" charset="0"/>
                    <a:ea typeface="Arial" charset="0"/>
                    <a:cs typeface="Arial" charset="0"/>
                  </a:defRPr>
                </a:lvl3pPr>
                <a:lvl4pPr marL="1600200" indent="-228600" defTabSz="912813" eaLnBrk="0" hangingPunct="0">
                  <a:defRPr sz="2400">
                    <a:solidFill>
                      <a:schemeClr val="tx1"/>
                    </a:solidFill>
                    <a:latin typeface="Arial" charset="0"/>
                    <a:ea typeface="Arial" charset="0"/>
                    <a:cs typeface="Arial" charset="0"/>
                  </a:defRPr>
                </a:lvl4pPr>
                <a:lvl5pPr marL="2057400" indent="-228600" defTabSz="912813" eaLnBrk="0" hangingPunct="0">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defRPr/>
                </a:pPr>
                <a:fld id="{75980DF0-75D0-FD4C-983E-614B6986212F}" type="datetime3">
                  <a:rPr kumimoji="0" lang="en-US" sz="800" b="0" i="0" u="none" strike="noStrike" kern="0" cap="none" spc="0" normalizeH="0" baseline="0" noProof="0" smtClean="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pPr marL="0" marR="0" lvl="0" indent="0" algn="r" defTabSz="912813" eaLnBrk="1" fontAlgn="base" latinLnBrk="0" hangingPunct="1">
                    <a:lnSpc>
                      <a:spcPct val="100000"/>
                    </a:lnSpc>
                    <a:spcBef>
                      <a:spcPct val="0"/>
                    </a:spcBef>
                    <a:spcAft>
                      <a:spcPct val="0"/>
                    </a:spcAft>
                    <a:buClrTx/>
                    <a:buSzTx/>
                    <a:buFontTx/>
                    <a:buNone/>
                    <a:tabLst/>
                    <a:defRPr/>
                  </a:pPr>
                  <a:t>4 June 2026</a:t>
                </a:fld>
                <a:endPar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endParaRPr>
              </a:p>
            </p:txBody>
          </p:sp>
          <p:sp>
            <p:nvSpPr>
              <p:cNvPr id="15" name="Rectangle 26"/>
              <p:cNvSpPr>
                <a:spLocks noChangeArrowheads="1"/>
              </p:cNvSpPr>
              <p:nvPr/>
            </p:nvSpPr>
            <p:spPr bwMode="auto">
              <a:xfrm>
                <a:off x="9513906" y="6589264"/>
                <a:ext cx="812067" cy="153425"/>
              </a:xfrm>
              <a:prstGeom prst="rect">
                <a:avLst/>
              </a:pr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2813"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prstClr val="black"/>
                  </a:solidFill>
                  <a:effectLst/>
                  <a:uLnTx/>
                  <a:uFillTx/>
                  <a:ea typeface="ＭＳ Ｐゴシック" charset="0"/>
                  <a:cs typeface="3M Circular TT Book" panose="020B0604020101020102" pitchFamily="34" charset="0"/>
                </a:endParaRPr>
              </a:p>
            </p:txBody>
          </p:sp>
        </p:grpSp>
        <p:sp>
          <p:nvSpPr>
            <p:cNvPr id="12" name="TextBox 24"/>
            <p:cNvSpPr txBox="1">
              <a:spLocks noChangeArrowheads="1"/>
            </p:cNvSpPr>
            <p:nvPr/>
          </p:nvSpPr>
          <p:spPr bwMode="auto">
            <a:xfrm>
              <a:off x="10017092" y="6574536"/>
              <a:ext cx="353517"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3M</a:t>
              </a:r>
            </a:p>
          </p:txBody>
        </p:sp>
      </p:grpSp>
      <p:sp>
        <p:nvSpPr>
          <p:cNvPr id="16" name="Footer Placeholder 3"/>
          <p:cNvSpPr txBox="1">
            <a:spLocks/>
          </p:cNvSpPr>
          <p:nvPr userDrawn="1"/>
        </p:nvSpPr>
        <p:spPr bwMode="auto">
          <a:xfrm>
            <a:off x="1944949" y="6596401"/>
            <a:ext cx="1005840" cy="184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eaLnBrk="1" fontAlgn="base" hangingPunct="1">
              <a:spcBef>
                <a:spcPct val="0"/>
              </a:spcBef>
              <a:spcAft>
                <a:spcPct val="0"/>
              </a:spcAft>
              <a:defRPr/>
            </a:pPr>
            <a:r>
              <a:rPr lang="en-US" sz="800" dirty="0">
                <a:solidFill>
                  <a:prstClr val="black"/>
                </a:solidFill>
                <a:latin typeface="3M Circular TT Book" panose="020B0604020101020102" pitchFamily="34" charset="0"/>
                <a:cs typeface="3M Circular TT Book" panose="020B0604020101020102" pitchFamily="34" charset="0"/>
              </a:rPr>
              <a:t>3M Confidential.</a:t>
            </a:r>
          </a:p>
        </p:txBody>
      </p:sp>
    </p:spTree>
    <p:extLst>
      <p:ext uri="{BB962C8B-B14F-4D97-AF65-F5344CB8AC3E}">
        <p14:creationId xmlns:p14="http://schemas.microsoft.com/office/powerpoint/2010/main" val="94708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3 Content">
    <p:spTree>
      <p:nvGrpSpPr>
        <p:cNvPr id="1" name=""/>
        <p:cNvGrpSpPr/>
        <p:nvPr/>
      </p:nvGrpSpPr>
      <p:grpSpPr>
        <a:xfrm>
          <a:off x="0" y="0"/>
          <a:ext cx="0" cy="0"/>
          <a:chOff x="0" y="0"/>
          <a:chExt cx="0" cy="0"/>
        </a:xfrm>
      </p:grpSpPr>
      <p:sp>
        <p:nvSpPr>
          <p:cNvPr id="4" name="Title 3"/>
          <p:cNvSpPr>
            <a:spLocks noGrp="1"/>
          </p:cNvSpPr>
          <p:nvPr>
            <p:ph type="title"/>
          </p:nvPr>
        </p:nvSpPr>
        <p:spPr>
          <a:xfrm>
            <a:off x="379412" y="380999"/>
            <a:ext cx="11425237" cy="821373"/>
          </a:xfrm>
        </p:spPr>
        <p:txBody>
          <a:bodyPr/>
          <a:lstStyle/>
          <a:p>
            <a:r>
              <a:rPr lang="en-US"/>
              <a:t>Click to edit Master title style</a:t>
            </a:r>
            <a:endParaRPr lang="en-GB" dirty="0"/>
          </a:p>
        </p:txBody>
      </p:sp>
      <p:sp>
        <p:nvSpPr>
          <p:cNvPr id="5" name="Content Placeholder 4"/>
          <p:cNvSpPr>
            <a:spLocks noGrp="1"/>
          </p:cNvSpPr>
          <p:nvPr>
            <p:ph sz="quarter" idx="13"/>
          </p:nvPr>
        </p:nvSpPr>
        <p:spPr>
          <a:xfrm>
            <a:off x="379412" y="1295401"/>
            <a:ext cx="379476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10" name="Content Placeholder 4"/>
          <p:cNvSpPr>
            <a:spLocks noGrp="1"/>
          </p:cNvSpPr>
          <p:nvPr>
            <p:ph sz="quarter" idx="14"/>
          </p:nvPr>
        </p:nvSpPr>
        <p:spPr>
          <a:xfrm>
            <a:off x="4187952" y="1295401"/>
            <a:ext cx="3803904"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Content Placeholder 4"/>
          <p:cNvSpPr>
            <a:spLocks noGrp="1"/>
          </p:cNvSpPr>
          <p:nvPr>
            <p:ph sz="quarter" idx="15"/>
          </p:nvPr>
        </p:nvSpPr>
        <p:spPr>
          <a:xfrm>
            <a:off x="8010144" y="1295401"/>
            <a:ext cx="379476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7" name="TextBox 6"/>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grpSp>
        <p:nvGrpSpPr>
          <p:cNvPr id="8" name="Group 22"/>
          <p:cNvGrpSpPr>
            <a:grpSpLocks/>
          </p:cNvGrpSpPr>
          <p:nvPr userDrawn="1"/>
        </p:nvGrpSpPr>
        <p:grpSpPr bwMode="auto">
          <a:xfrm>
            <a:off x="-264086" y="6596401"/>
            <a:ext cx="2147228" cy="184155"/>
            <a:chOff x="9374212" y="6574531"/>
            <a:chExt cx="2147228" cy="182885"/>
          </a:xfrm>
        </p:grpSpPr>
        <p:grpSp>
          <p:nvGrpSpPr>
            <p:cNvPr id="9" name="Group 8"/>
            <p:cNvGrpSpPr>
              <a:grpSpLocks/>
            </p:cNvGrpSpPr>
            <p:nvPr/>
          </p:nvGrpSpPr>
          <p:grpSpPr bwMode="auto">
            <a:xfrm>
              <a:off x="9374212" y="6574531"/>
              <a:ext cx="2147228" cy="182883"/>
              <a:chOff x="9378677" y="6574531"/>
              <a:chExt cx="2147228" cy="182883"/>
            </a:xfrm>
          </p:grpSpPr>
          <p:sp>
            <p:nvSpPr>
              <p:cNvPr id="13" name="Footer Placeholder 3"/>
              <p:cNvSpPr txBox="1">
                <a:spLocks/>
              </p:cNvSpPr>
              <p:nvPr/>
            </p:nvSpPr>
            <p:spPr bwMode="auto">
              <a:xfrm>
                <a:off x="10461203" y="6574537"/>
                <a:ext cx="1064702" cy="1828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defTabSz="912813" eaLnBrk="0" hangingPunct="0">
                  <a:tabLst>
                    <a:tab pos="798513" algn="r"/>
                  </a:tabLst>
                  <a:defRPr sz="2400">
                    <a:solidFill>
                      <a:schemeClr val="tx1"/>
                    </a:solidFill>
                    <a:latin typeface="Arial" charset="0"/>
                    <a:ea typeface="ＭＳ Ｐゴシック" charset="0"/>
                    <a:cs typeface="Arial" charset="0"/>
                  </a:defRPr>
                </a:lvl1pPr>
                <a:lvl2pPr marL="742950" indent="-285750" defTabSz="912813" eaLnBrk="0" hangingPunct="0">
                  <a:tabLst>
                    <a:tab pos="798513" algn="r"/>
                  </a:tabLst>
                  <a:defRPr sz="2400">
                    <a:solidFill>
                      <a:schemeClr val="tx1"/>
                    </a:solidFill>
                    <a:latin typeface="Arial" charset="0"/>
                    <a:ea typeface="Arial" charset="0"/>
                    <a:cs typeface="Arial" charset="0"/>
                  </a:defRPr>
                </a:lvl2pPr>
                <a:lvl3pPr marL="1143000" indent="-228600" defTabSz="912813" eaLnBrk="0" hangingPunct="0">
                  <a:tabLst>
                    <a:tab pos="798513" algn="r"/>
                  </a:tabLst>
                  <a:defRPr sz="2400">
                    <a:solidFill>
                      <a:schemeClr val="tx1"/>
                    </a:solidFill>
                    <a:latin typeface="Arial" charset="0"/>
                    <a:ea typeface="Arial" charset="0"/>
                    <a:cs typeface="Arial" charset="0"/>
                  </a:defRPr>
                </a:lvl3pPr>
                <a:lvl4pPr marL="1600200" indent="-228600" defTabSz="912813" eaLnBrk="0" hangingPunct="0">
                  <a:tabLst>
                    <a:tab pos="798513" algn="r"/>
                  </a:tabLst>
                  <a:defRPr sz="2400">
                    <a:solidFill>
                      <a:schemeClr val="tx1"/>
                    </a:solidFill>
                    <a:latin typeface="Arial" charset="0"/>
                    <a:ea typeface="Arial" charset="0"/>
                    <a:cs typeface="Arial" charset="0"/>
                  </a:defRPr>
                </a:lvl4pPr>
                <a:lvl5pPr marL="2057400" indent="-228600" defTabSz="912813" eaLnBrk="0" hangingPunct="0">
                  <a:tabLst>
                    <a:tab pos="798513" algn="r"/>
                  </a:tabLst>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tab pos="798513" algn="r"/>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All Rights Reserved.</a:t>
                </a:r>
              </a:p>
            </p:txBody>
          </p:sp>
          <p:sp>
            <p:nvSpPr>
              <p:cNvPr id="14" name="TextBox 25"/>
              <p:cNvSpPr txBox="1">
                <a:spLocks noChangeArrowheads="1"/>
              </p:cNvSpPr>
              <p:nvPr/>
            </p:nvSpPr>
            <p:spPr bwMode="auto">
              <a:xfrm>
                <a:off x="9378677" y="6574531"/>
                <a:ext cx="1177925"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eaLnBrk="0" hangingPunct="0">
                  <a:defRPr sz="2400">
                    <a:solidFill>
                      <a:schemeClr val="tx1"/>
                    </a:solidFill>
                    <a:latin typeface="Arial" charset="0"/>
                    <a:ea typeface="ＭＳ Ｐゴシック" charset="0"/>
                    <a:cs typeface="Arial" charset="0"/>
                  </a:defRPr>
                </a:lvl1pPr>
                <a:lvl2pPr marL="742950" indent="-285750" defTabSz="912813" eaLnBrk="0" hangingPunct="0">
                  <a:defRPr sz="2400">
                    <a:solidFill>
                      <a:schemeClr val="tx1"/>
                    </a:solidFill>
                    <a:latin typeface="Arial" charset="0"/>
                    <a:ea typeface="Arial" charset="0"/>
                    <a:cs typeface="Arial" charset="0"/>
                  </a:defRPr>
                </a:lvl2pPr>
                <a:lvl3pPr marL="1143000" indent="-228600" defTabSz="912813" eaLnBrk="0" hangingPunct="0">
                  <a:defRPr sz="2400">
                    <a:solidFill>
                      <a:schemeClr val="tx1"/>
                    </a:solidFill>
                    <a:latin typeface="Arial" charset="0"/>
                    <a:ea typeface="Arial" charset="0"/>
                    <a:cs typeface="Arial" charset="0"/>
                  </a:defRPr>
                </a:lvl3pPr>
                <a:lvl4pPr marL="1600200" indent="-228600" defTabSz="912813" eaLnBrk="0" hangingPunct="0">
                  <a:defRPr sz="2400">
                    <a:solidFill>
                      <a:schemeClr val="tx1"/>
                    </a:solidFill>
                    <a:latin typeface="Arial" charset="0"/>
                    <a:ea typeface="Arial" charset="0"/>
                    <a:cs typeface="Arial" charset="0"/>
                  </a:defRPr>
                </a:lvl4pPr>
                <a:lvl5pPr marL="2057400" indent="-228600" defTabSz="912813" eaLnBrk="0" hangingPunct="0">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defRPr/>
                </a:pPr>
                <a:fld id="{75980DF0-75D0-FD4C-983E-614B6986212F}" type="datetime3">
                  <a:rPr kumimoji="0" lang="en-US" sz="800" b="0" i="0" u="none" strike="noStrike" kern="0" cap="none" spc="0" normalizeH="0" baseline="0" noProof="0" smtClean="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pPr marL="0" marR="0" lvl="0" indent="0" algn="r" defTabSz="912813" eaLnBrk="1" fontAlgn="base" latinLnBrk="0" hangingPunct="1">
                    <a:lnSpc>
                      <a:spcPct val="100000"/>
                    </a:lnSpc>
                    <a:spcBef>
                      <a:spcPct val="0"/>
                    </a:spcBef>
                    <a:spcAft>
                      <a:spcPct val="0"/>
                    </a:spcAft>
                    <a:buClrTx/>
                    <a:buSzTx/>
                    <a:buFontTx/>
                    <a:buNone/>
                    <a:tabLst/>
                    <a:defRPr/>
                  </a:pPr>
                  <a:t>4 June 2026</a:t>
                </a:fld>
                <a:endPar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endParaRPr>
              </a:p>
            </p:txBody>
          </p:sp>
          <p:sp>
            <p:nvSpPr>
              <p:cNvPr id="15" name="Rectangle 26"/>
              <p:cNvSpPr>
                <a:spLocks noChangeArrowheads="1"/>
              </p:cNvSpPr>
              <p:nvPr/>
            </p:nvSpPr>
            <p:spPr bwMode="auto">
              <a:xfrm>
                <a:off x="9513906" y="6589264"/>
                <a:ext cx="812067" cy="153425"/>
              </a:xfrm>
              <a:prstGeom prst="rect">
                <a:avLst/>
              </a:pr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2813"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prstClr val="black"/>
                  </a:solidFill>
                  <a:effectLst/>
                  <a:uLnTx/>
                  <a:uFillTx/>
                  <a:ea typeface="ＭＳ Ｐゴシック" charset="0"/>
                  <a:cs typeface="3M Circular TT Book" panose="020B0604020101020102" pitchFamily="34" charset="0"/>
                </a:endParaRPr>
              </a:p>
            </p:txBody>
          </p:sp>
        </p:grpSp>
        <p:sp>
          <p:nvSpPr>
            <p:cNvPr id="12" name="TextBox 24"/>
            <p:cNvSpPr txBox="1">
              <a:spLocks noChangeArrowheads="1"/>
            </p:cNvSpPr>
            <p:nvPr/>
          </p:nvSpPr>
          <p:spPr bwMode="auto">
            <a:xfrm>
              <a:off x="10017092" y="6574536"/>
              <a:ext cx="353517"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3M</a:t>
              </a:r>
            </a:p>
          </p:txBody>
        </p:sp>
      </p:grpSp>
      <p:sp>
        <p:nvSpPr>
          <p:cNvPr id="16" name="Footer Placeholder 3"/>
          <p:cNvSpPr txBox="1">
            <a:spLocks/>
          </p:cNvSpPr>
          <p:nvPr userDrawn="1"/>
        </p:nvSpPr>
        <p:spPr bwMode="auto">
          <a:xfrm>
            <a:off x="1944949" y="6596401"/>
            <a:ext cx="1005840" cy="184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eaLnBrk="1" fontAlgn="base" hangingPunct="1">
              <a:spcBef>
                <a:spcPct val="0"/>
              </a:spcBef>
              <a:spcAft>
                <a:spcPct val="0"/>
              </a:spcAft>
              <a:defRPr/>
            </a:pPr>
            <a:r>
              <a:rPr lang="en-US" sz="800" dirty="0">
                <a:solidFill>
                  <a:prstClr val="black"/>
                </a:solidFill>
                <a:latin typeface="3M Circular TT Book" panose="020B0604020101020102" pitchFamily="34" charset="0"/>
                <a:cs typeface="3M Circular TT Book" panose="020B0604020101020102" pitchFamily="34" charset="0"/>
              </a:rPr>
              <a:t>3M Confidential.</a:t>
            </a:r>
          </a:p>
        </p:txBody>
      </p:sp>
    </p:spTree>
    <p:extLst>
      <p:ext uri="{BB962C8B-B14F-4D97-AF65-F5344CB8AC3E}">
        <p14:creationId xmlns:p14="http://schemas.microsoft.com/office/powerpoint/2010/main" val="3007798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Subtitle, 3 Content">
    <p:spTree>
      <p:nvGrpSpPr>
        <p:cNvPr id="1" name=""/>
        <p:cNvGrpSpPr/>
        <p:nvPr/>
      </p:nvGrpSpPr>
      <p:grpSpPr>
        <a:xfrm>
          <a:off x="0" y="0"/>
          <a:ext cx="0" cy="0"/>
          <a:chOff x="0" y="0"/>
          <a:chExt cx="0" cy="0"/>
        </a:xfrm>
      </p:grpSpPr>
      <p:sp>
        <p:nvSpPr>
          <p:cNvPr id="4" name="Title 3"/>
          <p:cNvSpPr>
            <a:spLocks noGrp="1"/>
          </p:cNvSpPr>
          <p:nvPr>
            <p:ph type="title"/>
          </p:nvPr>
        </p:nvSpPr>
        <p:spPr>
          <a:xfrm>
            <a:off x="379412" y="380999"/>
            <a:ext cx="11425237" cy="457200"/>
          </a:xfrm>
        </p:spPr>
        <p:txBody>
          <a:bodyPr/>
          <a:lstStyle/>
          <a:p>
            <a:r>
              <a:rPr lang="en-US"/>
              <a:t>Click to edit Master title style</a:t>
            </a:r>
            <a:endParaRPr lang="en-GB" dirty="0"/>
          </a:p>
        </p:txBody>
      </p:sp>
      <p:sp>
        <p:nvSpPr>
          <p:cNvPr id="6" name="Text Placeholder 4"/>
          <p:cNvSpPr>
            <a:spLocks noGrp="1"/>
          </p:cNvSpPr>
          <p:nvPr>
            <p:ph type="body" sz="quarter" idx="10"/>
          </p:nvPr>
        </p:nvSpPr>
        <p:spPr>
          <a:xfrm>
            <a:off x="384048" y="841248"/>
            <a:ext cx="11430000" cy="365760"/>
          </a:xfrm>
        </p:spPr>
        <p:txBody>
          <a:bodyPr/>
          <a:lstStyle>
            <a:lvl1pPr>
              <a:defRPr sz="2400"/>
            </a:lvl1pPr>
          </a:lstStyle>
          <a:p>
            <a:pPr lvl="0"/>
            <a:r>
              <a:rPr lang="en-US"/>
              <a:t>Click to edit Master text styles</a:t>
            </a:r>
          </a:p>
        </p:txBody>
      </p:sp>
      <p:sp>
        <p:nvSpPr>
          <p:cNvPr id="7" name="Content Placeholder 4"/>
          <p:cNvSpPr>
            <a:spLocks noGrp="1"/>
          </p:cNvSpPr>
          <p:nvPr>
            <p:ph sz="quarter" idx="13"/>
          </p:nvPr>
        </p:nvSpPr>
        <p:spPr>
          <a:xfrm>
            <a:off x="379412" y="1295401"/>
            <a:ext cx="3794760" cy="4953000"/>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8" name="Content Placeholder 4"/>
          <p:cNvSpPr>
            <a:spLocks noGrp="1"/>
          </p:cNvSpPr>
          <p:nvPr>
            <p:ph sz="quarter" idx="14"/>
          </p:nvPr>
        </p:nvSpPr>
        <p:spPr>
          <a:xfrm>
            <a:off x="4187952" y="1295401"/>
            <a:ext cx="3803904"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Content Placeholder 4"/>
          <p:cNvSpPr>
            <a:spLocks noGrp="1"/>
          </p:cNvSpPr>
          <p:nvPr>
            <p:ph sz="quarter" idx="15"/>
          </p:nvPr>
        </p:nvSpPr>
        <p:spPr>
          <a:xfrm>
            <a:off x="8010144" y="1295401"/>
            <a:ext cx="379476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11" name="TextBox 10"/>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grpSp>
        <p:nvGrpSpPr>
          <p:cNvPr id="12" name="Group 22"/>
          <p:cNvGrpSpPr>
            <a:grpSpLocks/>
          </p:cNvGrpSpPr>
          <p:nvPr userDrawn="1"/>
        </p:nvGrpSpPr>
        <p:grpSpPr bwMode="auto">
          <a:xfrm>
            <a:off x="-264086" y="6596401"/>
            <a:ext cx="2147228" cy="184155"/>
            <a:chOff x="9374212" y="6574531"/>
            <a:chExt cx="2147228" cy="182885"/>
          </a:xfrm>
        </p:grpSpPr>
        <p:grpSp>
          <p:nvGrpSpPr>
            <p:cNvPr id="13" name="Group 8"/>
            <p:cNvGrpSpPr>
              <a:grpSpLocks/>
            </p:cNvGrpSpPr>
            <p:nvPr/>
          </p:nvGrpSpPr>
          <p:grpSpPr bwMode="auto">
            <a:xfrm>
              <a:off x="9374212" y="6574531"/>
              <a:ext cx="2147228" cy="182883"/>
              <a:chOff x="9378677" y="6574531"/>
              <a:chExt cx="2147228" cy="182883"/>
            </a:xfrm>
          </p:grpSpPr>
          <p:sp>
            <p:nvSpPr>
              <p:cNvPr id="15" name="Footer Placeholder 3"/>
              <p:cNvSpPr txBox="1">
                <a:spLocks/>
              </p:cNvSpPr>
              <p:nvPr/>
            </p:nvSpPr>
            <p:spPr bwMode="auto">
              <a:xfrm>
                <a:off x="10461203" y="6574537"/>
                <a:ext cx="1064702" cy="1828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defTabSz="912813" eaLnBrk="0" hangingPunct="0">
                  <a:tabLst>
                    <a:tab pos="798513" algn="r"/>
                  </a:tabLst>
                  <a:defRPr sz="2400">
                    <a:solidFill>
                      <a:schemeClr val="tx1"/>
                    </a:solidFill>
                    <a:latin typeface="Arial" charset="0"/>
                    <a:ea typeface="ＭＳ Ｐゴシック" charset="0"/>
                    <a:cs typeface="Arial" charset="0"/>
                  </a:defRPr>
                </a:lvl1pPr>
                <a:lvl2pPr marL="742950" indent="-285750" defTabSz="912813" eaLnBrk="0" hangingPunct="0">
                  <a:tabLst>
                    <a:tab pos="798513" algn="r"/>
                  </a:tabLst>
                  <a:defRPr sz="2400">
                    <a:solidFill>
                      <a:schemeClr val="tx1"/>
                    </a:solidFill>
                    <a:latin typeface="Arial" charset="0"/>
                    <a:ea typeface="Arial" charset="0"/>
                    <a:cs typeface="Arial" charset="0"/>
                  </a:defRPr>
                </a:lvl2pPr>
                <a:lvl3pPr marL="1143000" indent="-228600" defTabSz="912813" eaLnBrk="0" hangingPunct="0">
                  <a:tabLst>
                    <a:tab pos="798513" algn="r"/>
                  </a:tabLst>
                  <a:defRPr sz="2400">
                    <a:solidFill>
                      <a:schemeClr val="tx1"/>
                    </a:solidFill>
                    <a:latin typeface="Arial" charset="0"/>
                    <a:ea typeface="Arial" charset="0"/>
                    <a:cs typeface="Arial" charset="0"/>
                  </a:defRPr>
                </a:lvl3pPr>
                <a:lvl4pPr marL="1600200" indent="-228600" defTabSz="912813" eaLnBrk="0" hangingPunct="0">
                  <a:tabLst>
                    <a:tab pos="798513" algn="r"/>
                  </a:tabLst>
                  <a:defRPr sz="2400">
                    <a:solidFill>
                      <a:schemeClr val="tx1"/>
                    </a:solidFill>
                    <a:latin typeface="Arial" charset="0"/>
                    <a:ea typeface="Arial" charset="0"/>
                    <a:cs typeface="Arial" charset="0"/>
                  </a:defRPr>
                </a:lvl4pPr>
                <a:lvl5pPr marL="2057400" indent="-228600" defTabSz="912813" eaLnBrk="0" hangingPunct="0">
                  <a:tabLst>
                    <a:tab pos="798513" algn="r"/>
                  </a:tabLst>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tab pos="798513" algn="r"/>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All Rights Reserved.</a:t>
                </a:r>
              </a:p>
            </p:txBody>
          </p:sp>
          <p:sp>
            <p:nvSpPr>
              <p:cNvPr id="16" name="TextBox 25"/>
              <p:cNvSpPr txBox="1">
                <a:spLocks noChangeArrowheads="1"/>
              </p:cNvSpPr>
              <p:nvPr/>
            </p:nvSpPr>
            <p:spPr bwMode="auto">
              <a:xfrm>
                <a:off x="9378677" y="6574531"/>
                <a:ext cx="1177925"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eaLnBrk="0" hangingPunct="0">
                  <a:defRPr sz="2400">
                    <a:solidFill>
                      <a:schemeClr val="tx1"/>
                    </a:solidFill>
                    <a:latin typeface="Arial" charset="0"/>
                    <a:ea typeface="ＭＳ Ｐゴシック" charset="0"/>
                    <a:cs typeface="Arial" charset="0"/>
                  </a:defRPr>
                </a:lvl1pPr>
                <a:lvl2pPr marL="742950" indent="-285750" defTabSz="912813" eaLnBrk="0" hangingPunct="0">
                  <a:defRPr sz="2400">
                    <a:solidFill>
                      <a:schemeClr val="tx1"/>
                    </a:solidFill>
                    <a:latin typeface="Arial" charset="0"/>
                    <a:ea typeface="Arial" charset="0"/>
                    <a:cs typeface="Arial" charset="0"/>
                  </a:defRPr>
                </a:lvl2pPr>
                <a:lvl3pPr marL="1143000" indent="-228600" defTabSz="912813" eaLnBrk="0" hangingPunct="0">
                  <a:defRPr sz="2400">
                    <a:solidFill>
                      <a:schemeClr val="tx1"/>
                    </a:solidFill>
                    <a:latin typeface="Arial" charset="0"/>
                    <a:ea typeface="Arial" charset="0"/>
                    <a:cs typeface="Arial" charset="0"/>
                  </a:defRPr>
                </a:lvl3pPr>
                <a:lvl4pPr marL="1600200" indent="-228600" defTabSz="912813" eaLnBrk="0" hangingPunct="0">
                  <a:defRPr sz="2400">
                    <a:solidFill>
                      <a:schemeClr val="tx1"/>
                    </a:solidFill>
                    <a:latin typeface="Arial" charset="0"/>
                    <a:ea typeface="Arial" charset="0"/>
                    <a:cs typeface="Arial" charset="0"/>
                  </a:defRPr>
                </a:lvl4pPr>
                <a:lvl5pPr marL="2057400" indent="-228600" defTabSz="912813" eaLnBrk="0" hangingPunct="0">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defRPr/>
                </a:pPr>
                <a:fld id="{75980DF0-75D0-FD4C-983E-614B6986212F}" type="datetime3">
                  <a:rPr kumimoji="0" lang="en-US" sz="800" b="0" i="0" u="none" strike="noStrike" kern="0" cap="none" spc="0" normalizeH="0" baseline="0" noProof="0" smtClean="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pPr marL="0" marR="0" lvl="0" indent="0" algn="r" defTabSz="912813" eaLnBrk="1" fontAlgn="base" latinLnBrk="0" hangingPunct="1">
                    <a:lnSpc>
                      <a:spcPct val="100000"/>
                    </a:lnSpc>
                    <a:spcBef>
                      <a:spcPct val="0"/>
                    </a:spcBef>
                    <a:spcAft>
                      <a:spcPct val="0"/>
                    </a:spcAft>
                    <a:buClrTx/>
                    <a:buSzTx/>
                    <a:buFontTx/>
                    <a:buNone/>
                    <a:tabLst/>
                    <a:defRPr/>
                  </a:pPr>
                  <a:t>4 June 2026</a:t>
                </a:fld>
                <a:endPar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endParaRPr>
              </a:p>
            </p:txBody>
          </p:sp>
          <p:sp>
            <p:nvSpPr>
              <p:cNvPr id="17" name="Rectangle 26"/>
              <p:cNvSpPr>
                <a:spLocks noChangeArrowheads="1"/>
              </p:cNvSpPr>
              <p:nvPr/>
            </p:nvSpPr>
            <p:spPr bwMode="auto">
              <a:xfrm>
                <a:off x="9513906" y="6589264"/>
                <a:ext cx="812067" cy="153425"/>
              </a:xfrm>
              <a:prstGeom prst="rect">
                <a:avLst/>
              </a:pr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2813"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prstClr val="black"/>
                  </a:solidFill>
                  <a:effectLst/>
                  <a:uLnTx/>
                  <a:uFillTx/>
                  <a:ea typeface="ＭＳ Ｐゴシック" charset="0"/>
                  <a:cs typeface="3M Circular TT Book" panose="020B0604020101020102" pitchFamily="34" charset="0"/>
                </a:endParaRPr>
              </a:p>
            </p:txBody>
          </p:sp>
        </p:grpSp>
        <p:sp>
          <p:nvSpPr>
            <p:cNvPr id="14" name="TextBox 24"/>
            <p:cNvSpPr txBox="1">
              <a:spLocks noChangeArrowheads="1"/>
            </p:cNvSpPr>
            <p:nvPr/>
          </p:nvSpPr>
          <p:spPr bwMode="auto">
            <a:xfrm>
              <a:off x="10017092" y="6574536"/>
              <a:ext cx="353517"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3M</a:t>
              </a:r>
            </a:p>
          </p:txBody>
        </p:sp>
      </p:grpSp>
      <p:sp>
        <p:nvSpPr>
          <p:cNvPr id="18" name="Footer Placeholder 3"/>
          <p:cNvSpPr txBox="1">
            <a:spLocks/>
          </p:cNvSpPr>
          <p:nvPr userDrawn="1"/>
        </p:nvSpPr>
        <p:spPr bwMode="auto">
          <a:xfrm>
            <a:off x="1944949" y="6596401"/>
            <a:ext cx="1005840" cy="184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eaLnBrk="1" fontAlgn="base" hangingPunct="1">
              <a:spcBef>
                <a:spcPct val="0"/>
              </a:spcBef>
              <a:spcAft>
                <a:spcPct val="0"/>
              </a:spcAft>
              <a:defRPr/>
            </a:pPr>
            <a:r>
              <a:rPr lang="en-US" sz="800" dirty="0">
                <a:solidFill>
                  <a:prstClr val="black"/>
                </a:solidFill>
                <a:latin typeface="3M Circular TT Book" panose="020B0604020101020102" pitchFamily="34" charset="0"/>
                <a:cs typeface="3M Circular TT Book" panose="020B0604020101020102" pitchFamily="34" charset="0"/>
              </a:rPr>
              <a:t>3M Confidential.</a:t>
            </a:r>
          </a:p>
        </p:txBody>
      </p:sp>
    </p:spTree>
    <p:extLst>
      <p:ext uri="{BB962C8B-B14F-4D97-AF65-F5344CB8AC3E}">
        <p14:creationId xmlns:p14="http://schemas.microsoft.com/office/powerpoint/2010/main" val="504183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Large Message">
    <p:spTree>
      <p:nvGrpSpPr>
        <p:cNvPr id="1" name=""/>
        <p:cNvGrpSpPr/>
        <p:nvPr/>
      </p:nvGrpSpPr>
      <p:grpSpPr>
        <a:xfrm>
          <a:off x="0" y="0"/>
          <a:ext cx="0" cy="0"/>
          <a:chOff x="0" y="0"/>
          <a:chExt cx="0" cy="0"/>
        </a:xfrm>
      </p:grpSpPr>
      <p:sp>
        <p:nvSpPr>
          <p:cNvPr id="5" name="Content Placeholder 4"/>
          <p:cNvSpPr>
            <a:spLocks noGrp="1"/>
          </p:cNvSpPr>
          <p:nvPr>
            <p:ph sz="quarter" idx="15"/>
          </p:nvPr>
        </p:nvSpPr>
        <p:spPr>
          <a:xfrm>
            <a:off x="379410" y="1298448"/>
            <a:ext cx="11431590" cy="4956048"/>
          </a:xfrm>
        </p:spPr>
        <p:txBody>
          <a:bodyPr/>
          <a:lstStyle>
            <a:lvl1pPr>
              <a:lnSpc>
                <a:spcPct val="90000"/>
              </a:lnSpc>
              <a:defRPr sz="4800">
                <a:latin typeface="+mj-lt"/>
              </a:defRPr>
            </a:lvl1pPr>
            <a:lvl2pPr>
              <a:defRPr sz="4400">
                <a:latin typeface="+mj-lt"/>
              </a:defRPr>
            </a:lvl2pPr>
            <a:lvl3pPr>
              <a:defRPr sz="4000">
                <a:latin typeface="+mj-lt"/>
              </a:defRPr>
            </a:lvl3pPr>
            <a:lvl4pPr>
              <a:defRPr sz="3600">
                <a:latin typeface="+mj-lt"/>
              </a:defRPr>
            </a:lvl4pPr>
            <a:lvl5pPr>
              <a:defRPr sz="3200">
                <a:latin typeface="+mj-lt"/>
              </a:defRPr>
            </a:lvl5pPr>
          </a:lstStyle>
          <a:p>
            <a:pPr lvl="0"/>
            <a:r>
              <a:rPr lang="en-US"/>
              <a:t>Click to edit Master text styles</a:t>
            </a:r>
          </a:p>
        </p:txBody>
      </p:sp>
      <p:sp>
        <p:nvSpPr>
          <p:cNvPr id="3"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4" name="TextBox 3"/>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grpSp>
        <p:nvGrpSpPr>
          <p:cNvPr id="6" name="Group 22"/>
          <p:cNvGrpSpPr>
            <a:grpSpLocks/>
          </p:cNvGrpSpPr>
          <p:nvPr userDrawn="1"/>
        </p:nvGrpSpPr>
        <p:grpSpPr bwMode="auto">
          <a:xfrm>
            <a:off x="-264086" y="6596401"/>
            <a:ext cx="2147228" cy="184155"/>
            <a:chOff x="9374212" y="6574531"/>
            <a:chExt cx="2147228" cy="182885"/>
          </a:xfrm>
        </p:grpSpPr>
        <p:grpSp>
          <p:nvGrpSpPr>
            <p:cNvPr id="7" name="Group 8"/>
            <p:cNvGrpSpPr>
              <a:grpSpLocks/>
            </p:cNvGrpSpPr>
            <p:nvPr/>
          </p:nvGrpSpPr>
          <p:grpSpPr bwMode="auto">
            <a:xfrm>
              <a:off x="9374212" y="6574531"/>
              <a:ext cx="2147228" cy="182883"/>
              <a:chOff x="9378677" y="6574531"/>
              <a:chExt cx="2147228" cy="182883"/>
            </a:xfrm>
          </p:grpSpPr>
          <p:sp>
            <p:nvSpPr>
              <p:cNvPr id="9" name="Footer Placeholder 3"/>
              <p:cNvSpPr txBox="1">
                <a:spLocks/>
              </p:cNvSpPr>
              <p:nvPr/>
            </p:nvSpPr>
            <p:spPr bwMode="auto">
              <a:xfrm>
                <a:off x="10461203" y="6574537"/>
                <a:ext cx="1064702" cy="1828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defTabSz="912813" eaLnBrk="0" hangingPunct="0">
                  <a:tabLst>
                    <a:tab pos="798513" algn="r"/>
                  </a:tabLst>
                  <a:defRPr sz="2400">
                    <a:solidFill>
                      <a:schemeClr val="tx1"/>
                    </a:solidFill>
                    <a:latin typeface="Arial" charset="0"/>
                    <a:ea typeface="ＭＳ Ｐゴシック" charset="0"/>
                    <a:cs typeface="Arial" charset="0"/>
                  </a:defRPr>
                </a:lvl1pPr>
                <a:lvl2pPr marL="742950" indent="-285750" defTabSz="912813" eaLnBrk="0" hangingPunct="0">
                  <a:tabLst>
                    <a:tab pos="798513" algn="r"/>
                  </a:tabLst>
                  <a:defRPr sz="2400">
                    <a:solidFill>
                      <a:schemeClr val="tx1"/>
                    </a:solidFill>
                    <a:latin typeface="Arial" charset="0"/>
                    <a:ea typeface="Arial" charset="0"/>
                    <a:cs typeface="Arial" charset="0"/>
                  </a:defRPr>
                </a:lvl2pPr>
                <a:lvl3pPr marL="1143000" indent="-228600" defTabSz="912813" eaLnBrk="0" hangingPunct="0">
                  <a:tabLst>
                    <a:tab pos="798513" algn="r"/>
                  </a:tabLst>
                  <a:defRPr sz="2400">
                    <a:solidFill>
                      <a:schemeClr val="tx1"/>
                    </a:solidFill>
                    <a:latin typeface="Arial" charset="0"/>
                    <a:ea typeface="Arial" charset="0"/>
                    <a:cs typeface="Arial" charset="0"/>
                  </a:defRPr>
                </a:lvl3pPr>
                <a:lvl4pPr marL="1600200" indent="-228600" defTabSz="912813" eaLnBrk="0" hangingPunct="0">
                  <a:tabLst>
                    <a:tab pos="798513" algn="r"/>
                  </a:tabLst>
                  <a:defRPr sz="2400">
                    <a:solidFill>
                      <a:schemeClr val="tx1"/>
                    </a:solidFill>
                    <a:latin typeface="Arial" charset="0"/>
                    <a:ea typeface="Arial" charset="0"/>
                    <a:cs typeface="Arial" charset="0"/>
                  </a:defRPr>
                </a:lvl4pPr>
                <a:lvl5pPr marL="2057400" indent="-228600" defTabSz="912813" eaLnBrk="0" hangingPunct="0">
                  <a:tabLst>
                    <a:tab pos="798513" algn="r"/>
                  </a:tabLst>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tab pos="798513" algn="r"/>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All Rights Reserved.</a:t>
                </a:r>
              </a:p>
            </p:txBody>
          </p:sp>
          <p:sp>
            <p:nvSpPr>
              <p:cNvPr id="10" name="TextBox 25"/>
              <p:cNvSpPr txBox="1">
                <a:spLocks noChangeArrowheads="1"/>
              </p:cNvSpPr>
              <p:nvPr/>
            </p:nvSpPr>
            <p:spPr bwMode="auto">
              <a:xfrm>
                <a:off x="9378677" y="6574531"/>
                <a:ext cx="1177925"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eaLnBrk="0" hangingPunct="0">
                  <a:defRPr sz="2400">
                    <a:solidFill>
                      <a:schemeClr val="tx1"/>
                    </a:solidFill>
                    <a:latin typeface="Arial" charset="0"/>
                    <a:ea typeface="ＭＳ Ｐゴシック" charset="0"/>
                    <a:cs typeface="Arial" charset="0"/>
                  </a:defRPr>
                </a:lvl1pPr>
                <a:lvl2pPr marL="742950" indent="-285750" defTabSz="912813" eaLnBrk="0" hangingPunct="0">
                  <a:defRPr sz="2400">
                    <a:solidFill>
                      <a:schemeClr val="tx1"/>
                    </a:solidFill>
                    <a:latin typeface="Arial" charset="0"/>
                    <a:ea typeface="Arial" charset="0"/>
                    <a:cs typeface="Arial" charset="0"/>
                  </a:defRPr>
                </a:lvl2pPr>
                <a:lvl3pPr marL="1143000" indent="-228600" defTabSz="912813" eaLnBrk="0" hangingPunct="0">
                  <a:defRPr sz="2400">
                    <a:solidFill>
                      <a:schemeClr val="tx1"/>
                    </a:solidFill>
                    <a:latin typeface="Arial" charset="0"/>
                    <a:ea typeface="Arial" charset="0"/>
                    <a:cs typeface="Arial" charset="0"/>
                  </a:defRPr>
                </a:lvl3pPr>
                <a:lvl4pPr marL="1600200" indent="-228600" defTabSz="912813" eaLnBrk="0" hangingPunct="0">
                  <a:defRPr sz="2400">
                    <a:solidFill>
                      <a:schemeClr val="tx1"/>
                    </a:solidFill>
                    <a:latin typeface="Arial" charset="0"/>
                    <a:ea typeface="Arial" charset="0"/>
                    <a:cs typeface="Arial" charset="0"/>
                  </a:defRPr>
                </a:lvl4pPr>
                <a:lvl5pPr marL="2057400" indent="-228600" defTabSz="912813" eaLnBrk="0" hangingPunct="0">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defRPr/>
                </a:pPr>
                <a:fld id="{75980DF0-75D0-FD4C-983E-614B6986212F}" type="datetime3">
                  <a:rPr kumimoji="0" lang="en-US" sz="800" b="0" i="0" u="none" strike="noStrike" kern="0" cap="none" spc="0" normalizeH="0" baseline="0" noProof="0" smtClean="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pPr marL="0" marR="0" lvl="0" indent="0" algn="r" defTabSz="912813" eaLnBrk="1" fontAlgn="base" latinLnBrk="0" hangingPunct="1">
                    <a:lnSpc>
                      <a:spcPct val="100000"/>
                    </a:lnSpc>
                    <a:spcBef>
                      <a:spcPct val="0"/>
                    </a:spcBef>
                    <a:spcAft>
                      <a:spcPct val="0"/>
                    </a:spcAft>
                    <a:buClrTx/>
                    <a:buSzTx/>
                    <a:buFontTx/>
                    <a:buNone/>
                    <a:tabLst/>
                    <a:defRPr/>
                  </a:pPr>
                  <a:t>4 June 2026</a:t>
                </a:fld>
                <a:endPar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endParaRPr>
              </a:p>
            </p:txBody>
          </p:sp>
          <p:sp>
            <p:nvSpPr>
              <p:cNvPr id="11" name="Rectangle 26"/>
              <p:cNvSpPr>
                <a:spLocks noChangeArrowheads="1"/>
              </p:cNvSpPr>
              <p:nvPr/>
            </p:nvSpPr>
            <p:spPr bwMode="auto">
              <a:xfrm>
                <a:off x="9513906" y="6589264"/>
                <a:ext cx="812067" cy="153425"/>
              </a:xfrm>
              <a:prstGeom prst="rect">
                <a:avLst/>
              </a:pr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2813"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prstClr val="black"/>
                  </a:solidFill>
                  <a:effectLst/>
                  <a:uLnTx/>
                  <a:uFillTx/>
                  <a:ea typeface="ＭＳ Ｐゴシック" charset="0"/>
                  <a:cs typeface="3M Circular TT Book" panose="020B0604020101020102" pitchFamily="34" charset="0"/>
                </a:endParaRPr>
              </a:p>
            </p:txBody>
          </p:sp>
        </p:grpSp>
        <p:sp>
          <p:nvSpPr>
            <p:cNvPr id="8" name="TextBox 24"/>
            <p:cNvSpPr txBox="1">
              <a:spLocks noChangeArrowheads="1"/>
            </p:cNvSpPr>
            <p:nvPr/>
          </p:nvSpPr>
          <p:spPr bwMode="auto">
            <a:xfrm>
              <a:off x="10017092" y="6574536"/>
              <a:ext cx="353517"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3M</a:t>
              </a:r>
            </a:p>
          </p:txBody>
        </p:sp>
      </p:grpSp>
      <p:sp>
        <p:nvSpPr>
          <p:cNvPr id="12" name="Footer Placeholder 3"/>
          <p:cNvSpPr txBox="1">
            <a:spLocks/>
          </p:cNvSpPr>
          <p:nvPr userDrawn="1"/>
        </p:nvSpPr>
        <p:spPr bwMode="auto">
          <a:xfrm>
            <a:off x="1944949" y="6596401"/>
            <a:ext cx="1005840" cy="184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eaLnBrk="1" fontAlgn="base" hangingPunct="1">
              <a:spcBef>
                <a:spcPct val="0"/>
              </a:spcBef>
              <a:spcAft>
                <a:spcPct val="0"/>
              </a:spcAft>
              <a:defRPr/>
            </a:pPr>
            <a:r>
              <a:rPr lang="en-US" sz="800" dirty="0">
                <a:solidFill>
                  <a:prstClr val="black"/>
                </a:solidFill>
                <a:latin typeface="3M Circular TT Book" panose="020B0604020101020102" pitchFamily="34" charset="0"/>
                <a:cs typeface="3M Circular TT Book" panose="020B0604020101020102" pitchFamily="34" charset="0"/>
              </a:rPr>
              <a:t>3M Confidential.</a:t>
            </a:r>
          </a:p>
        </p:txBody>
      </p:sp>
    </p:spTree>
    <p:extLst>
      <p:ext uri="{BB962C8B-B14F-4D97-AF65-F5344CB8AC3E}">
        <p14:creationId xmlns:p14="http://schemas.microsoft.com/office/powerpoint/2010/main" val="1559315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 name="Content Placeholder 2"/>
          <p:cNvSpPr>
            <a:spLocks noGrp="1"/>
          </p:cNvSpPr>
          <p:nvPr>
            <p:ph idx="1"/>
          </p:nvPr>
        </p:nvSpPr>
        <p:spPr>
          <a:xfrm>
            <a:off x="379412" y="384048"/>
            <a:ext cx="11430000" cy="5864352"/>
          </a:xfrm>
        </p:spPr>
        <p:txBody>
          <a:bodyPr rIns="0"/>
          <a:lstStyle>
            <a:lvl1pPr>
              <a:lnSpc>
                <a:spcPct val="90000"/>
              </a:lnSpc>
              <a:defRPr sz="3200">
                <a:latin typeface="+mj-lt"/>
              </a:defRPr>
            </a:lvl1pPr>
            <a:lvl2pPr marL="0" indent="0">
              <a:spcAft>
                <a:spcPts val="1200"/>
              </a:spcAft>
              <a:buNone/>
              <a:defRPr sz="2200">
                <a:latin typeface="+mj-lt"/>
              </a:defRPr>
            </a:lvl2pPr>
          </a:lstStyle>
          <a:p>
            <a:pPr lvl="0"/>
            <a:r>
              <a:rPr lang="en-US"/>
              <a:t>Click to edit Master text styles</a:t>
            </a:r>
          </a:p>
        </p:txBody>
      </p:sp>
      <p:sp>
        <p:nvSpPr>
          <p:cNvPr id="4"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5" name="TextBox 4"/>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grpSp>
        <p:nvGrpSpPr>
          <p:cNvPr id="6" name="Group 22"/>
          <p:cNvGrpSpPr>
            <a:grpSpLocks/>
          </p:cNvGrpSpPr>
          <p:nvPr userDrawn="1"/>
        </p:nvGrpSpPr>
        <p:grpSpPr bwMode="auto">
          <a:xfrm>
            <a:off x="-264086" y="6596401"/>
            <a:ext cx="2147228" cy="184155"/>
            <a:chOff x="9374212" y="6574531"/>
            <a:chExt cx="2147228" cy="182885"/>
          </a:xfrm>
        </p:grpSpPr>
        <p:grpSp>
          <p:nvGrpSpPr>
            <p:cNvPr id="7" name="Group 8"/>
            <p:cNvGrpSpPr>
              <a:grpSpLocks/>
            </p:cNvGrpSpPr>
            <p:nvPr/>
          </p:nvGrpSpPr>
          <p:grpSpPr bwMode="auto">
            <a:xfrm>
              <a:off x="9374212" y="6574531"/>
              <a:ext cx="2147228" cy="182883"/>
              <a:chOff x="9378677" y="6574531"/>
              <a:chExt cx="2147228" cy="182883"/>
            </a:xfrm>
          </p:grpSpPr>
          <p:sp>
            <p:nvSpPr>
              <p:cNvPr id="9" name="Footer Placeholder 3"/>
              <p:cNvSpPr txBox="1">
                <a:spLocks/>
              </p:cNvSpPr>
              <p:nvPr/>
            </p:nvSpPr>
            <p:spPr bwMode="auto">
              <a:xfrm>
                <a:off x="10461203" y="6574537"/>
                <a:ext cx="1064702" cy="1828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defTabSz="912813" eaLnBrk="0" hangingPunct="0">
                  <a:tabLst>
                    <a:tab pos="798513" algn="r"/>
                  </a:tabLst>
                  <a:defRPr sz="2400">
                    <a:solidFill>
                      <a:schemeClr val="tx1"/>
                    </a:solidFill>
                    <a:latin typeface="Arial" charset="0"/>
                    <a:ea typeface="ＭＳ Ｐゴシック" charset="0"/>
                    <a:cs typeface="Arial" charset="0"/>
                  </a:defRPr>
                </a:lvl1pPr>
                <a:lvl2pPr marL="742950" indent="-285750" defTabSz="912813" eaLnBrk="0" hangingPunct="0">
                  <a:tabLst>
                    <a:tab pos="798513" algn="r"/>
                  </a:tabLst>
                  <a:defRPr sz="2400">
                    <a:solidFill>
                      <a:schemeClr val="tx1"/>
                    </a:solidFill>
                    <a:latin typeface="Arial" charset="0"/>
                    <a:ea typeface="Arial" charset="0"/>
                    <a:cs typeface="Arial" charset="0"/>
                  </a:defRPr>
                </a:lvl2pPr>
                <a:lvl3pPr marL="1143000" indent="-228600" defTabSz="912813" eaLnBrk="0" hangingPunct="0">
                  <a:tabLst>
                    <a:tab pos="798513" algn="r"/>
                  </a:tabLst>
                  <a:defRPr sz="2400">
                    <a:solidFill>
                      <a:schemeClr val="tx1"/>
                    </a:solidFill>
                    <a:latin typeface="Arial" charset="0"/>
                    <a:ea typeface="Arial" charset="0"/>
                    <a:cs typeface="Arial" charset="0"/>
                  </a:defRPr>
                </a:lvl3pPr>
                <a:lvl4pPr marL="1600200" indent="-228600" defTabSz="912813" eaLnBrk="0" hangingPunct="0">
                  <a:tabLst>
                    <a:tab pos="798513" algn="r"/>
                  </a:tabLst>
                  <a:defRPr sz="2400">
                    <a:solidFill>
                      <a:schemeClr val="tx1"/>
                    </a:solidFill>
                    <a:latin typeface="Arial" charset="0"/>
                    <a:ea typeface="Arial" charset="0"/>
                    <a:cs typeface="Arial" charset="0"/>
                  </a:defRPr>
                </a:lvl4pPr>
                <a:lvl5pPr marL="2057400" indent="-228600" defTabSz="912813" eaLnBrk="0" hangingPunct="0">
                  <a:tabLst>
                    <a:tab pos="798513" algn="r"/>
                  </a:tabLst>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tab pos="798513" algn="r"/>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All Rights Reserved.</a:t>
                </a:r>
              </a:p>
            </p:txBody>
          </p:sp>
          <p:sp>
            <p:nvSpPr>
              <p:cNvPr id="10" name="TextBox 25"/>
              <p:cNvSpPr txBox="1">
                <a:spLocks noChangeArrowheads="1"/>
              </p:cNvSpPr>
              <p:nvPr/>
            </p:nvSpPr>
            <p:spPr bwMode="auto">
              <a:xfrm>
                <a:off x="9378677" y="6574531"/>
                <a:ext cx="1177925"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eaLnBrk="0" hangingPunct="0">
                  <a:defRPr sz="2400">
                    <a:solidFill>
                      <a:schemeClr val="tx1"/>
                    </a:solidFill>
                    <a:latin typeface="Arial" charset="0"/>
                    <a:ea typeface="ＭＳ Ｐゴシック" charset="0"/>
                    <a:cs typeface="Arial" charset="0"/>
                  </a:defRPr>
                </a:lvl1pPr>
                <a:lvl2pPr marL="742950" indent="-285750" defTabSz="912813" eaLnBrk="0" hangingPunct="0">
                  <a:defRPr sz="2400">
                    <a:solidFill>
                      <a:schemeClr val="tx1"/>
                    </a:solidFill>
                    <a:latin typeface="Arial" charset="0"/>
                    <a:ea typeface="Arial" charset="0"/>
                    <a:cs typeface="Arial" charset="0"/>
                  </a:defRPr>
                </a:lvl2pPr>
                <a:lvl3pPr marL="1143000" indent="-228600" defTabSz="912813" eaLnBrk="0" hangingPunct="0">
                  <a:defRPr sz="2400">
                    <a:solidFill>
                      <a:schemeClr val="tx1"/>
                    </a:solidFill>
                    <a:latin typeface="Arial" charset="0"/>
                    <a:ea typeface="Arial" charset="0"/>
                    <a:cs typeface="Arial" charset="0"/>
                  </a:defRPr>
                </a:lvl3pPr>
                <a:lvl4pPr marL="1600200" indent="-228600" defTabSz="912813" eaLnBrk="0" hangingPunct="0">
                  <a:defRPr sz="2400">
                    <a:solidFill>
                      <a:schemeClr val="tx1"/>
                    </a:solidFill>
                    <a:latin typeface="Arial" charset="0"/>
                    <a:ea typeface="Arial" charset="0"/>
                    <a:cs typeface="Arial" charset="0"/>
                  </a:defRPr>
                </a:lvl4pPr>
                <a:lvl5pPr marL="2057400" indent="-228600" defTabSz="912813" eaLnBrk="0" hangingPunct="0">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defRPr/>
                </a:pPr>
                <a:fld id="{75980DF0-75D0-FD4C-983E-614B6986212F}" type="datetime3">
                  <a:rPr kumimoji="0" lang="en-US" sz="800" b="0" i="0" u="none" strike="noStrike" kern="0" cap="none" spc="0" normalizeH="0" baseline="0" noProof="0" smtClean="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pPr marL="0" marR="0" lvl="0" indent="0" algn="r" defTabSz="912813" eaLnBrk="1" fontAlgn="base" latinLnBrk="0" hangingPunct="1">
                    <a:lnSpc>
                      <a:spcPct val="100000"/>
                    </a:lnSpc>
                    <a:spcBef>
                      <a:spcPct val="0"/>
                    </a:spcBef>
                    <a:spcAft>
                      <a:spcPct val="0"/>
                    </a:spcAft>
                    <a:buClrTx/>
                    <a:buSzTx/>
                    <a:buFontTx/>
                    <a:buNone/>
                    <a:tabLst/>
                    <a:defRPr/>
                  </a:pPr>
                  <a:t>4 June 2026</a:t>
                </a:fld>
                <a:endPar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endParaRPr>
              </a:p>
            </p:txBody>
          </p:sp>
          <p:sp>
            <p:nvSpPr>
              <p:cNvPr id="11" name="Rectangle 26"/>
              <p:cNvSpPr>
                <a:spLocks noChangeArrowheads="1"/>
              </p:cNvSpPr>
              <p:nvPr/>
            </p:nvSpPr>
            <p:spPr bwMode="auto">
              <a:xfrm>
                <a:off x="9513906" y="6589264"/>
                <a:ext cx="812067" cy="153425"/>
              </a:xfrm>
              <a:prstGeom prst="rect">
                <a:avLst/>
              </a:pr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2813"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prstClr val="black"/>
                  </a:solidFill>
                  <a:effectLst/>
                  <a:uLnTx/>
                  <a:uFillTx/>
                  <a:ea typeface="ＭＳ Ｐゴシック" charset="0"/>
                  <a:cs typeface="3M Circular TT Book" panose="020B0604020101020102" pitchFamily="34" charset="0"/>
                </a:endParaRPr>
              </a:p>
            </p:txBody>
          </p:sp>
        </p:grpSp>
        <p:sp>
          <p:nvSpPr>
            <p:cNvPr id="8" name="TextBox 24"/>
            <p:cNvSpPr txBox="1">
              <a:spLocks noChangeArrowheads="1"/>
            </p:cNvSpPr>
            <p:nvPr/>
          </p:nvSpPr>
          <p:spPr bwMode="auto">
            <a:xfrm>
              <a:off x="10017092" y="6574536"/>
              <a:ext cx="353517"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3M</a:t>
              </a:r>
            </a:p>
          </p:txBody>
        </p:sp>
      </p:grpSp>
      <p:sp>
        <p:nvSpPr>
          <p:cNvPr id="12" name="Footer Placeholder 3"/>
          <p:cNvSpPr txBox="1">
            <a:spLocks/>
          </p:cNvSpPr>
          <p:nvPr userDrawn="1"/>
        </p:nvSpPr>
        <p:spPr bwMode="auto">
          <a:xfrm>
            <a:off x="1944949" y="6596401"/>
            <a:ext cx="1005840" cy="184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eaLnBrk="1" fontAlgn="base" hangingPunct="1">
              <a:spcBef>
                <a:spcPct val="0"/>
              </a:spcBef>
              <a:spcAft>
                <a:spcPct val="0"/>
              </a:spcAft>
              <a:defRPr/>
            </a:pPr>
            <a:r>
              <a:rPr lang="en-US" sz="800" dirty="0">
                <a:solidFill>
                  <a:prstClr val="black"/>
                </a:solidFill>
                <a:latin typeface="3M Circular TT Book" panose="020B0604020101020102" pitchFamily="34" charset="0"/>
                <a:cs typeface="3M Circular TT Book" panose="020B0604020101020102" pitchFamily="34" charset="0"/>
              </a:rPr>
              <a:t>3M Confidential.</a:t>
            </a:r>
          </a:p>
        </p:txBody>
      </p:sp>
    </p:spTree>
    <p:extLst>
      <p:ext uri="{BB962C8B-B14F-4D97-AF65-F5344CB8AC3E}">
        <p14:creationId xmlns:p14="http://schemas.microsoft.com/office/powerpoint/2010/main" val="3330996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3" name="Content Placeholder 2"/>
          <p:cNvSpPr>
            <a:spLocks noGrp="1"/>
          </p:cNvSpPr>
          <p:nvPr>
            <p:ph idx="1"/>
          </p:nvPr>
        </p:nvSpPr>
        <p:spPr>
          <a:xfrm>
            <a:off x="384048" y="384048"/>
            <a:ext cx="11426952" cy="5861304"/>
          </a:xfrm>
        </p:spPr>
        <p:txBody>
          <a:bodyPr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5" name="TextBox 4"/>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grpSp>
        <p:nvGrpSpPr>
          <p:cNvPr id="6" name="Group 22"/>
          <p:cNvGrpSpPr>
            <a:grpSpLocks/>
          </p:cNvGrpSpPr>
          <p:nvPr userDrawn="1"/>
        </p:nvGrpSpPr>
        <p:grpSpPr bwMode="auto">
          <a:xfrm>
            <a:off x="-264086" y="6596401"/>
            <a:ext cx="2147228" cy="184155"/>
            <a:chOff x="9374212" y="6574531"/>
            <a:chExt cx="2147228" cy="182885"/>
          </a:xfrm>
        </p:grpSpPr>
        <p:grpSp>
          <p:nvGrpSpPr>
            <p:cNvPr id="7" name="Group 8"/>
            <p:cNvGrpSpPr>
              <a:grpSpLocks/>
            </p:cNvGrpSpPr>
            <p:nvPr/>
          </p:nvGrpSpPr>
          <p:grpSpPr bwMode="auto">
            <a:xfrm>
              <a:off x="9374212" y="6574531"/>
              <a:ext cx="2147228" cy="182883"/>
              <a:chOff x="9378677" y="6574531"/>
              <a:chExt cx="2147228" cy="182883"/>
            </a:xfrm>
          </p:grpSpPr>
          <p:sp>
            <p:nvSpPr>
              <p:cNvPr id="9" name="Footer Placeholder 3"/>
              <p:cNvSpPr txBox="1">
                <a:spLocks/>
              </p:cNvSpPr>
              <p:nvPr/>
            </p:nvSpPr>
            <p:spPr bwMode="auto">
              <a:xfrm>
                <a:off x="10461203" y="6574537"/>
                <a:ext cx="1064702" cy="1828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defTabSz="912813" eaLnBrk="0" hangingPunct="0">
                  <a:tabLst>
                    <a:tab pos="798513" algn="r"/>
                  </a:tabLst>
                  <a:defRPr sz="2400">
                    <a:solidFill>
                      <a:schemeClr val="tx1"/>
                    </a:solidFill>
                    <a:latin typeface="Arial" charset="0"/>
                    <a:ea typeface="ＭＳ Ｐゴシック" charset="0"/>
                    <a:cs typeface="Arial" charset="0"/>
                  </a:defRPr>
                </a:lvl1pPr>
                <a:lvl2pPr marL="742950" indent="-285750" defTabSz="912813" eaLnBrk="0" hangingPunct="0">
                  <a:tabLst>
                    <a:tab pos="798513" algn="r"/>
                  </a:tabLst>
                  <a:defRPr sz="2400">
                    <a:solidFill>
                      <a:schemeClr val="tx1"/>
                    </a:solidFill>
                    <a:latin typeface="Arial" charset="0"/>
                    <a:ea typeface="Arial" charset="0"/>
                    <a:cs typeface="Arial" charset="0"/>
                  </a:defRPr>
                </a:lvl2pPr>
                <a:lvl3pPr marL="1143000" indent="-228600" defTabSz="912813" eaLnBrk="0" hangingPunct="0">
                  <a:tabLst>
                    <a:tab pos="798513" algn="r"/>
                  </a:tabLst>
                  <a:defRPr sz="2400">
                    <a:solidFill>
                      <a:schemeClr val="tx1"/>
                    </a:solidFill>
                    <a:latin typeface="Arial" charset="0"/>
                    <a:ea typeface="Arial" charset="0"/>
                    <a:cs typeface="Arial" charset="0"/>
                  </a:defRPr>
                </a:lvl3pPr>
                <a:lvl4pPr marL="1600200" indent="-228600" defTabSz="912813" eaLnBrk="0" hangingPunct="0">
                  <a:tabLst>
                    <a:tab pos="798513" algn="r"/>
                  </a:tabLst>
                  <a:defRPr sz="2400">
                    <a:solidFill>
                      <a:schemeClr val="tx1"/>
                    </a:solidFill>
                    <a:latin typeface="Arial" charset="0"/>
                    <a:ea typeface="Arial" charset="0"/>
                    <a:cs typeface="Arial" charset="0"/>
                  </a:defRPr>
                </a:lvl4pPr>
                <a:lvl5pPr marL="2057400" indent="-228600" defTabSz="912813" eaLnBrk="0" hangingPunct="0">
                  <a:tabLst>
                    <a:tab pos="798513" algn="r"/>
                  </a:tabLst>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tab pos="798513" algn="r"/>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All Rights Reserved.</a:t>
                </a:r>
              </a:p>
            </p:txBody>
          </p:sp>
          <p:sp>
            <p:nvSpPr>
              <p:cNvPr id="10" name="TextBox 25"/>
              <p:cNvSpPr txBox="1">
                <a:spLocks noChangeArrowheads="1"/>
              </p:cNvSpPr>
              <p:nvPr/>
            </p:nvSpPr>
            <p:spPr bwMode="auto">
              <a:xfrm>
                <a:off x="9378677" y="6574531"/>
                <a:ext cx="1177925"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eaLnBrk="0" hangingPunct="0">
                  <a:defRPr sz="2400">
                    <a:solidFill>
                      <a:schemeClr val="tx1"/>
                    </a:solidFill>
                    <a:latin typeface="Arial" charset="0"/>
                    <a:ea typeface="ＭＳ Ｐゴシック" charset="0"/>
                    <a:cs typeface="Arial" charset="0"/>
                  </a:defRPr>
                </a:lvl1pPr>
                <a:lvl2pPr marL="742950" indent="-285750" defTabSz="912813" eaLnBrk="0" hangingPunct="0">
                  <a:defRPr sz="2400">
                    <a:solidFill>
                      <a:schemeClr val="tx1"/>
                    </a:solidFill>
                    <a:latin typeface="Arial" charset="0"/>
                    <a:ea typeface="Arial" charset="0"/>
                    <a:cs typeface="Arial" charset="0"/>
                  </a:defRPr>
                </a:lvl2pPr>
                <a:lvl3pPr marL="1143000" indent="-228600" defTabSz="912813" eaLnBrk="0" hangingPunct="0">
                  <a:defRPr sz="2400">
                    <a:solidFill>
                      <a:schemeClr val="tx1"/>
                    </a:solidFill>
                    <a:latin typeface="Arial" charset="0"/>
                    <a:ea typeface="Arial" charset="0"/>
                    <a:cs typeface="Arial" charset="0"/>
                  </a:defRPr>
                </a:lvl3pPr>
                <a:lvl4pPr marL="1600200" indent="-228600" defTabSz="912813" eaLnBrk="0" hangingPunct="0">
                  <a:defRPr sz="2400">
                    <a:solidFill>
                      <a:schemeClr val="tx1"/>
                    </a:solidFill>
                    <a:latin typeface="Arial" charset="0"/>
                    <a:ea typeface="Arial" charset="0"/>
                    <a:cs typeface="Arial" charset="0"/>
                  </a:defRPr>
                </a:lvl4pPr>
                <a:lvl5pPr marL="2057400" indent="-228600" defTabSz="912813" eaLnBrk="0" hangingPunct="0">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defRPr/>
                </a:pPr>
                <a:fld id="{75980DF0-75D0-FD4C-983E-614B6986212F}" type="datetime3">
                  <a:rPr kumimoji="0" lang="en-US" sz="800" b="0" i="0" u="none" strike="noStrike" kern="0" cap="none" spc="0" normalizeH="0" baseline="0" noProof="0" smtClean="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pPr marL="0" marR="0" lvl="0" indent="0" algn="r" defTabSz="912813" eaLnBrk="1" fontAlgn="base" latinLnBrk="0" hangingPunct="1">
                    <a:lnSpc>
                      <a:spcPct val="100000"/>
                    </a:lnSpc>
                    <a:spcBef>
                      <a:spcPct val="0"/>
                    </a:spcBef>
                    <a:spcAft>
                      <a:spcPct val="0"/>
                    </a:spcAft>
                    <a:buClrTx/>
                    <a:buSzTx/>
                    <a:buFontTx/>
                    <a:buNone/>
                    <a:tabLst/>
                    <a:defRPr/>
                  </a:pPr>
                  <a:t>4 June 2026</a:t>
                </a:fld>
                <a:endPar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endParaRPr>
              </a:p>
            </p:txBody>
          </p:sp>
          <p:sp>
            <p:nvSpPr>
              <p:cNvPr id="11" name="Rectangle 26"/>
              <p:cNvSpPr>
                <a:spLocks noChangeArrowheads="1"/>
              </p:cNvSpPr>
              <p:nvPr/>
            </p:nvSpPr>
            <p:spPr bwMode="auto">
              <a:xfrm>
                <a:off x="9513906" y="6589264"/>
                <a:ext cx="812067" cy="153425"/>
              </a:xfrm>
              <a:prstGeom prst="rect">
                <a:avLst/>
              </a:pr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2813"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prstClr val="black"/>
                  </a:solidFill>
                  <a:effectLst/>
                  <a:uLnTx/>
                  <a:uFillTx/>
                  <a:ea typeface="ＭＳ Ｐゴシック" charset="0"/>
                  <a:cs typeface="3M Circular TT Book" panose="020B0604020101020102" pitchFamily="34" charset="0"/>
                </a:endParaRPr>
              </a:p>
            </p:txBody>
          </p:sp>
        </p:grpSp>
        <p:sp>
          <p:nvSpPr>
            <p:cNvPr id="8" name="TextBox 24"/>
            <p:cNvSpPr txBox="1">
              <a:spLocks noChangeArrowheads="1"/>
            </p:cNvSpPr>
            <p:nvPr/>
          </p:nvSpPr>
          <p:spPr bwMode="auto">
            <a:xfrm>
              <a:off x="10017092" y="6574536"/>
              <a:ext cx="353517"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3M</a:t>
              </a:r>
            </a:p>
          </p:txBody>
        </p:sp>
      </p:grpSp>
      <p:sp>
        <p:nvSpPr>
          <p:cNvPr id="12" name="Footer Placeholder 3"/>
          <p:cNvSpPr txBox="1">
            <a:spLocks/>
          </p:cNvSpPr>
          <p:nvPr userDrawn="1"/>
        </p:nvSpPr>
        <p:spPr bwMode="auto">
          <a:xfrm>
            <a:off x="1944949" y="6596401"/>
            <a:ext cx="1005840" cy="184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eaLnBrk="1" fontAlgn="base" hangingPunct="1">
              <a:spcBef>
                <a:spcPct val="0"/>
              </a:spcBef>
              <a:spcAft>
                <a:spcPct val="0"/>
              </a:spcAft>
              <a:defRPr/>
            </a:pPr>
            <a:r>
              <a:rPr lang="en-US" sz="800" dirty="0">
                <a:solidFill>
                  <a:prstClr val="black"/>
                </a:solidFill>
                <a:latin typeface="3M Circular TT Book" panose="020B0604020101020102" pitchFamily="34" charset="0"/>
                <a:cs typeface="3M Circular TT Book" panose="020B0604020101020102" pitchFamily="34" charset="0"/>
              </a:rPr>
              <a:t>3M Confidential.</a:t>
            </a:r>
          </a:p>
        </p:txBody>
      </p:sp>
    </p:spTree>
    <p:extLst>
      <p:ext uri="{BB962C8B-B14F-4D97-AF65-F5344CB8AC3E}">
        <p14:creationId xmlns:p14="http://schemas.microsoft.com/office/powerpoint/2010/main" val="1220963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 Content Only_ 1/3  2/3">
    <p:spTree>
      <p:nvGrpSpPr>
        <p:cNvPr id="1" name=""/>
        <p:cNvGrpSpPr/>
        <p:nvPr/>
      </p:nvGrpSpPr>
      <p:grpSpPr>
        <a:xfrm>
          <a:off x="0" y="0"/>
          <a:ext cx="0" cy="0"/>
          <a:chOff x="0" y="0"/>
          <a:chExt cx="0" cy="0"/>
        </a:xfrm>
      </p:grpSpPr>
      <p:sp>
        <p:nvSpPr>
          <p:cNvPr id="4" name="Content Placeholder 4"/>
          <p:cNvSpPr>
            <a:spLocks noGrp="1"/>
          </p:cNvSpPr>
          <p:nvPr>
            <p:ph sz="quarter" idx="13"/>
          </p:nvPr>
        </p:nvSpPr>
        <p:spPr>
          <a:xfrm>
            <a:off x="379412" y="384048"/>
            <a:ext cx="3794760" cy="5861304"/>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5" name="Content Placeholder 4"/>
          <p:cNvSpPr>
            <a:spLocks noGrp="1"/>
          </p:cNvSpPr>
          <p:nvPr>
            <p:ph sz="quarter" idx="14"/>
          </p:nvPr>
        </p:nvSpPr>
        <p:spPr>
          <a:xfrm>
            <a:off x="4187952" y="384048"/>
            <a:ext cx="7623048" cy="58613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7" name="TextBox 6"/>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grpSp>
        <p:nvGrpSpPr>
          <p:cNvPr id="8" name="Group 22"/>
          <p:cNvGrpSpPr>
            <a:grpSpLocks/>
          </p:cNvGrpSpPr>
          <p:nvPr userDrawn="1"/>
        </p:nvGrpSpPr>
        <p:grpSpPr bwMode="auto">
          <a:xfrm>
            <a:off x="-264086" y="6596401"/>
            <a:ext cx="2147228" cy="184155"/>
            <a:chOff x="9374212" y="6574531"/>
            <a:chExt cx="2147228" cy="182885"/>
          </a:xfrm>
        </p:grpSpPr>
        <p:grpSp>
          <p:nvGrpSpPr>
            <p:cNvPr id="9" name="Group 8"/>
            <p:cNvGrpSpPr>
              <a:grpSpLocks/>
            </p:cNvGrpSpPr>
            <p:nvPr/>
          </p:nvGrpSpPr>
          <p:grpSpPr bwMode="auto">
            <a:xfrm>
              <a:off x="9374212" y="6574531"/>
              <a:ext cx="2147228" cy="182883"/>
              <a:chOff x="9378677" y="6574531"/>
              <a:chExt cx="2147228" cy="182883"/>
            </a:xfrm>
          </p:grpSpPr>
          <p:sp>
            <p:nvSpPr>
              <p:cNvPr id="11" name="Footer Placeholder 3"/>
              <p:cNvSpPr txBox="1">
                <a:spLocks/>
              </p:cNvSpPr>
              <p:nvPr/>
            </p:nvSpPr>
            <p:spPr bwMode="auto">
              <a:xfrm>
                <a:off x="10461203" y="6574537"/>
                <a:ext cx="1064702" cy="1828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defTabSz="912813" eaLnBrk="0" hangingPunct="0">
                  <a:tabLst>
                    <a:tab pos="798513" algn="r"/>
                  </a:tabLst>
                  <a:defRPr sz="2400">
                    <a:solidFill>
                      <a:schemeClr val="tx1"/>
                    </a:solidFill>
                    <a:latin typeface="Arial" charset="0"/>
                    <a:ea typeface="ＭＳ Ｐゴシック" charset="0"/>
                    <a:cs typeface="Arial" charset="0"/>
                  </a:defRPr>
                </a:lvl1pPr>
                <a:lvl2pPr marL="742950" indent="-285750" defTabSz="912813" eaLnBrk="0" hangingPunct="0">
                  <a:tabLst>
                    <a:tab pos="798513" algn="r"/>
                  </a:tabLst>
                  <a:defRPr sz="2400">
                    <a:solidFill>
                      <a:schemeClr val="tx1"/>
                    </a:solidFill>
                    <a:latin typeface="Arial" charset="0"/>
                    <a:ea typeface="Arial" charset="0"/>
                    <a:cs typeface="Arial" charset="0"/>
                  </a:defRPr>
                </a:lvl2pPr>
                <a:lvl3pPr marL="1143000" indent="-228600" defTabSz="912813" eaLnBrk="0" hangingPunct="0">
                  <a:tabLst>
                    <a:tab pos="798513" algn="r"/>
                  </a:tabLst>
                  <a:defRPr sz="2400">
                    <a:solidFill>
                      <a:schemeClr val="tx1"/>
                    </a:solidFill>
                    <a:latin typeface="Arial" charset="0"/>
                    <a:ea typeface="Arial" charset="0"/>
                    <a:cs typeface="Arial" charset="0"/>
                  </a:defRPr>
                </a:lvl3pPr>
                <a:lvl4pPr marL="1600200" indent="-228600" defTabSz="912813" eaLnBrk="0" hangingPunct="0">
                  <a:tabLst>
                    <a:tab pos="798513" algn="r"/>
                  </a:tabLst>
                  <a:defRPr sz="2400">
                    <a:solidFill>
                      <a:schemeClr val="tx1"/>
                    </a:solidFill>
                    <a:latin typeface="Arial" charset="0"/>
                    <a:ea typeface="Arial" charset="0"/>
                    <a:cs typeface="Arial" charset="0"/>
                  </a:defRPr>
                </a:lvl4pPr>
                <a:lvl5pPr marL="2057400" indent="-228600" defTabSz="912813" eaLnBrk="0" hangingPunct="0">
                  <a:tabLst>
                    <a:tab pos="798513" algn="r"/>
                  </a:tabLst>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tab pos="798513" algn="r"/>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All Rights Reserved.</a:t>
                </a:r>
              </a:p>
            </p:txBody>
          </p:sp>
          <p:sp>
            <p:nvSpPr>
              <p:cNvPr id="12" name="TextBox 25"/>
              <p:cNvSpPr txBox="1">
                <a:spLocks noChangeArrowheads="1"/>
              </p:cNvSpPr>
              <p:nvPr/>
            </p:nvSpPr>
            <p:spPr bwMode="auto">
              <a:xfrm>
                <a:off x="9378677" y="6574531"/>
                <a:ext cx="1177925"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eaLnBrk="0" hangingPunct="0">
                  <a:defRPr sz="2400">
                    <a:solidFill>
                      <a:schemeClr val="tx1"/>
                    </a:solidFill>
                    <a:latin typeface="Arial" charset="0"/>
                    <a:ea typeface="ＭＳ Ｐゴシック" charset="0"/>
                    <a:cs typeface="Arial" charset="0"/>
                  </a:defRPr>
                </a:lvl1pPr>
                <a:lvl2pPr marL="742950" indent="-285750" defTabSz="912813" eaLnBrk="0" hangingPunct="0">
                  <a:defRPr sz="2400">
                    <a:solidFill>
                      <a:schemeClr val="tx1"/>
                    </a:solidFill>
                    <a:latin typeface="Arial" charset="0"/>
                    <a:ea typeface="Arial" charset="0"/>
                    <a:cs typeface="Arial" charset="0"/>
                  </a:defRPr>
                </a:lvl2pPr>
                <a:lvl3pPr marL="1143000" indent="-228600" defTabSz="912813" eaLnBrk="0" hangingPunct="0">
                  <a:defRPr sz="2400">
                    <a:solidFill>
                      <a:schemeClr val="tx1"/>
                    </a:solidFill>
                    <a:latin typeface="Arial" charset="0"/>
                    <a:ea typeface="Arial" charset="0"/>
                    <a:cs typeface="Arial" charset="0"/>
                  </a:defRPr>
                </a:lvl3pPr>
                <a:lvl4pPr marL="1600200" indent="-228600" defTabSz="912813" eaLnBrk="0" hangingPunct="0">
                  <a:defRPr sz="2400">
                    <a:solidFill>
                      <a:schemeClr val="tx1"/>
                    </a:solidFill>
                    <a:latin typeface="Arial" charset="0"/>
                    <a:ea typeface="Arial" charset="0"/>
                    <a:cs typeface="Arial" charset="0"/>
                  </a:defRPr>
                </a:lvl4pPr>
                <a:lvl5pPr marL="2057400" indent="-228600" defTabSz="912813" eaLnBrk="0" hangingPunct="0">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defRPr/>
                </a:pPr>
                <a:fld id="{75980DF0-75D0-FD4C-983E-614B6986212F}" type="datetime3">
                  <a:rPr kumimoji="0" lang="en-US" sz="800" b="0" i="0" u="none" strike="noStrike" kern="0" cap="none" spc="0" normalizeH="0" baseline="0" noProof="0" smtClean="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pPr marL="0" marR="0" lvl="0" indent="0" algn="r" defTabSz="912813" eaLnBrk="1" fontAlgn="base" latinLnBrk="0" hangingPunct="1">
                    <a:lnSpc>
                      <a:spcPct val="100000"/>
                    </a:lnSpc>
                    <a:spcBef>
                      <a:spcPct val="0"/>
                    </a:spcBef>
                    <a:spcAft>
                      <a:spcPct val="0"/>
                    </a:spcAft>
                    <a:buClrTx/>
                    <a:buSzTx/>
                    <a:buFontTx/>
                    <a:buNone/>
                    <a:tabLst/>
                    <a:defRPr/>
                  </a:pPr>
                  <a:t>4 June 2026</a:t>
                </a:fld>
                <a:endPar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endParaRPr>
              </a:p>
            </p:txBody>
          </p:sp>
          <p:sp>
            <p:nvSpPr>
              <p:cNvPr id="13" name="Rectangle 26"/>
              <p:cNvSpPr>
                <a:spLocks noChangeArrowheads="1"/>
              </p:cNvSpPr>
              <p:nvPr/>
            </p:nvSpPr>
            <p:spPr bwMode="auto">
              <a:xfrm>
                <a:off x="9513906" y="6589264"/>
                <a:ext cx="812067" cy="153425"/>
              </a:xfrm>
              <a:prstGeom prst="rect">
                <a:avLst/>
              </a:pr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2813"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prstClr val="black"/>
                  </a:solidFill>
                  <a:effectLst/>
                  <a:uLnTx/>
                  <a:uFillTx/>
                  <a:ea typeface="ＭＳ Ｐゴシック" charset="0"/>
                  <a:cs typeface="3M Circular TT Book" panose="020B0604020101020102" pitchFamily="34" charset="0"/>
                </a:endParaRPr>
              </a:p>
            </p:txBody>
          </p:sp>
        </p:grpSp>
        <p:sp>
          <p:nvSpPr>
            <p:cNvPr id="10" name="TextBox 24"/>
            <p:cNvSpPr txBox="1">
              <a:spLocks noChangeArrowheads="1"/>
            </p:cNvSpPr>
            <p:nvPr/>
          </p:nvSpPr>
          <p:spPr bwMode="auto">
            <a:xfrm>
              <a:off x="10017092" y="6574536"/>
              <a:ext cx="353517"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3M</a:t>
              </a:r>
            </a:p>
          </p:txBody>
        </p:sp>
      </p:grpSp>
      <p:sp>
        <p:nvSpPr>
          <p:cNvPr id="14" name="Footer Placeholder 3"/>
          <p:cNvSpPr txBox="1">
            <a:spLocks/>
          </p:cNvSpPr>
          <p:nvPr userDrawn="1"/>
        </p:nvSpPr>
        <p:spPr bwMode="auto">
          <a:xfrm>
            <a:off x="1944949" y="6596401"/>
            <a:ext cx="1005840" cy="184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eaLnBrk="1" fontAlgn="base" hangingPunct="1">
              <a:spcBef>
                <a:spcPct val="0"/>
              </a:spcBef>
              <a:spcAft>
                <a:spcPct val="0"/>
              </a:spcAft>
              <a:defRPr/>
            </a:pPr>
            <a:r>
              <a:rPr lang="en-US" sz="800" dirty="0">
                <a:solidFill>
                  <a:prstClr val="black"/>
                </a:solidFill>
                <a:latin typeface="3M Circular TT Book" panose="020B0604020101020102" pitchFamily="34" charset="0"/>
                <a:cs typeface="3M Circular TT Book" panose="020B0604020101020102" pitchFamily="34" charset="0"/>
              </a:rPr>
              <a:t>3M Confidential.</a:t>
            </a:r>
          </a:p>
        </p:txBody>
      </p:sp>
    </p:spTree>
    <p:extLst>
      <p:ext uri="{BB962C8B-B14F-4D97-AF65-F5344CB8AC3E}">
        <p14:creationId xmlns:p14="http://schemas.microsoft.com/office/powerpoint/2010/main" val="542147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3 Content Only">
    <p:spTree>
      <p:nvGrpSpPr>
        <p:cNvPr id="1" name=""/>
        <p:cNvGrpSpPr/>
        <p:nvPr/>
      </p:nvGrpSpPr>
      <p:grpSpPr>
        <a:xfrm>
          <a:off x="0" y="0"/>
          <a:ext cx="0" cy="0"/>
          <a:chOff x="0" y="0"/>
          <a:chExt cx="0" cy="0"/>
        </a:xfrm>
      </p:grpSpPr>
      <p:sp>
        <p:nvSpPr>
          <p:cNvPr id="5" name="Content Placeholder 4"/>
          <p:cNvSpPr>
            <a:spLocks noGrp="1"/>
          </p:cNvSpPr>
          <p:nvPr>
            <p:ph sz="quarter" idx="13"/>
          </p:nvPr>
        </p:nvSpPr>
        <p:spPr>
          <a:xfrm>
            <a:off x="379412" y="384048"/>
            <a:ext cx="3794760" cy="5861304"/>
          </a:xfrm>
        </p:spPr>
        <p:txBody>
          <a:bodyPr/>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2000"/>
            </a:lvl1pPr>
            <a:lvl2pPr marL="182563"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2pPr>
            <a:lvl3pPr marL="357188"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3pPr>
            <a:lvl4pPr marL="539750" marR="0" indent="-182563"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4pPr>
            <a:lvl5pPr marL="714375" marR="0" indent="-174625" algn="l" defTabSz="914400" rtl="0" eaLnBrk="1" fontAlgn="auto" latinLnBrk="0" hangingPunct="1">
              <a:lnSpc>
                <a:spcPct val="110000"/>
              </a:lnSpc>
              <a:spcBef>
                <a:spcPts val="0"/>
              </a:spcBef>
              <a:spcAft>
                <a:spcPts val="600"/>
              </a:spcAft>
              <a:buClrTx/>
              <a:buSzTx/>
              <a:buFont typeface="Arial" panose="020B0604020202020204" pitchFamily="34" charset="0"/>
              <a:buChar char="•"/>
              <a:tabLst/>
              <a:defRPr sz="2000"/>
            </a:lvl5p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Click to edit Master text styles</a:t>
            </a:r>
          </a:p>
          <a:p>
            <a:pPr marL="0" marR="0" lvl="1"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Second level</a:t>
            </a:r>
          </a:p>
          <a:p>
            <a:pPr marL="0" marR="0" lvl="2"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Third level</a:t>
            </a:r>
          </a:p>
          <a:p>
            <a:pPr marL="0" marR="0" lvl="3"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Fourth level</a:t>
            </a:r>
          </a:p>
          <a:p>
            <a:pPr marL="0" marR="0" lvl="4"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mn-lt"/>
                <a:ea typeface="+mj-ea"/>
                <a:cs typeface="+mj-cs"/>
              </a:rPr>
              <a:t>Fifth level</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6" name="Content Placeholder 4"/>
          <p:cNvSpPr>
            <a:spLocks noGrp="1"/>
          </p:cNvSpPr>
          <p:nvPr>
            <p:ph sz="quarter" idx="14"/>
          </p:nvPr>
        </p:nvSpPr>
        <p:spPr>
          <a:xfrm>
            <a:off x="4187952" y="384048"/>
            <a:ext cx="3803904" cy="58613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Content Placeholder 4"/>
          <p:cNvSpPr>
            <a:spLocks noGrp="1"/>
          </p:cNvSpPr>
          <p:nvPr>
            <p:ph sz="quarter" idx="15"/>
          </p:nvPr>
        </p:nvSpPr>
        <p:spPr>
          <a:xfrm>
            <a:off x="8010144" y="384048"/>
            <a:ext cx="3794760" cy="58613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9" name="TextBox 8"/>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grpSp>
        <p:nvGrpSpPr>
          <p:cNvPr id="10" name="Group 22"/>
          <p:cNvGrpSpPr>
            <a:grpSpLocks/>
          </p:cNvGrpSpPr>
          <p:nvPr userDrawn="1"/>
        </p:nvGrpSpPr>
        <p:grpSpPr bwMode="auto">
          <a:xfrm>
            <a:off x="-264086" y="6596401"/>
            <a:ext cx="2147228" cy="184155"/>
            <a:chOff x="9374212" y="6574531"/>
            <a:chExt cx="2147228" cy="182885"/>
          </a:xfrm>
        </p:grpSpPr>
        <p:grpSp>
          <p:nvGrpSpPr>
            <p:cNvPr id="11" name="Group 8"/>
            <p:cNvGrpSpPr>
              <a:grpSpLocks/>
            </p:cNvGrpSpPr>
            <p:nvPr/>
          </p:nvGrpSpPr>
          <p:grpSpPr bwMode="auto">
            <a:xfrm>
              <a:off x="9374212" y="6574531"/>
              <a:ext cx="2147228" cy="182883"/>
              <a:chOff x="9378677" y="6574531"/>
              <a:chExt cx="2147228" cy="182883"/>
            </a:xfrm>
          </p:grpSpPr>
          <p:sp>
            <p:nvSpPr>
              <p:cNvPr id="13" name="Footer Placeholder 3"/>
              <p:cNvSpPr txBox="1">
                <a:spLocks/>
              </p:cNvSpPr>
              <p:nvPr/>
            </p:nvSpPr>
            <p:spPr bwMode="auto">
              <a:xfrm>
                <a:off x="10461203" y="6574537"/>
                <a:ext cx="1064702" cy="1828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defTabSz="912813" eaLnBrk="0" hangingPunct="0">
                  <a:tabLst>
                    <a:tab pos="798513" algn="r"/>
                  </a:tabLst>
                  <a:defRPr sz="2400">
                    <a:solidFill>
                      <a:schemeClr val="tx1"/>
                    </a:solidFill>
                    <a:latin typeface="Arial" charset="0"/>
                    <a:ea typeface="ＭＳ Ｐゴシック" charset="0"/>
                    <a:cs typeface="Arial" charset="0"/>
                  </a:defRPr>
                </a:lvl1pPr>
                <a:lvl2pPr marL="742950" indent="-285750" defTabSz="912813" eaLnBrk="0" hangingPunct="0">
                  <a:tabLst>
                    <a:tab pos="798513" algn="r"/>
                  </a:tabLst>
                  <a:defRPr sz="2400">
                    <a:solidFill>
                      <a:schemeClr val="tx1"/>
                    </a:solidFill>
                    <a:latin typeface="Arial" charset="0"/>
                    <a:ea typeface="Arial" charset="0"/>
                    <a:cs typeface="Arial" charset="0"/>
                  </a:defRPr>
                </a:lvl2pPr>
                <a:lvl3pPr marL="1143000" indent="-228600" defTabSz="912813" eaLnBrk="0" hangingPunct="0">
                  <a:tabLst>
                    <a:tab pos="798513" algn="r"/>
                  </a:tabLst>
                  <a:defRPr sz="2400">
                    <a:solidFill>
                      <a:schemeClr val="tx1"/>
                    </a:solidFill>
                    <a:latin typeface="Arial" charset="0"/>
                    <a:ea typeface="Arial" charset="0"/>
                    <a:cs typeface="Arial" charset="0"/>
                  </a:defRPr>
                </a:lvl3pPr>
                <a:lvl4pPr marL="1600200" indent="-228600" defTabSz="912813" eaLnBrk="0" hangingPunct="0">
                  <a:tabLst>
                    <a:tab pos="798513" algn="r"/>
                  </a:tabLst>
                  <a:defRPr sz="2400">
                    <a:solidFill>
                      <a:schemeClr val="tx1"/>
                    </a:solidFill>
                    <a:latin typeface="Arial" charset="0"/>
                    <a:ea typeface="Arial" charset="0"/>
                    <a:cs typeface="Arial" charset="0"/>
                  </a:defRPr>
                </a:lvl4pPr>
                <a:lvl5pPr marL="2057400" indent="-228600" defTabSz="912813" eaLnBrk="0" hangingPunct="0">
                  <a:tabLst>
                    <a:tab pos="798513" algn="r"/>
                  </a:tabLst>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tab pos="798513" algn="r"/>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All Rights Reserved.</a:t>
                </a:r>
              </a:p>
            </p:txBody>
          </p:sp>
          <p:sp>
            <p:nvSpPr>
              <p:cNvPr id="14" name="TextBox 25"/>
              <p:cNvSpPr txBox="1">
                <a:spLocks noChangeArrowheads="1"/>
              </p:cNvSpPr>
              <p:nvPr/>
            </p:nvSpPr>
            <p:spPr bwMode="auto">
              <a:xfrm>
                <a:off x="9378677" y="6574531"/>
                <a:ext cx="1177925"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eaLnBrk="0" hangingPunct="0">
                  <a:defRPr sz="2400">
                    <a:solidFill>
                      <a:schemeClr val="tx1"/>
                    </a:solidFill>
                    <a:latin typeface="Arial" charset="0"/>
                    <a:ea typeface="ＭＳ Ｐゴシック" charset="0"/>
                    <a:cs typeface="Arial" charset="0"/>
                  </a:defRPr>
                </a:lvl1pPr>
                <a:lvl2pPr marL="742950" indent="-285750" defTabSz="912813" eaLnBrk="0" hangingPunct="0">
                  <a:defRPr sz="2400">
                    <a:solidFill>
                      <a:schemeClr val="tx1"/>
                    </a:solidFill>
                    <a:latin typeface="Arial" charset="0"/>
                    <a:ea typeface="Arial" charset="0"/>
                    <a:cs typeface="Arial" charset="0"/>
                  </a:defRPr>
                </a:lvl2pPr>
                <a:lvl3pPr marL="1143000" indent="-228600" defTabSz="912813" eaLnBrk="0" hangingPunct="0">
                  <a:defRPr sz="2400">
                    <a:solidFill>
                      <a:schemeClr val="tx1"/>
                    </a:solidFill>
                    <a:latin typeface="Arial" charset="0"/>
                    <a:ea typeface="Arial" charset="0"/>
                    <a:cs typeface="Arial" charset="0"/>
                  </a:defRPr>
                </a:lvl3pPr>
                <a:lvl4pPr marL="1600200" indent="-228600" defTabSz="912813" eaLnBrk="0" hangingPunct="0">
                  <a:defRPr sz="2400">
                    <a:solidFill>
                      <a:schemeClr val="tx1"/>
                    </a:solidFill>
                    <a:latin typeface="Arial" charset="0"/>
                    <a:ea typeface="Arial" charset="0"/>
                    <a:cs typeface="Arial" charset="0"/>
                  </a:defRPr>
                </a:lvl4pPr>
                <a:lvl5pPr marL="2057400" indent="-228600" defTabSz="912813" eaLnBrk="0" hangingPunct="0">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defRPr/>
                </a:pPr>
                <a:fld id="{75980DF0-75D0-FD4C-983E-614B6986212F}" type="datetime3">
                  <a:rPr kumimoji="0" lang="en-US" sz="800" b="0" i="0" u="none" strike="noStrike" kern="0" cap="none" spc="0" normalizeH="0" baseline="0" noProof="0" smtClean="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pPr marL="0" marR="0" lvl="0" indent="0" algn="r" defTabSz="912813" eaLnBrk="1" fontAlgn="base" latinLnBrk="0" hangingPunct="1">
                    <a:lnSpc>
                      <a:spcPct val="100000"/>
                    </a:lnSpc>
                    <a:spcBef>
                      <a:spcPct val="0"/>
                    </a:spcBef>
                    <a:spcAft>
                      <a:spcPct val="0"/>
                    </a:spcAft>
                    <a:buClrTx/>
                    <a:buSzTx/>
                    <a:buFontTx/>
                    <a:buNone/>
                    <a:tabLst/>
                    <a:defRPr/>
                  </a:pPr>
                  <a:t>4 June 2026</a:t>
                </a:fld>
                <a:endPar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endParaRPr>
              </a:p>
            </p:txBody>
          </p:sp>
          <p:sp>
            <p:nvSpPr>
              <p:cNvPr id="15" name="Rectangle 26"/>
              <p:cNvSpPr>
                <a:spLocks noChangeArrowheads="1"/>
              </p:cNvSpPr>
              <p:nvPr/>
            </p:nvSpPr>
            <p:spPr bwMode="auto">
              <a:xfrm>
                <a:off x="9513906" y="6589264"/>
                <a:ext cx="812067" cy="153425"/>
              </a:xfrm>
              <a:prstGeom prst="rect">
                <a:avLst/>
              </a:pr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2813"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prstClr val="black"/>
                  </a:solidFill>
                  <a:effectLst/>
                  <a:uLnTx/>
                  <a:uFillTx/>
                  <a:ea typeface="ＭＳ Ｐゴシック" charset="0"/>
                  <a:cs typeface="3M Circular TT Book" panose="020B0604020101020102" pitchFamily="34" charset="0"/>
                </a:endParaRPr>
              </a:p>
            </p:txBody>
          </p:sp>
        </p:grpSp>
        <p:sp>
          <p:nvSpPr>
            <p:cNvPr id="12" name="TextBox 24"/>
            <p:cNvSpPr txBox="1">
              <a:spLocks noChangeArrowheads="1"/>
            </p:cNvSpPr>
            <p:nvPr/>
          </p:nvSpPr>
          <p:spPr bwMode="auto">
            <a:xfrm>
              <a:off x="10017092" y="6574536"/>
              <a:ext cx="353517"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3M</a:t>
              </a:r>
            </a:p>
          </p:txBody>
        </p:sp>
      </p:grpSp>
      <p:sp>
        <p:nvSpPr>
          <p:cNvPr id="16" name="Footer Placeholder 3"/>
          <p:cNvSpPr txBox="1">
            <a:spLocks/>
          </p:cNvSpPr>
          <p:nvPr userDrawn="1"/>
        </p:nvSpPr>
        <p:spPr bwMode="auto">
          <a:xfrm>
            <a:off x="1944949" y="6596401"/>
            <a:ext cx="1005840" cy="184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eaLnBrk="1" fontAlgn="base" hangingPunct="1">
              <a:spcBef>
                <a:spcPct val="0"/>
              </a:spcBef>
              <a:spcAft>
                <a:spcPct val="0"/>
              </a:spcAft>
              <a:defRPr/>
            </a:pPr>
            <a:r>
              <a:rPr lang="en-US" sz="800" dirty="0">
                <a:solidFill>
                  <a:prstClr val="black"/>
                </a:solidFill>
                <a:latin typeface="3M Circular TT Book" panose="020B0604020101020102" pitchFamily="34" charset="0"/>
                <a:cs typeface="3M Circular TT Book" panose="020B0604020101020102" pitchFamily="34" charset="0"/>
              </a:rPr>
              <a:t>3M Confidential.</a:t>
            </a:r>
          </a:p>
        </p:txBody>
      </p:sp>
    </p:spTree>
    <p:extLst>
      <p:ext uri="{BB962C8B-B14F-4D97-AF65-F5344CB8AC3E}">
        <p14:creationId xmlns:p14="http://schemas.microsoft.com/office/powerpoint/2010/main" val="1751415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Content, Image">
    <p:spTree>
      <p:nvGrpSpPr>
        <p:cNvPr id="1" name=""/>
        <p:cNvGrpSpPr/>
        <p:nvPr/>
      </p:nvGrpSpPr>
      <p:grpSpPr>
        <a:xfrm>
          <a:off x="0" y="0"/>
          <a:ext cx="0" cy="0"/>
          <a:chOff x="0" y="0"/>
          <a:chExt cx="0" cy="0"/>
        </a:xfrm>
      </p:grpSpPr>
      <p:sp>
        <p:nvSpPr>
          <p:cNvPr id="8" name="Content Placeholder 4"/>
          <p:cNvSpPr>
            <a:spLocks noGrp="1"/>
          </p:cNvSpPr>
          <p:nvPr>
            <p:ph sz="quarter" idx="13"/>
          </p:nvPr>
        </p:nvSpPr>
        <p:spPr>
          <a:xfrm>
            <a:off x="384048" y="383675"/>
            <a:ext cx="7616952" cy="58613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Picture Placeholder 2"/>
          <p:cNvSpPr>
            <a:spLocks noGrp="1"/>
          </p:cNvSpPr>
          <p:nvPr>
            <p:ph type="pic" sz="quarter" idx="14"/>
          </p:nvPr>
        </p:nvSpPr>
        <p:spPr>
          <a:xfrm>
            <a:off x="8019288" y="381000"/>
            <a:ext cx="3794760" cy="5864225"/>
          </a:xfrm>
          <a:solidFill>
            <a:schemeClr val="bg1">
              <a:lumMod val="85000"/>
            </a:schemeClr>
          </a:solidFill>
        </p:spPr>
        <p:txBody>
          <a:bodyPr/>
          <a:lstStyle/>
          <a:p>
            <a:r>
              <a:rPr lang="en-US"/>
              <a:t>Click icon to add picture</a:t>
            </a:r>
          </a:p>
        </p:txBody>
      </p:sp>
      <p:sp>
        <p:nvSpPr>
          <p:cNvPr id="4"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5" name="TextBox 4"/>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grpSp>
        <p:nvGrpSpPr>
          <p:cNvPr id="6" name="Group 22"/>
          <p:cNvGrpSpPr>
            <a:grpSpLocks/>
          </p:cNvGrpSpPr>
          <p:nvPr userDrawn="1"/>
        </p:nvGrpSpPr>
        <p:grpSpPr bwMode="auto">
          <a:xfrm>
            <a:off x="-264086" y="6596401"/>
            <a:ext cx="2147228" cy="184155"/>
            <a:chOff x="9374212" y="6574531"/>
            <a:chExt cx="2147228" cy="182885"/>
          </a:xfrm>
        </p:grpSpPr>
        <p:grpSp>
          <p:nvGrpSpPr>
            <p:cNvPr id="7" name="Group 8"/>
            <p:cNvGrpSpPr>
              <a:grpSpLocks/>
            </p:cNvGrpSpPr>
            <p:nvPr/>
          </p:nvGrpSpPr>
          <p:grpSpPr bwMode="auto">
            <a:xfrm>
              <a:off x="9374212" y="6574531"/>
              <a:ext cx="2147228" cy="182883"/>
              <a:chOff x="9378677" y="6574531"/>
              <a:chExt cx="2147228" cy="182883"/>
            </a:xfrm>
          </p:grpSpPr>
          <p:sp>
            <p:nvSpPr>
              <p:cNvPr id="10" name="Footer Placeholder 3"/>
              <p:cNvSpPr txBox="1">
                <a:spLocks/>
              </p:cNvSpPr>
              <p:nvPr/>
            </p:nvSpPr>
            <p:spPr bwMode="auto">
              <a:xfrm>
                <a:off x="10461203" y="6574537"/>
                <a:ext cx="1064702" cy="1828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defTabSz="912813" eaLnBrk="0" hangingPunct="0">
                  <a:tabLst>
                    <a:tab pos="798513" algn="r"/>
                  </a:tabLst>
                  <a:defRPr sz="2400">
                    <a:solidFill>
                      <a:schemeClr val="tx1"/>
                    </a:solidFill>
                    <a:latin typeface="Arial" charset="0"/>
                    <a:ea typeface="ＭＳ Ｐゴシック" charset="0"/>
                    <a:cs typeface="Arial" charset="0"/>
                  </a:defRPr>
                </a:lvl1pPr>
                <a:lvl2pPr marL="742950" indent="-285750" defTabSz="912813" eaLnBrk="0" hangingPunct="0">
                  <a:tabLst>
                    <a:tab pos="798513" algn="r"/>
                  </a:tabLst>
                  <a:defRPr sz="2400">
                    <a:solidFill>
                      <a:schemeClr val="tx1"/>
                    </a:solidFill>
                    <a:latin typeface="Arial" charset="0"/>
                    <a:ea typeface="Arial" charset="0"/>
                    <a:cs typeface="Arial" charset="0"/>
                  </a:defRPr>
                </a:lvl2pPr>
                <a:lvl3pPr marL="1143000" indent="-228600" defTabSz="912813" eaLnBrk="0" hangingPunct="0">
                  <a:tabLst>
                    <a:tab pos="798513" algn="r"/>
                  </a:tabLst>
                  <a:defRPr sz="2400">
                    <a:solidFill>
                      <a:schemeClr val="tx1"/>
                    </a:solidFill>
                    <a:latin typeface="Arial" charset="0"/>
                    <a:ea typeface="Arial" charset="0"/>
                    <a:cs typeface="Arial" charset="0"/>
                  </a:defRPr>
                </a:lvl3pPr>
                <a:lvl4pPr marL="1600200" indent="-228600" defTabSz="912813" eaLnBrk="0" hangingPunct="0">
                  <a:tabLst>
                    <a:tab pos="798513" algn="r"/>
                  </a:tabLst>
                  <a:defRPr sz="2400">
                    <a:solidFill>
                      <a:schemeClr val="tx1"/>
                    </a:solidFill>
                    <a:latin typeface="Arial" charset="0"/>
                    <a:ea typeface="Arial" charset="0"/>
                    <a:cs typeface="Arial" charset="0"/>
                  </a:defRPr>
                </a:lvl4pPr>
                <a:lvl5pPr marL="2057400" indent="-228600" defTabSz="912813" eaLnBrk="0" hangingPunct="0">
                  <a:tabLst>
                    <a:tab pos="798513" algn="r"/>
                  </a:tabLst>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tab pos="798513" algn="r"/>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All Rights Reserved.</a:t>
                </a:r>
              </a:p>
            </p:txBody>
          </p:sp>
          <p:sp>
            <p:nvSpPr>
              <p:cNvPr id="11" name="TextBox 25"/>
              <p:cNvSpPr txBox="1">
                <a:spLocks noChangeArrowheads="1"/>
              </p:cNvSpPr>
              <p:nvPr/>
            </p:nvSpPr>
            <p:spPr bwMode="auto">
              <a:xfrm>
                <a:off x="9378677" y="6574531"/>
                <a:ext cx="1177925"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eaLnBrk="0" hangingPunct="0">
                  <a:defRPr sz="2400">
                    <a:solidFill>
                      <a:schemeClr val="tx1"/>
                    </a:solidFill>
                    <a:latin typeface="Arial" charset="0"/>
                    <a:ea typeface="ＭＳ Ｐゴシック" charset="0"/>
                    <a:cs typeface="Arial" charset="0"/>
                  </a:defRPr>
                </a:lvl1pPr>
                <a:lvl2pPr marL="742950" indent="-285750" defTabSz="912813" eaLnBrk="0" hangingPunct="0">
                  <a:defRPr sz="2400">
                    <a:solidFill>
                      <a:schemeClr val="tx1"/>
                    </a:solidFill>
                    <a:latin typeface="Arial" charset="0"/>
                    <a:ea typeface="Arial" charset="0"/>
                    <a:cs typeface="Arial" charset="0"/>
                  </a:defRPr>
                </a:lvl2pPr>
                <a:lvl3pPr marL="1143000" indent="-228600" defTabSz="912813" eaLnBrk="0" hangingPunct="0">
                  <a:defRPr sz="2400">
                    <a:solidFill>
                      <a:schemeClr val="tx1"/>
                    </a:solidFill>
                    <a:latin typeface="Arial" charset="0"/>
                    <a:ea typeface="Arial" charset="0"/>
                    <a:cs typeface="Arial" charset="0"/>
                  </a:defRPr>
                </a:lvl3pPr>
                <a:lvl4pPr marL="1600200" indent="-228600" defTabSz="912813" eaLnBrk="0" hangingPunct="0">
                  <a:defRPr sz="2400">
                    <a:solidFill>
                      <a:schemeClr val="tx1"/>
                    </a:solidFill>
                    <a:latin typeface="Arial" charset="0"/>
                    <a:ea typeface="Arial" charset="0"/>
                    <a:cs typeface="Arial" charset="0"/>
                  </a:defRPr>
                </a:lvl4pPr>
                <a:lvl5pPr marL="2057400" indent="-228600" defTabSz="912813" eaLnBrk="0" hangingPunct="0">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defRPr/>
                </a:pPr>
                <a:fld id="{75980DF0-75D0-FD4C-983E-614B6986212F}" type="datetime3">
                  <a:rPr kumimoji="0" lang="en-US" sz="800" b="0" i="0" u="none" strike="noStrike" kern="0" cap="none" spc="0" normalizeH="0" baseline="0" noProof="0" smtClean="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pPr marL="0" marR="0" lvl="0" indent="0" algn="r" defTabSz="912813" eaLnBrk="1" fontAlgn="base" latinLnBrk="0" hangingPunct="1">
                    <a:lnSpc>
                      <a:spcPct val="100000"/>
                    </a:lnSpc>
                    <a:spcBef>
                      <a:spcPct val="0"/>
                    </a:spcBef>
                    <a:spcAft>
                      <a:spcPct val="0"/>
                    </a:spcAft>
                    <a:buClrTx/>
                    <a:buSzTx/>
                    <a:buFontTx/>
                    <a:buNone/>
                    <a:tabLst/>
                    <a:defRPr/>
                  </a:pPr>
                  <a:t>4 June 2026</a:t>
                </a:fld>
                <a:endPar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endParaRPr>
              </a:p>
            </p:txBody>
          </p:sp>
          <p:sp>
            <p:nvSpPr>
              <p:cNvPr id="12" name="Rectangle 26"/>
              <p:cNvSpPr>
                <a:spLocks noChangeArrowheads="1"/>
              </p:cNvSpPr>
              <p:nvPr/>
            </p:nvSpPr>
            <p:spPr bwMode="auto">
              <a:xfrm>
                <a:off x="9513906" y="6589264"/>
                <a:ext cx="812067" cy="153425"/>
              </a:xfrm>
              <a:prstGeom prst="rect">
                <a:avLst/>
              </a:pr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2813"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prstClr val="black"/>
                  </a:solidFill>
                  <a:effectLst/>
                  <a:uLnTx/>
                  <a:uFillTx/>
                  <a:ea typeface="ＭＳ Ｐゴシック" charset="0"/>
                  <a:cs typeface="3M Circular TT Book" panose="020B0604020101020102" pitchFamily="34" charset="0"/>
                </a:endParaRPr>
              </a:p>
            </p:txBody>
          </p:sp>
        </p:grpSp>
        <p:sp>
          <p:nvSpPr>
            <p:cNvPr id="9" name="TextBox 24"/>
            <p:cNvSpPr txBox="1">
              <a:spLocks noChangeArrowheads="1"/>
            </p:cNvSpPr>
            <p:nvPr/>
          </p:nvSpPr>
          <p:spPr bwMode="auto">
            <a:xfrm>
              <a:off x="10017092" y="6574536"/>
              <a:ext cx="353517"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3M</a:t>
              </a:r>
            </a:p>
          </p:txBody>
        </p:sp>
      </p:grpSp>
      <p:sp>
        <p:nvSpPr>
          <p:cNvPr id="13" name="Footer Placeholder 3"/>
          <p:cNvSpPr txBox="1">
            <a:spLocks/>
          </p:cNvSpPr>
          <p:nvPr userDrawn="1"/>
        </p:nvSpPr>
        <p:spPr bwMode="auto">
          <a:xfrm>
            <a:off x="1944949" y="6596401"/>
            <a:ext cx="1005840" cy="184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eaLnBrk="1" fontAlgn="base" hangingPunct="1">
              <a:spcBef>
                <a:spcPct val="0"/>
              </a:spcBef>
              <a:spcAft>
                <a:spcPct val="0"/>
              </a:spcAft>
              <a:defRPr/>
            </a:pPr>
            <a:r>
              <a:rPr lang="en-US" sz="800" dirty="0">
                <a:solidFill>
                  <a:prstClr val="black"/>
                </a:solidFill>
                <a:latin typeface="3M Circular TT Book" panose="020B0604020101020102" pitchFamily="34" charset="0"/>
                <a:cs typeface="3M Circular TT Book" panose="020B0604020101020102" pitchFamily="34" charset="0"/>
              </a:rPr>
              <a:t>3M Confidential.</a:t>
            </a:r>
          </a:p>
        </p:txBody>
      </p:sp>
    </p:spTree>
    <p:extLst>
      <p:ext uri="{BB962C8B-B14F-4D97-AF65-F5344CB8AC3E}">
        <p14:creationId xmlns:p14="http://schemas.microsoft.com/office/powerpoint/2010/main" val="527295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6 Image">
    <p:spTree>
      <p:nvGrpSpPr>
        <p:cNvPr id="1" name=""/>
        <p:cNvGrpSpPr/>
        <p:nvPr/>
      </p:nvGrpSpPr>
      <p:grpSpPr>
        <a:xfrm>
          <a:off x="0" y="0"/>
          <a:ext cx="0" cy="0"/>
          <a:chOff x="0" y="0"/>
          <a:chExt cx="0" cy="0"/>
        </a:xfrm>
      </p:grpSpPr>
      <p:sp>
        <p:nvSpPr>
          <p:cNvPr id="10" name="Picture Placeholder 9"/>
          <p:cNvSpPr>
            <a:spLocks noGrp="1"/>
          </p:cNvSpPr>
          <p:nvPr>
            <p:ph type="pic" sz="quarter" idx="13"/>
          </p:nvPr>
        </p:nvSpPr>
        <p:spPr>
          <a:xfrm>
            <a:off x="384048" y="384048"/>
            <a:ext cx="3816000" cy="2930652"/>
          </a:xfrm>
          <a:solidFill>
            <a:schemeClr val="bg1">
              <a:lumMod val="85000"/>
            </a:schemeClr>
          </a:solidFill>
        </p:spPr>
        <p:txBody>
          <a:bodyPr lIns="0" rIns="0"/>
          <a:lstStyle/>
          <a:p>
            <a:r>
              <a:rPr lang="en-US"/>
              <a:t>Click icon to add picture</a:t>
            </a:r>
            <a:endParaRPr lang="en-GB"/>
          </a:p>
        </p:txBody>
      </p:sp>
      <p:sp>
        <p:nvSpPr>
          <p:cNvPr id="13" name="Picture Placeholder 9"/>
          <p:cNvSpPr>
            <a:spLocks noGrp="1"/>
          </p:cNvSpPr>
          <p:nvPr>
            <p:ph type="pic" sz="quarter" idx="16"/>
          </p:nvPr>
        </p:nvSpPr>
        <p:spPr>
          <a:xfrm>
            <a:off x="384048" y="3314646"/>
            <a:ext cx="3816000" cy="2935224"/>
          </a:xfrm>
          <a:solidFill>
            <a:schemeClr val="bg1">
              <a:lumMod val="85000"/>
            </a:schemeClr>
          </a:solidFill>
        </p:spPr>
        <p:txBody>
          <a:bodyPr lIns="0" rIns="0"/>
          <a:lstStyle/>
          <a:p>
            <a:r>
              <a:rPr lang="en-US"/>
              <a:t>Click icon to add picture</a:t>
            </a:r>
            <a:endParaRPr lang="en-GB"/>
          </a:p>
        </p:txBody>
      </p:sp>
      <p:sp>
        <p:nvSpPr>
          <p:cNvPr id="11" name="Picture Placeholder 9"/>
          <p:cNvSpPr>
            <a:spLocks noGrp="1"/>
          </p:cNvSpPr>
          <p:nvPr>
            <p:ph type="pic" sz="quarter" idx="14"/>
          </p:nvPr>
        </p:nvSpPr>
        <p:spPr>
          <a:xfrm>
            <a:off x="4187310" y="384048"/>
            <a:ext cx="3816000" cy="2930652"/>
          </a:xfrm>
          <a:solidFill>
            <a:schemeClr val="bg1">
              <a:lumMod val="85000"/>
            </a:schemeClr>
          </a:solidFill>
        </p:spPr>
        <p:txBody>
          <a:bodyPr lIns="0" rIns="0"/>
          <a:lstStyle/>
          <a:p>
            <a:r>
              <a:rPr lang="en-US"/>
              <a:t>Click icon to add picture</a:t>
            </a:r>
            <a:endParaRPr lang="en-GB"/>
          </a:p>
        </p:txBody>
      </p:sp>
      <p:sp>
        <p:nvSpPr>
          <p:cNvPr id="14" name="Picture Placeholder 9"/>
          <p:cNvSpPr>
            <a:spLocks noGrp="1"/>
          </p:cNvSpPr>
          <p:nvPr>
            <p:ph type="pic" sz="quarter" idx="17"/>
          </p:nvPr>
        </p:nvSpPr>
        <p:spPr>
          <a:xfrm>
            <a:off x="4187310" y="3314646"/>
            <a:ext cx="3816000" cy="2938462"/>
          </a:xfrm>
          <a:solidFill>
            <a:schemeClr val="bg1">
              <a:lumMod val="85000"/>
            </a:schemeClr>
          </a:solidFill>
        </p:spPr>
        <p:txBody>
          <a:bodyPr lIns="0" rIns="0"/>
          <a:lstStyle/>
          <a:p>
            <a:r>
              <a:rPr lang="en-US"/>
              <a:t>Click icon to add picture</a:t>
            </a:r>
            <a:endParaRPr lang="en-GB"/>
          </a:p>
        </p:txBody>
      </p:sp>
      <p:sp>
        <p:nvSpPr>
          <p:cNvPr id="12" name="Picture Placeholder 9"/>
          <p:cNvSpPr>
            <a:spLocks noGrp="1"/>
          </p:cNvSpPr>
          <p:nvPr>
            <p:ph type="pic" sz="quarter" idx="15"/>
          </p:nvPr>
        </p:nvSpPr>
        <p:spPr>
          <a:xfrm>
            <a:off x="8001000" y="384048"/>
            <a:ext cx="3816000" cy="2930652"/>
          </a:xfrm>
          <a:solidFill>
            <a:schemeClr val="bg1">
              <a:lumMod val="85000"/>
            </a:schemeClr>
          </a:solidFill>
        </p:spPr>
        <p:txBody>
          <a:bodyPr lIns="0" rIns="0"/>
          <a:lstStyle/>
          <a:p>
            <a:r>
              <a:rPr lang="en-US"/>
              <a:t>Click icon to add picture</a:t>
            </a:r>
            <a:endParaRPr lang="en-GB"/>
          </a:p>
        </p:txBody>
      </p:sp>
      <p:sp>
        <p:nvSpPr>
          <p:cNvPr id="15" name="Picture Placeholder 9"/>
          <p:cNvSpPr>
            <a:spLocks noGrp="1"/>
          </p:cNvSpPr>
          <p:nvPr>
            <p:ph type="pic" sz="quarter" idx="18"/>
          </p:nvPr>
        </p:nvSpPr>
        <p:spPr>
          <a:xfrm>
            <a:off x="8001000" y="3314646"/>
            <a:ext cx="3816000" cy="2938462"/>
          </a:xfrm>
          <a:solidFill>
            <a:schemeClr val="bg1">
              <a:lumMod val="85000"/>
            </a:schemeClr>
          </a:solidFill>
        </p:spPr>
        <p:txBody>
          <a:bodyPr lIns="0" rIns="0"/>
          <a:lstStyle/>
          <a:p>
            <a:r>
              <a:rPr lang="en-US"/>
              <a:t>Click icon to add picture</a:t>
            </a:r>
            <a:endParaRPr lang="en-GB"/>
          </a:p>
        </p:txBody>
      </p:sp>
      <p:sp>
        <p:nvSpPr>
          <p:cNvPr id="8"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9" name="TextBox 8"/>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grpSp>
        <p:nvGrpSpPr>
          <p:cNvPr id="16" name="Group 22"/>
          <p:cNvGrpSpPr>
            <a:grpSpLocks/>
          </p:cNvGrpSpPr>
          <p:nvPr userDrawn="1"/>
        </p:nvGrpSpPr>
        <p:grpSpPr bwMode="auto">
          <a:xfrm>
            <a:off x="-264086" y="6596401"/>
            <a:ext cx="2147228" cy="184155"/>
            <a:chOff x="9374212" y="6574531"/>
            <a:chExt cx="2147228" cy="182885"/>
          </a:xfrm>
        </p:grpSpPr>
        <p:grpSp>
          <p:nvGrpSpPr>
            <p:cNvPr id="17" name="Group 8"/>
            <p:cNvGrpSpPr>
              <a:grpSpLocks/>
            </p:cNvGrpSpPr>
            <p:nvPr/>
          </p:nvGrpSpPr>
          <p:grpSpPr bwMode="auto">
            <a:xfrm>
              <a:off x="9374212" y="6574531"/>
              <a:ext cx="2147228" cy="182883"/>
              <a:chOff x="9378677" y="6574531"/>
              <a:chExt cx="2147228" cy="182883"/>
            </a:xfrm>
          </p:grpSpPr>
          <p:sp>
            <p:nvSpPr>
              <p:cNvPr id="19" name="Footer Placeholder 3"/>
              <p:cNvSpPr txBox="1">
                <a:spLocks/>
              </p:cNvSpPr>
              <p:nvPr/>
            </p:nvSpPr>
            <p:spPr bwMode="auto">
              <a:xfrm>
                <a:off x="10461203" y="6574537"/>
                <a:ext cx="1064702" cy="1828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defTabSz="912813" eaLnBrk="0" hangingPunct="0">
                  <a:tabLst>
                    <a:tab pos="798513" algn="r"/>
                  </a:tabLst>
                  <a:defRPr sz="2400">
                    <a:solidFill>
                      <a:schemeClr val="tx1"/>
                    </a:solidFill>
                    <a:latin typeface="Arial" charset="0"/>
                    <a:ea typeface="ＭＳ Ｐゴシック" charset="0"/>
                    <a:cs typeface="Arial" charset="0"/>
                  </a:defRPr>
                </a:lvl1pPr>
                <a:lvl2pPr marL="742950" indent="-285750" defTabSz="912813" eaLnBrk="0" hangingPunct="0">
                  <a:tabLst>
                    <a:tab pos="798513" algn="r"/>
                  </a:tabLst>
                  <a:defRPr sz="2400">
                    <a:solidFill>
                      <a:schemeClr val="tx1"/>
                    </a:solidFill>
                    <a:latin typeface="Arial" charset="0"/>
                    <a:ea typeface="Arial" charset="0"/>
                    <a:cs typeface="Arial" charset="0"/>
                  </a:defRPr>
                </a:lvl2pPr>
                <a:lvl3pPr marL="1143000" indent="-228600" defTabSz="912813" eaLnBrk="0" hangingPunct="0">
                  <a:tabLst>
                    <a:tab pos="798513" algn="r"/>
                  </a:tabLst>
                  <a:defRPr sz="2400">
                    <a:solidFill>
                      <a:schemeClr val="tx1"/>
                    </a:solidFill>
                    <a:latin typeface="Arial" charset="0"/>
                    <a:ea typeface="Arial" charset="0"/>
                    <a:cs typeface="Arial" charset="0"/>
                  </a:defRPr>
                </a:lvl3pPr>
                <a:lvl4pPr marL="1600200" indent="-228600" defTabSz="912813" eaLnBrk="0" hangingPunct="0">
                  <a:tabLst>
                    <a:tab pos="798513" algn="r"/>
                  </a:tabLst>
                  <a:defRPr sz="2400">
                    <a:solidFill>
                      <a:schemeClr val="tx1"/>
                    </a:solidFill>
                    <a:latin typeface="Arial" charset="0"/>
                    <a:ea typeface="Arial" charset="0"/>
                    <a:cs typeface="Arial" charset="0"/>
                  </a:defRPr>
                </a:lvl4pPr>
                <a:lvl5pPr marL="2057400" indent="-228600" defTabSz="912813" eaLnBrk="0" hangingPunct="0">
                  <a:tabLst>
                    <a:tab pos="798513" algn="r"/>
                  </a:tabLst>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tab pos="798513" algn="r"/>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All Rights Reserved.</a:t>
                </a:r>
              </a:p>
            </p:txBody>
          </p:sp>
          <p:sp>
            <p:nvSpPr>
              <p:cNvPr id="20" name="TextBox 25"/>
              <p:cNvSpPr txBox="1">
                <a:spLocks noChangeArrowheads="1"/>
              </p:cNvSpPr>
              <p:nvPr/>
            </p:nvSpPr>
            <p:spPr bwMode="auto">
              <a:xfrm>
                <a:off x="9378677" y="6574531"/>
                <a:ext cx="1177925"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eaLnBrk="0" hangingPunct="0">
                  <a:defRPr sz="2400">
                    <a:solidFill>
                      <a:schemeClr val="tx1"/>
                    </a:solidFill>
                    <a:latin typeface="Arial" charset="0"/>
                    <a:ea typeface="ＭＳ Ｐゴシック" charset="0"/>
                    <a:cs typeface="Arial" charset="0"/>
                  </a:defRPr>
                </a:lvl1pPr>
                <a:lvl2pPr marL="742950" indent="-285750" defTabSz="912813" eaLnBrk="0" hangingPunct="0">
                  <a:defRPr sz="2400">
                    <a:solidFill>
                      <a:schemeClr val="tx1"/>
                    </a:solidFill>
                    <a:latin typeface="Arial" charset="0"/>
                    <a:ea typeface="Arial" charset="0"/>
                    <a:cs typeface="Arial" charset="0"/>
                  </a:defRPr>
                </a:lvl2pPr>
                <a:lvl3pPr marL="1143000" indent="-228600" defTabSz="912813" eaLnBrk="0" hangingPunct="0">
                  <a:defRPr sz="2400">
                    <a:solidFill>
                      <a:schemeClr val="tx1"/>
                    </a:solidFill>
                    <a:latin typeface="Arial" charset="0"/>
                    <a:ea typeface="Arial" charset="0"/>
                    <a:cs typeface="Arial" charset="0"/>
                  </a:defRPr>
                </a:lvl3pPr>
                <a:lvl4pPr marL="1600200" indent="-228600" defTabSz="912813" eaLnBrk="0" hangingPunct="0">
                  <a:defRPr sz="2400">
                    <a:solidFill>
                      <a:schemeClr val="tx1"/>
                    </a:solidFill>
                    <a:latin typeface="Arial" charset="0"/>
                    <a:ea typeface="Arial" charset="0"/>
                    <a:cs typeface="Arial" charset="0"/>
                  </a:defRPr>
                </a:lvl4pPr>
                <a:lvl5pPr marL="2057400" indent="-228600" defTabSz="912813" eaLnBrk="0" hangingPunct="0">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defRPr/>
                </a:pPr>
                <a:fld id="{75980DF0-75D0-FD4C-983E-614B6986212F}" type="datetime3">
                  <a:rPr kumimoji="0" lang="en-US" sz="800" b="0" i="0" u="none" strike="noStrike" kern="0" cap="none" spc="0" normalizeH="0" baseline="0" noProof="0" smtClean="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pPr marL="0" marR="0" lvl="0" indent="0" algn="r" defTabSz="912813" eaLnBrk="1" fontAlgn="base" latinLnBrk="0" hangingPunct="1">
                    <a:lnSpc>
                      <a:spcPct val="100000"/>
                    </a:lnSpc>
                    <a:spcBef>
                      <a:spcPct val="0"/>
                    </a:spcBef>
                    <a:spcAft>
                      <a:spcPct val="0"/>
                    </a:spcAft>
                    <a:buClrTx/>
                    <a:buSzTx/>
                    <a:buFontTx/>
                    <a:buNone/>
                    <a:tabLst/>
                    <a:defRPr/>
                  </a:pPr>
                  <a:t>4 June 2026</a:t>
                </a:fld>
                <a:endPar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endParaRPr>
              </a:p>
            </p:txBody>
          </p:sp>
          <p:sp>
            <p:nvSpPr>
              <p:cNvPr id="21" name="Rectangle 26"/>
              <p:cNvSpPr>
                <a:spLocks noChangeArrowheads="1"/>
              </p:cNvSpPr>
              <p:nvPr/>
            </p:nvSpPr>
            <p:spPr bwMode="auto">
              <a:xfrm>
                <a:off x="9513906" y="6589264"/>
                <a:ext cx="812067" cy="153425"/>
              </a:xfrm>
              <a:prstGeom prst="rect">
                <a:avLst/>
              </a:pr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2813"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prstClr val="black"/>
                  </a:solidFill>
                  <a:effectLst/>
                  <a:uLnTx/>
                  <a:uFillTx/>
                  <a:ea typeface="ＭＳ Ｐゴシック" charset="0"/>
                  <a:cs typeface="3M Circular TT Book" panose="020B0604020101020102" pitchFamily="34" charset="0"/>
                </a:endParaRPr>
              </a:p>
            </p:txBody>
          </p:sp>
        </p:grpSp>
        <p:sp>
          <p:nvSpPr>
            <p:cNvPr id="18" name="TextBox 24"/>
            <p:cNvSpPr txBox="1">
              <a:spLocks noChangeArrowheads="1"/>
            </p:cNvSpPr>
            <p:nvPr/>
          </p:nvSpPr>
          <p:spPr bwMode="auto">
            <a:xfrm>
              <a:off x="10017092" y="6574536"/>
              <a:ext cx="353517"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3M</a:t>
              </a:r>
            </a:p>
          </p:txBody>
        </p:sp>
      </p:grpSp>
      <p:sp>
        <p:nvSpPr>
          <p:cNvPr id="22" name="Footer Placeholder 3"/>
          <p:cNvSpPr txBox="1">
            <a:spLocks/>
          </p:cNvSpPr>
          <p:nvPr userDrawn="1"/>
        </p:nvSpPr>
        <p:spPr bwMode="auto">
          <a:xfrm>
            <a:off x="1944949" y="6596401"/>
            <a:ext cx="1005840" cy="184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eaLnBrk="1" fontAlgn="base" hangingPunct="1">
              <a:spcBef>
                <a:spcPct val="0"/>
              </a:spcBef>
              <a:spcAft>
                <a:spcPct val="0"/>
              </a:spcAft>
              <a:defRPr/>
            </a:pPr>
            <a:r>
              <a:rPr lang="en-US" sz="800" dirty="0">
                <a:solidFill>
                  <a:prstClr val="black"/>
                </a:solidFill>
                <a:latin typeface="3M Circular TT Book" panose="020B0604020101020102" pitchFamily="34" charset="0"/>
                <a:cs typeface="3M Circular TT Book" panose="020B0604020101020102" pitchFamily="34" charset="0"/>
              </a:rPr>
              <a:t>3M Confidential.</a:t>
            </a:r>
          </a:p>
        </p:txBody>
      </p:sp>
    </p:spTree>
    <p:extLst>
      <p:ext uri="{BB962C8B-B14F-4D97-AF65-F5344CB8AC3E}">
        <p14:creationId xmlns:p14="http://schemas.microsoft.com/office/powerpoint/2010/main" val="3465640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reeform 5"/>
          <p:cNvSpPr>
            <a:spLocks noEditPoints="1"/>
          </p:cNvSpPr>
          <p:nvPr userDrawn="1"/>
        </p:nvSpPr>
        <p:spPr bwMode="auto">
          <a:xfrm>
            <a:off x="5913041" y="6475413"/>
            <a:ext cx="365919" cy="194691"/>
          </a:xfrm>
          <a:custGeom>
            <a:avLst/>
            <a:gdLst>
              <a:gd name="T0" fmla="*/ 109 w 138"/>
              <a:gd name="T1" fmla="*/ 2 h 72"/>
              <a:gd name="T2" fmla="*/ 99 w 138"/>
              <a:gd name="T3" fmla="*/ 42 h 72"/>
              <a:gd name="T4" fmla="*/ 89 w 138"/>
              <a:gd name="T5" fmla="*/ 2 h 72"/>
              <a:gd name="T6" fmla="*/ 61 w 138"/>
              <a:gd name="T7" fmla="*/ 2 h 72"/>
              <a:gd name="T8" fmla="*/ 61 w 138"/>
              <a:gd name="T9" fmla="*/ 17 h 72"/>
              <a:gd name="T10" fmla="*/ 33 w 138"/>
              <a:gd name="T11" fmla="*/ 0 h 72"/>
              <a:gd name="T12" fmla="*/ 3 w 138"/>
              <a:gd name="T13" fmla="*/ 24 h 72"/>
              <a:gd name="T14" fmla="*/ 22 w 138"/>
              <a:gd name="T15" fmla="*/ 24 h 72"/>
              <a:gd name="T16" fmla="*/ 32 w 138"/>
              <a:gd name="T17" fmla="*/ 16 h 72"/>
              <a:gd name="T18" fmla="*/ 41 w 138"/>
              <a:gd name="T19" fmla="*/ 22 h 72"/>
              <a:gd name="T20" fmla="*/ 32 w 138"/>
              <a:gd name="T21" fmla="*/ 28 h 72"/>
              <a:gd name="T22" fmla="*/ 26 w 138"/>
              <a:gd name="T23" fmla="*/ 28 h 72"/>
              <a:gd name="T24" fmla="*/ 26 w 138"/>
              <a:gd name="T25" fmla="*/ 41 h 72"/>
              <a:gd name="T26" fmla="*/ 32 w 138"/>
              <a:gd name="T27" fmla="*/ 41 h 72"/>
              <a:gd name="T28" fmla="*/ 40 w 138"/>
              <a:gd name="T29" fmla="*/ 48 h 72"/>
              <a:gd name="T30" fmla="*/ 31 w 138"/>
              <a:gd name="T31" fmla="*/ 56 h 72"/>
              <a:gd name="T32" fmla="*/ 20 w 138"/>
              <a:gd name="T33" fmla="*/ 43 h 72"/>
              <a:gd name="T34" fmla="*/ 0 w 138"/>
              <a:gd name="T35" fmla="*/ 43 h 72"/>
              <a:gd name="T36" fmla="*/ 32 w 138"/>
              <a:gd name="T37" fmla="*/ 72 h 72"/>
              <a:gd name="T38" fmla="*/ 61 w 138"/>
              <a:gd name="T39" fmla="*/ 57 h 72"/>
              <a:gd name="T40" fmla="*/ 61 w 138"/>
              <a:gd name="T41" fmla="*/ 71 h 72"/>
              <a:gd name="T42" fmla="*/ 80 w 138"/>
              <a:gd name="T43" fmla="*/ 71 h 72"/>
              <a:gd name="T44" fmla="*/ 80 w 138"/>
              <a:gd name="T45" fmla="*/ 27 h 72"/>
              <a:gd name="T46" fmla="*/ 91 w 138"/>
              <a:gd name="T47" fmla="*/ 71 h 72"/>
              <a:gd name="T48" fmla="*/ 108 w 138"/>
              <a:gd name="T49" fmla="*/ 71 h 72"/>
              <a:gd name="T50" fmla="*/ 119 w 138"/>
              <a:gd name="T51" fmla="*/ 27 h 72"/>
              <a:gd name="T52" fmla="*/ 119 w 138"/>
              <a:gd name="T53" fmla="*/ 71 h 72"/>
              <a:gd name="T54" fmla="*/ 138 w 138"/>
              <a:gd name="T55" fmla="*/ 71 h 72"/>
              <a:gd name="T56" fmla="*/ 138 w 138"/>
              <a:gd name="T57" fmla="*/ 2 h 72"/>
              <a:gd name="T58" fmla="*/ 109 w 138"/>
              <a:gd name="T59" fmla="*/ 2 h 72"/>
              <a:gd name="T60" fmla="*/ 61 w 138"/>
              <a:gd name="T61" fmla="*/ 42 h 72"/>
              <a:gd name="T62" fmla="*/ 53 w 138"/>
              <a:gd name="T63" fmla="*/ 34 h 72"/>
              <a:gd name="T64" fmla="*/ 61 w 138"/>
              <a:gd name="T65" fmla="*/ 25 h 72"/>
              <a:gd name="T66" fmla="*/ 61 w 138"/>
              <a:gd name="T67"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8" h="72">
                <a:moveTo>
                  <a:pt x="109" y="2"/>
                </a:moveTo>
                <a:cubicBezTo>
                  <a:pt x="99" y="42"/>
                  <a:pt x="99" y="42"/>
                  <a:pt x="99" y="42"/>
                </a:cubicBezTo>
                <a:cubicBezTo>
                  <a:pt x="89" y="2"/>
                  <a:pt x="89" y="2"/>
                  <a:pt x="89" y="2"/>
                </a:cubicBezTo>
                <a:cubicBezTo>
                  <a:pt x="61" y="2"/>
                  <a:pt x="61" y="2"/>
                  <a:pt x="61" y="2"/>
                </a:cubicBezTo>
                <a:cubicBezTo>
                  <a:pt x="61" y="17"/>
                  <a:pt x="61" y="17"/>
                  <a:pt x="61" y="17"/>
                </a:cubicBezTo>
                <a:cubicBezTo>
                  <a:pt x="57" y="4"/>
                  <a:pt x="44" y="0"/>
                  <a:pt x="33" y="0"/>
                </a:cubicBezTo>
                <a:cubicBezTo>
                  <a:pt x="19" y="0"/>
                  <a:pt x="4" y="6"/>
                  <a:pt x="3" y="24"/>
                </a:cubicBezTo>
                <a:cubicBezTo>
                  <a:pt x="22" y="24"/>
                  <a:pt x="22" y="24"/>
                  <a:pt x="22" y="24"/>
                </a:cubicBezTo>
                <a:cubicBezTo>
                  <a:pt x="22" y="19"/>
                  <a:pt x="28" y="16"/>
                  <a:pt x="32" y="16"/>
                </a:cubicBezTo>
                <a:cubicBezTo>
                  <a:pt x="38" y="16"/>
                  <a:pt x="41" y="18"/>
                  <a:pt x="41" y="22"/>
                </a:cubicBezTo>
                <a:cubicBezTo>
                  <a:pt x="41" y="25"/>
                  <a:pt x="39" y="28"/>
                  <a:pt x="32" y="28"/>
                </a:cubicBezTo>
                <a:cubicBezTo>
                  <a:pt x="26" y="28"/>
                  <a:pt x="26" y="28"/>
                  <a:pt x="26" y="28"/>
                </a:cubicBezTo>
                <a:cubicBezTo>
                  <a:pt x="26" y="41"/>
                  <a:pt x="26" y="41"/>
                  <a:pt x="26" y="41"/>
                </a:cubicBezTo>
                <a:cubicBezTo>
                  <a:pt x="32" y="41"/>
                  <a:pt x="32" y="41"/>
                  <a:pt x="32" y="41"/>
                </a:cubicBezTo>
                <a:cubicBezTo>
                  <a:pt x="35" y="41"/>
                  <a:pt x="40" y="43"/>
                  <a:pt x="40" y="48"/>
                </a:cubicBezTo>
                <a:cubicBezTo>
                  <a:pt x="40" y="53"/>
                  <a:pt x="36" y="56"/>
                  <a:pt x="31" y="56"/>
                </a:cubicBezTo>
                <a:cubicBezTo>
                  <a:pt x="23" y="56"/>
                  <a:pt x="20" y="49"/>
                  <a:pt x="20" y="43"/>
                </a:cubicBezTo>
                <a:cubicBezTo>
                  <a:pt x="0" y="43"/>
                  <a:pt x="0" y="43"/>
                  <a:pt x="0" y="43"/>
                </a:cubicBezTo>
                <a:cubicBezTo>
                  <a:pt x="1" y="47"/>
                  <a:pt x="0" y="72"/>
                  <a:pt x="32" y="72"/>
                </a:cubicBezTo>
                <a:cubicBezTo>
                  <a:pt x="47" y="72"/>
                  <a:pt x="58" y="66"/>
                  <a:pt x="61" y="57"/>
                </a:cubicBezTo>
                <a:cubicBezTo>
                  <a:pt x="61" y="71"/>
                  <a:pt x="61" y="71"/>
                  <a:pt x="61" y="71"/>
                </a:cubicBezTo>
                <a:cubicBezTo>
                  <a:pt x="80" y="71"/>
                  <a:pt x="80" y="71"/>
                  <a:pt x="80" y="71"/>
                </a:cubicBezTo>
                <a:cubicBezTo>
                  <a:pt x="80" y="27"/>
                  <a:pt x="80" y="27"/>
                  <a:pt x="80" y="27"/>
                </a:cubicBezTo>
                <a:cubicBezTo>
                  <a:pt x="91" y="71"/>
                  <a:pt x="91" y="71"/>
                  <a:pt x="91" y="71"/>
                </a:cubicBezTo>
                <a:cubicBezTo>
                  <a:pt x="108" y="71"/>
                  <a:pt x="108" y="71"/>
                  <a:pt x="108" y="71"/>
                </a:cubicBezTo>
                <a:cubicBezTo>
                  <a:pt x="119" y="27"/>
                  <a:pt x="119" y="27"/>
                  <a:pt x="119" y="27"/>
                </a:cubicBezTo>
                <a:cubicBezTo>
                  <a:pt x="119" y="71"/>
                  <a:pt x="119" y="71"/>
                  <a:pt x="119" y="71"/>
                </a:cubicBezTo>
                <a:cubicBezTo>
                  <a:pt x="138" y="71"/>
                  <a:pt x="138" y="71"/>
                  <a:pt x="138" y="71"/>
                </a:cubicBezTo>
                <a:cubicBezTo>
                  <a:pt x="138" y="2"/>
                  <a:pt x="138" y="2"/>
                  <a:pt x="138" y="2"/>
                </a:cubicBezTo>
                <a:lnTo>
                  <a:pt x="109" y="2"/>
                </a:lnTo>
                <a:close/>
                <a:moveTo>
                  <a:pt x="61" y="42"/>
                </a:moveTo>
                <a:cubicBezTo>
                  <a:pt x="58" y="37"/>
                  <a:pt x="55" y="35"/>
                  <a:pt x="53" y="34"/>
                </a:cubicBezTo>
                <a:cubicBezTo>
                  <a:pt x="57" y="32"/>
                  <a:pt x="59" y="30"/>
                  <a:pt x="61" y="25"/>
                </a:cubicBezTo>
                <a:lnTo>
                  <a:pt x="61" y="4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none" lIns="0" tIns="0" rIns="0" bIns="0" numCol="1" anchor="t" anchorCtr="0" compatLnSpc="1">
            <a:prstTxWarp prst="textNoShape">
              <a:avLst/>
            </a:prstTxWarp>
            <a:noAutofit/>
          </a:bodyPr>
          <a:lstStyle/>
          <a:p>
            <a:endParaRPr lang="en-GB"/>
          </a:p>
        </p:txBody>
      </p:sp>
      <p:sp>
        <p:nvSpPr>
          <p:cNvPr id="3" name="TextBox 2"/>
          <p:cNvSpPr txBox="1"/>
          <p:nvPr userDrawn="1"/>
        </p:nvSpPr>
        <p:spPr>
          <a:xfrm>
            <a:off x="11590811" y="6596401"/>
            <a:ext cx="218681" cy="123111"/>
          </a:xfrm>
          <a:prstGeom prst="rect">
            <a:avLst/>
          </a:prstGeom>
          <a:noFill/>
        </p:spPr>
        <p:txBody>
          <a:bodyPr wrap="square" lIns="0" tIns="0" rIns="0" bIns="0" rtlCol="0">
            <a:spAutoFit/>
          </a:bodyPr>
          <a:lstStyle/>
          <a:p>
            <a:pPr algn="r"/>
            <a:fld id="{29B7B62B-0732-4BEA-A6C8-5CF96588F2B9}" type="slidenum">
              <a:rPr lang="en-US" sz="800" smtClean="0"/>
              <a:pPr algn="r"/>
              <a:t>‹#›</a:t>
            </a:fld>
            <a:endParaRPr lang="en-US" sz="800" dirty="0" err="1"/>
          </a:p>
        </p:txBody>
      </p:sp>
      <p:grpSp>
        <p:nvGrpSpPr>
          <p:cNvPr id="4" name="Group 22"/>
          <p:cNvGrpSpPr>
            <a:grpSpLocks/>
          </p:cNvGrpSpPr>
          <p:nvPr userDrawn="1"/>
        </p:nvGrpSpPr>
        <p:grpSpPr bwMode="auto">
          <a:xfrm>
            <a:off x="-264086" y="6596401"/>
            <a:ext cx="2147228" cy="184155"/>
            <a:chOff x="9374212" y="6574531"/>
            <a:chExt cx="2147228" cy="182885"/>
          </a:xfrm>
        </p:grpSpPr>
        <p:grpSp>
          <p:nvGrpSpPr>
            <p:cNvPr id="5" name="Group 8"/>
            <p:cNvGrpSpPr>
              <a:grpSpLocks/>
            </p:cNvGrpSpPr>
            <p:nvPr/>
          </p:nvGrpSpPr>
          <p:grpSpPr bwMode="auto">
            <a:xfrm>
              <a:off x="9374212" y="6574531"/>
              <a:ext cx="2147228" cy="182883"/>
              <a:chOff x="9378677" y="6574531"/>
              <a:chExt cx="2147228" cy="182883"/>
            </a:xfrm>
          </p:grpSpPr>
          <p:sp>
            <p:nvSpPr>
              <p:cNvPr id="7" name="Footer Placeholder 3"/>
              <p:cNvSpPr txBox="1">
                <a:spLocks/>
              </p:cNvSpPr>
              <p:nvPr/>
            </p:nvSpPr>
            <p:spPr bwMode="auto">
              <a:xfrm>
                <a:off x="10461203" y="6574537"/>
                <a:ext cx="1064702" cy="1828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defTabSz="912813" eaLnBrk="0" hangingPunct="0">
                  <a:tabLst>
                    <a:tab pos="798513" algn="r"/>
                  </a:tabLst>
                  <a:defRPr sz="2400">
                    <a:solidFill>
                      <a:schemeClr val="tx1"/>
                    </a:solidFill>
                    <a:latin typeface="Arial" charset="0"/>
                    <a:ea typeface="ＭＳ Ｐゴシック" charset="0"/>
                    <a:cs typeface="Arial" charset="0"/>
                  </a:defRPr>
                </a:lvl1pPr>
                <a:lvl2pPr marL="742950" indent="-285750" defTabSz="912813" eaLnBrk="0" hangingPunct="0">
                  <a:tabLst>
                    <a:tab pos="798513" algn="r"/>
                  </a:tabLst>
                  <a:defRPr sz="2400">
                    <a:solidFill>
                      <a:schemeClr val="tx1"/>
                    </a:solidFill>
                    <a:latin typeface="Arial" charset="0"/>
                    <a:ea typeface="Arial" charset="0"/>
                    <a:cs typeface="Arial" charset="0"/>
                  </a:defRPr>
                </a:lvl2pPr>
                <a:lvl3pPr marL="1143000" indent="-228600" defTabSz="912813" eaLnBrk="0" hangingPunct="0">
                  <a:tabLst>
                    <a:tab pos="798513" algn="r"/>
                  </a:tabLst>
                  <a:defRPr sz="2400">
                    <a:solidFill>
                      <a:schemeClr val="tx1"/>
                    </a:solidFill>
                    <a:latin typeface="Arial" charset="0"/>
                    <a:ea typeface="Arial" charset="0"/>
                    <a:cs typeface="Arial" charset="0"/>
                  </a:defRPr>
                </a:lvl3pPr>
                <a:lvl4pPr marL="1600200" indent="-228600" defTabSz="912813" eaLnBrk="0" hangingPunct="0">
                  <a:tabLst>
                    <a:tab pos="798513" algn="r"/>
                  </a:tabLst>
                  <a:defRPr sz="2400">
                    <a:solidFill>
                      <a:schemeClr val="tx1"/>
                    </a:solidFill>
                    <a:latin typeface="Arial" charset="0"/>
                    <a:ea typeface="Arial" charset="0"/>
                    <a:cs typeface="Arial" charset="0"/>
                  </a:defRPr>
                </a:lvl4pPr>
                <a:lvl5pPr marL="2057400" indent="-228600" defTabSz="912813" eaLnBrk="0" hangingPunct="0">
                  <a:tabLst>
                    <a:tab pos="798513" algn="r"/>
                  </a:tabLst>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tabLst>
                    <a:tab pos="798513" algn="r"/>
                  </a:tabLs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tab pos="798513" algn="r"/>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All Rights Reserved.</a:t>
                </a:r>
              </a:p>
            </p:txBody>
          </p:sp>
          <p:sp>
            <p:nvSpPr>
              <p:cNvPr id="8" name="TextBox 25"/>
              <p:cNvSpPr txBox="1">
                <a:spLocks noChangeArrowheads="1"/>
              </p:cNvSpPr>
              <p:nvPr/>
            </p:nvSpPr>
            <p:spPr bwMode="auto">
              <a:xfrm>
                <a:off x="9378677" y="6574531"/>
                <a:ext cx="1177925"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eaLnBrk="0" hangingPunct="0">
                  <a:defRPr sz="2400">
                    <a:solidFill>
                      <a:schemeClr val="tx1"/>
                    </a:solidFill>
                    <a:latin typeface="Arial" charset="0"/>
                    <a:ea typeface="ＭＳ Ｐゴシック" charset="0"/>
                    <a:cs typeface="Arial" charset="0"/>
                  </a:defRPr>
                </a:lvl1pPr>
                <a:lvl2pPr marL="742950" indent="-285750" defTabSz="912813" eaLnBrk="0" hangingPunct="0">
                  <a:defRPr sz="2400">
                    <a:solidFill>
                      <a:schemeClr val="tx1"/>
                    </a:solidFill>
                    <a:latin typeface="Arial" charset="0"/>
                    <a:ea typeface="Arial" charset="0"/>
                    <a:cs typeface="Arial" charset="0"/>
                  </a:defRPr>
                </a:lvl2pPr>
                <a:lvl3pPr marL="1143000" indent="-228600" defTabSz="912813" eaLnBrk="0" hangingPunct="0">
                  <a:defRPr sz="2400">
                    <a:solidFill>
                      <a:schemeClr val="tx1"/>
                    </a:solidFill>
                    <a:latin typeface="Arial" charset="0"/>
                    <a:ea typeface="Arial" charset="0"/>
                    <a:cs typeface="Arial" charset="0"/>
                  </a:defRPr>
                </a:lvl3pPr>
                <a:lvl4pPr marL="1600200" indent="-228600" defTabSz="912813" eaLnBrk="0" hangingPunct="0">
                  <a:defRPr sz="2400">
                    <a:solidFill>
                      <a:schemeClr val="tx1"/>
                    </a:solidFill>
                    <a:latin typeface="Arial" charset="0"/>
                    <a:ea typeface="Arial" charset="0"/>
                    <a:cs typeface="Arial" charset="0"/>
                  </a:defRPr>
                </a:lvl4pPr>
                <a:lvl5pPr marL="2057400" indent="-228600" defTabSz="912813" eaLnBrk="0" hangingPunct="0">
                  <a:defRPr sz="2400">
                    <a:solidFill>
                      <a:schemeClr val="tx1"/>
                    </a:solidFill>
                    <a:latin typeface="Arial" charset="0"/>
                    <a:ea typeface="Arial" charset="0"/>
                    <a:cs typeface="Arial" charset="0"/>
                  </a:defRPr>
                </a:lvl5pPr>
                <a:lvl6pPr marL="2514600" indent="-228600" defTabSz="912813"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defTabSz="912813"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defTabSz="912813"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defTabSz="912813"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algn="r" defTabSz="912813" eaLnBrk="1" fontAlgn="base" latinLnBrk="0" hangingPunct="1">
                  <a:lnSpc>
                    <a:spcPct val="100000"/>
                  </a:lnSpc>
                  <a:spcBef>
                    <a:spcPct val="0"/>
                  </a:spcBef>
                  <a:spcAft>
                    <a:spcPct val="0"/>
                  </a:spcAft>
                  <a:buClrTx/>
                  <a:buSzTx/>
                  <a:buFontTx/>
                  <a:buNone/>
                  <a:tabLst/>
                  <a:defRPr/>
                </a:pPr>
                <a:fld id="{75980DF0-75D0-FD4C-983E-614B6986212F}" type="datetime3">
                  <a:rPr kumimoji="0" lang="en-US" sz="800" b="0" i="0" u="none" strike="noStrike" kern="0" cap="none" spc="0" normalizeH="0" baseline="0" noProof="0" smtClean="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pPr marL="0" marR="0" lvl="0" indent="0" algn="r" defTabSz="912813" eaLnBrk="1" fontAlgn="base" latinLnBrk="0" hangingPunct="1">
                    <a:lnSpc>
                      <a:spcPct val="100000"/>
                    </a:lnSpc>
                    <a:spcBef>
                      <a:spcPct val="0"/>
                    </a:spcBef>
                    <a:spcAft>
                      <a:spcPct val="0"/>
                    </a:spcAft>
                    <a:buClrTx/>
                    <a:buSzTx/>
                    <a:buFontTx/>
                    <a:buNone/>
                    <a:tabLst/>
                    <a:defRPr/>
                  </a:pPr>
                  <a:t>4 June 2026</a:t>
                </a:fld>
                <a:endPar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endParaRPr>
              </a:p>
            </p:txBody>
          </p:sp>
          <p:sp>
            <p:nvSpPr>
              <p:cNvPr id="9" name="Rectangle 26"/>
              <p:cNvSpPr>
                <a:spLocks noChangeArrowheads="1"/>
              </p:cNvSpPr>
              <p:nvPr/>
            </p:nvSpPr>
            <p:spPr bwMode="auto">
              <a:xfrm>
                <a:off x="9513906" y="6589264"/>
                <a:ext cx="812067" cy="153425"/>
              </a:xfrm>
              <a:prstGeom prst="rect">
                <a:avLst/>
              </a:pr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defTabSz="912813"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prstClr val="black"/>
                  </a:solidFill>
                  <a:effectLst/>
                  <a:uLnTx/>
                  <a:uFillTx/>
                  <a:ea typeface="ＭＳ Ｐゴシック" charset="0"/>
                  <a:cs typeface="3M Circular TT Book" panose="020B0604020101020102" pitchFamily="34" charset="0"/>
                </a:endParaRPr>
              </a:p>
            </p:txBody>
          </p:sp>
        </p:grpSp>
        <p:sp>
          <p:nvSpPr>
            <p:cNvPr id="6" name="TextBox 24"/>
            <p:cNvSpPr txBox="1">
              <a:spLocks noChangeArrowheads="1"/>
            </p:cNvSpPr>
            <p:nvPr/>
          </p:nvSpPr>
          <p:spPr bwMode="auto">
            <a:xfrm>
              <a:off x="10017092" y="6574536"/>
              <a:ext cx="353517" cy="1828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3M</a:t>
              </a:r>
            </a:p>
          </p:txBody>
        </p:sp>
      </p:grpSp>
      <p:sp>
        <p:nvSpPr>
          <p:cNvPr id="10" name="Footer Placeholder 3"/>
          <p:cNvSpPr txBox="1">
            <a:spLocks/>
          </p:cNvSpPr>
          <p:nvPr userDrawn="1"/>
        </p:nvSpPr>
        <p:spPr bwMode="auto">
          <a:xfrm>
            <a:off x="1944949" y="6596401"/>
            <a:ext cx="1005840" cy="184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algn="l" eaLnBrk="1" fontAlgn="base" hangingPunct="1">
              <a:spcBef>
                <a:spcPct val="0"/>
              </a:spcBef>
              <a:spcAft>
                <a:spcPct val="0"/>
              </a:spcAft>
              <a:defRPr/>
            </a:pPr>
            <a:r>
              <a:rPr lang="en-US" sz="800" dirty="0">
                <a:solidFill>
                  <a:prstClr val="black"/>
                </a:solidFill>
                <a:latin typeface="3M Circular TT Book" panose="020B0604020101020102" pitchFamily="34" charset="0"/>
                <a:cs typeface="3M Circular TT Book" panose="020B0604020101020102" pitchFamily="34" charset="0"/>
              </a:rPr>
              <a:t>3M Confidential.</a:t>
            </a:r>
          </a:p>
        </p:txBody>
      </p:sp>
    </p:spTree>
    <p:extLst>
      <p:ext uri="{BB962C8B-B14F-4D97-AF65-F5344CB8AC3E}">
        <p14:creationId xmlns:p14="http://schemas.microsoft.com/office/powerpoint/2010/main" val="817865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Section Header Option 1">
    <p:spTree>
      <p:nvGrpSpPr>
        <p:cNvPr id="1" name=""/>
        <p:cNvGrpSpPr/>
        <p:nvPr/>
      </p:nvGrpSpPr>
      <p:grpSpPr>
        <a:xfrm>
          <a:off x="0" y="0"/>
          <a:ext cx="0" cy="0"/>
          <a:chOff x="0" y="0"/>
          <a:chExt cx="0" cy="0"/>
        </a:xfrm>
      </p:grpSpPr>
      <p:sp>
        <p:nvSpPr>
          <p:cNvPr id="39" name="Rectangle 38"/>
          <p:cNvSpPr/>
          <p:nvPr userDrawn="1"/>
        </p:nvSpPr>
        <p:spPr>
          <a:xfrm>
            <a:off x="3532" y="33077"/>
            <a:ext cx="12185420" cy="68295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6" name="Freeform 5"/>
          <p:cNvSpPr/>
          <p:nvPr/>
        </p:nvSpPr>
        <p:spPr>
          <a:xfrm>
            <a:off x="0" y="3602940"/>
            <a:ext cx="3586808" cy="3259673"/>
          </a:xfrm>
          <a:custGeom>
            <a:avLst/>
            <a:gdLst>
              <a:gd name="connsiteX0" fmla="*/ 1392248 w 3580909"/>
              <a:gd name="connsiteY0" fmla="*/ 0 h 3209249"/>
              <a:gd name="connsiteX1" fmla="*/ 0 w 3580909"/>
              <a:gd name="connsiteY1" fmla="*/ 3209249 h 3209249"/>
              <a:gd name="connsiteX2" fmla="*/ 3580909 w 3580909"/>
              <a:gd name="connsiteY2" fmla="*/ 1215267 h 3209249"/>
              <a:gd name="connsiteX3" fmla="*/ 1392248 w 3580909"/>
              <a:gd name="connsiteY3" fmla="*/ 0 h 3209249"/>
              <a:gd name="connsiteX0" fmla="*/ 1406371 w 3595032"/>
              <a:gd name="connsiteY0" fmla="*/ 0 h 3209249"/>
              <a:gd name="connsiteX1" fmla="*/ 0 w 3595032"/>
              <a:gd name="connsiteY1" fmla="*/ 3209249 h 3209249"/>
              <a:gd name="connsiteX2" fmla="*/ 3595032 w 3595032"/>
              <a:gd name="connsiteY2" fmla="*/ 1215267 h 3209249"/>
              <a:gd name="connsiteX3" fmla="*/ 1406371 w 3595032"/>
              <a:gd name="connsiteY3" fmla="*/ 0 h 3209249"/>
              <a:gd name="connsiteX0" fmla="*/ 1399310 w 3587971"/>
              <a:gd name="connsiteY0" fmla="*/ 0 h 3209249"/>
              <a:gd name="connsiteX1" fmla="*/ 0 w 3587971"/>
              <a:gd name="connsiteY1" fmla="*/ 3209249 h 3209249"/>
              <a:gd name="connsiteX2" fmla="*/ 3587971 w 3587971"/>
              <a:gd name="connsiteY2" fmla="*/ 1215267 h 3209249"/>
              <a:gd name="connsiteX3" fmla="*/ 1399310 w 3587971"/>
              <a:gd name="connsiteY3" fmla="*/ 0 h 3209249"/>
              <a:gd name="connsiteX0" fmla="*/ 1399310 w 3587971"/>
              <a:gd name="connsiteY0" fmla="*/ 0 h 3252111"/>
              <a:gd name="connsiteX1" fmla="*/ 0 w 3587971"/>
              <a:gd name="connsiteY1" fmla="*/ 3252111 h 3252111"/>
              <a:gd name="connsiteX2" fmla="*/ 3587971 w 3587971"/>
              <a:gd name="connsiteY2" fmla="*/ 1258129 h 3252111"/>
              <a:gd name="connsiteX3" fmla="*/ 1399310 w 3587971"/>
              <a:gd name="connsiteY3" fmla="*/ 0 h 3252111"/>
              <a:gd name="connsiteX0" fmla="*/ 1396734 w 3585395"/>
              <a:gd name="connsiteY0" fmla="*/ 0 h 3264990"/>
              <a:gd name="connsiteX1" fmla="*/ 0 w 3585395"/>
              <a:gd name="connsiteY1" fmla="*/ 3264990 h 3264990"/>
              <a:gd name="connsiteX2" fmla="*/ 3585395 w 3585395"/>
              <a:gd name="connsiteY2" fmla="*/ 1258129 h 3264990"/>
              <a:gd name="connsiteX3" fmla="*/ 1396734 w 3585395"/>
              <a:gd name="connsiteY3" fmla="*/ 0 h 3264990"/>
              <a:gd name="connsiteX0" fmla="*/ 1404461 w 3593122"/>
              <a:gd name="connsiteY0" fmla="*/ 0 h 3267566"/>
              <a:gd name="connsiteX1" fmla="*/ 0 w 3593122"/>
              <a:gd name="connsiteY1" fmla="*/ 3267566 h 3267566"/>
              <a:gd name="connsiteX2" fmla="*/ 3593122 w 3593122"/>
              <a:gd name="connsiteY2" fmla="*/ 1258129 h 3267566"/>
              <a:gd name="connsiteX3" fmla="*/ 1404461 w 3593122"/>
              <a:gd name="connsiteY3" fmla="*/ 0 h 3267566"/>
            </a:gdLst>
            <a:ahLst/>
            <a:cxnLst>
              <a:cxn ang="0">
                <a:pos x="connsiteX0" y="connsiteY0"/>
              </a:cxn>
              <a:cxn ang="0">
                <a:pos x="connsiteX1" y="connsiteY1"/>
              </a:cxn>
              <a:cxn ang="0">
                <a:pos x="connsiteX2" y="connsiteY2"/>
              </a:cxn>
              <a:cxn ang="0">
                <a:pos x="connsiteX3" y="connsiteY3"/>
              </a:cxn>
            </a:cxnLst>
            <a:rect l="l" t="t" r="r" b="b"/>
            <a:pathLst>
              <a:path w="3593122" h="3267566">
                <a:moveTo>
                  <a:pt x="1404461" y="0"/>
                </a:moveTo>
                <a:lnTo>
                  <a:pt x="0" y="3267566"/>
                </a:lnTo>
                <a:lnTo>
                  <a:pt x="3593122" y="1258129"/>
                </a:lnTo>
                <a:lnTo>
                  <a:pt x="1404461" y="0"/>
                </a:lnTo>
                <a:close/>
              </a:path>
            </a:pathLst>
          </a:custGeom>
          <a:gradFill>
            <a:gsLst>
              <a:gs pos="15000">
                <a:schemeClr val="accent2"/>
              </a:gs>
              <a:gs pos="100000">
                <a:schemeClr val="accent1"/>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7" name="Freeform 6"/>
          <p:cNvSpPr/>
          <p:nvPr/>
        </p:nvSpPr>
        <p:spPr>
          <a:xfrm>
            <a:off x="1390330" y="1741468"/>
            <a:ext cx="2199979" cy="3164694"/>
          </a:xfrm>
          <a:custGeom>
            <a:avLst/>
            <a:gdLst>
              <a:gd name="connsiteX0" fmla="*/ 1739462 w 2186152"/>
              <a:gd name="connsiteY0" fmla="*/ 0 h 3095296"/>
              <a:gd name="connsiteX1" fmla="*/ 0 w 2186152"/>
              <a:gd name="connsiteY1" fmla="*/ 1891862 h 3095296"/>
              <a:gd name="connsiteX2" fmla="*/ 2186152 w 2186152"/>
              <a:gd name="connsiteY2" fmla="*/ 3095296 h 3095296"/>
              <a:gd name="connsiteX3" fmla="*/ 1739462 w 2186152"/>
              <a:gd name="connsiteY3" fmla="*/ 0 h 3095296"/>
              <a:gd name="connsiteX0" fmla="*/ 1733563 w 2186152"/>
              <a:gd name="connsiteY0" fmla="*/ 0 h 3112994"/>
              <a:gd name="connsiteX1" fmla="*/ 0 w 2186152"/>
              <a:gd name="connsiteY1" fmla="*/ 1909560 h 3112994"/>
              <a:gd name="connsiteX2" fmla="*/ 2186152 w 2186152"/>
              <a:gd name="connsiteY2" fmla="*/ 3112994 h 3112994"/>
              <a:gd name="connsiteX3" fmla="*/ 1733563 w 2186152"/>
              <a:gd name="connsiteY3" fmla="*/ 0 h 3112994"/>
              <a:gd name="connsiteX0" fmla="*/ 1752613 w 2186152"/>
              <a:gd name="connsiteY0" fmla="*/ 0 h 3108232"/>
              <a:gd name="connsiteX1" fmla="*/ 0 w 2186152"/>
              <a:gd name="connsiteY1" fmla="*/ 1904798 h 3108232"/>
              <a:gd name="connsiteX2" fmla="*/ 2186152 w 2186152"/>
              <a:gd name="connsiteY2" fmla="*/ 3108232 h 3108232"/>
              <a:gd name="connsiteX3" fmla="*/ 1752613 w 2186152"/>
              <a:gd name="connsiteY3" fmla="*/ 0 h 3108232"/>
              <a:gd name="connsiteX0" fmla="*/ 1738326 w 2186152"/>
              <a:gd name="connsiteY0" fmla="*/ 0 h 3108232"/>
              <a:gd name="connsiteX1" fmla="*/ 0 w 2186152"/>
              <a:gd name="connsiteY1" fmla="*/ 1904798 h 3108232"/>
              <a:gd name="connsiteX2" fmla="*/ 2186152 w 2186152"/>
              <a:gd name="connsiteY2" fmla="*/ 3108232 h 3108232"/>
              <a:gd name="connsiteX3" fmla="*/ 1738326 w 2186152"/>
              <a:gd name="connsiteY3" fmla="*/ 0 h 3108232"/>
              <a:gd name="connsiteX0" fmla="*/ 1724039 w 2186152"/>
              <a:gd name="connsiteY0" fmla="*/ 0 h 3089182"/>
              <a:gd name="connsiteX1" fmla="*/ 0 w 2186152"/>
              <a:gd name="connsiteY1" fmla="*/ 1885748 h 3089182"/>
              <a:gd name="connsiteX2" fmla="*/ 2186152 w 2186152"/>
              <a:gd name="connsiteY2" fmla="*/ 3089182 h 3089182"/>
              <a:gd name="connsiteX3" fmla="*/ 1724039 w 2186152"/>
              <a:gd name="connsiteY3" fmla="*/ 0 h 3089182"/>
              <a:gd name="connsiteX0" fmla="*/ 1743089 w 2205202"/>
              <a:gd name="connsiteY0" fmla="*/ 0 h 3089182"/>
              <a:gd name="connsiteX1" fmla="*/ 0 w 2205202"/>
              <a:gd name="connsiteY1" fmla="*/ 1861935 h 3089182"/>
              <a:gd name="connsiteX2" fmla="*/ 2205202 w 2205202"/>
              <a:gd name="connsiteY2" fmla="*/ 3089182 h 3089182"/>
              <a:gd name="connsiteX3" fmla="*/ 1743089 w 2205202"/>
              <a:gd name="connsiteY3" fmla="*/ 0 h 3089182"/>
              <a:gd name="connsiteX0" fmla="*/ 1733564 w 2205202"/>
              <a:gd name="connsiteY0" fmla="*/ 0 h 3079657"/>
              <a:gd name="connsiteX1" fmla="*/ 0 w 2205202"/>
              <a:gd name="connsiteY1" fmla="*/ 1852410 h 3079657"/>
              <a:gd name="connsiteX2" fmla="*/ 2205202 w 2205202"/>
              <a:gd name="connsiteY2" fmla="*/ 3079657 h 3079657"/>
              <a:gd name="connsiteX3" fmla="*/ 1733564 w 2205202"/>
              <a:gd name="connsiteY3" fmla="*/ 0 h 3079657"/>
              <a:gd name="connsiteX0" fmla="*/ 1695464 w 2167102"/>
              <a:gd name="connsiteY0" fmla="*/ 0 h 3079657"/>
              <a:gd name="connsiteX1" fmla="*/ 0 w 2167102"/>
              <a:gd name="connsiteY1" fmla="*/ 1871460 h 3079657"/>
              <a:gd name="connsiteX2" fmla="*/ 2167102 w 2167102"/>
              <a:gd name="connsiteY2" fmla="*/ 3079657 h 3079657"/>
              <a:gd name="connsiteX3" fmla="*/ 1695464 w 2167102"/>
              <a:gd name="connsiteY3" fmla="*/ 0 h 3079657"/>
              <a:gd name="connsiteX0" fmla="*/ 1724039 w 2195677"/>
              <a:gd name="connsiteY0" fmla="*/ 0 h 3079657"/>
              <a:gd name="connsiteX1" fmla="*/ 0 w 2195677"/>
              <a:gd name="connsiteY1" fmla="*/ 1866698 h 3079657"/>
              <a:gd name="connsiteX2" fmla="*/ 2195677 w 2195677"/>
              <a:gd name="connsiteY2" fmla="*/ 3079657 h 3079657"/>
              <a:gd name="connsiteX3" fmla="*/ 1724039 w 2195677"/>
              <a:gd name="connsiteY3" fmla="*/ 0 h 3079657"/>
              <a:gd name="connsiteX0" fmla="*/ 1746073 w 2195677"/>
              <a:gd name="connsiteY0" fmla="*/ 0 h 3079657"/>
              <a:gd name="connsiteX1" fmla="*/ 0 w 2195677"/>
              <a:gd name="connsiteY1" fmla="*/ 1866698 h 3079657"/>
              <a:gd name="connsiteX2" fmla="*/ 2195677 w 2195677"/>
              <a:gd name="connsiteY2" fmla="*/ 3079657 h 3079657"/>
              <a:gd name="connsiteX3" fmla="*/ 1746073 w 2195677"/>
              <a:gd name="connsiteY3" fmla="*/ 0 h 3079657"/>
              <a:gd name="connsiteX0" fmla="*/ 1714323 w 2195677"/>
              <a:gd name="connsiteY0" fmla="*/ 0 h 3098707"/>
              <a:gd name="connsiteX1" fmla="*/ 0 w 2195677"/>
              <a:gd name="connsiteY1" fmla="*/ 1885748 h 3098707"/>
              <a:gd name="connsiteX2" fmla="*/ 2195677 w 2195677"/>
              <a:gd name="connsiteY2" fmla="*/ 3098707 h 3098707"/>
              <a:gd name="connsiteX3" fmla="*/ 1714323 w 2195677"/>
              <a:gd name="connsiteY3" fmla="*/ 0 h 3098707"/>
              <a:gd name="connsiteX0" fmla="*/ 1720673 w 2195677"/>
              <a:gd name="connsiteY0" fmla="*/ 0 h 3092357"/>
              <a:gd name="connsiteX1" fmla="*/ 0 w 2195677"/>
              <a:gd name="connsiteY1" fmla="*/ 1879398 h 3092357"/>
              <a:gd name="connsiteX2" fmla="*/ 2195677 w 2195677"/>
              <a:gd name="connsiteY2" fmla="*/ 3092357 h 3092357"/>
              <a:gd name="connsiteX3" fmla="*/ 1720673 w 2195677"/>
              <a:gd name="connsiteY3" fmla="*/ 0 h 3092357"/>
              <a:gd name="connsiteX0" fmla="*/ 1739723 w 2195677"/>
              <a:gd name="connsiteY0" fmla="*/ 0 h 3086007"/>
              <a:gd name="connsiteX1" fmla="*/ 0 w 2195677"/>
              <a:gd name="connsiteY1" fmla="*/ 1873048 h 3086007"/>
              <a:gd name="connsiteX2" fmla="*/ 2195677 w 2195677"/>
              <a:gd name="connsiteY2" fmla="*/ 3086007 h 3086007"/>
              <a:gd name="connsiteX3" fmla="*/ 1739723 w 2195677"/>
              <a:gd name="connsiteY3" fmla="*/ 0 h 3086007"/>
              <a:gd name="connsiteX0" fmla="*/ 1720673 w 2195677"/>
              <a:gd name="connsiteY0" fmla="*/ 0 h 3155857"/>
              <a:gd name="connsiteX1" fmla="*/ 0 w 2195677"/>
              <a:gd name="connsiteY1" fmla="*/ 1942898 h 3155857"/>
              <a:gd name="connsiteX2" fmla="*/ 2195677 w 2195677"/>
              <a:gd name="connsiteY2" fmla="*/ 3155857 h 3155857"/>
              <a:gd name="connsiteX3" fmla="*/ 1720673 w 2195677"/>
              <a:gd name="connsiteY3" fmla="*/ 0 h 3155857"/>
              <a:gd name="connsiteX0" fmla="*/ 1720673 w 2195677"/>
              <a:gd name="connsiteY0" fmla="*/ 0 h 3079657"/>
              <a:gd name="connsiteX1" fmla="*/ 0 w 2195677"/>
              <a:gd name="connsiteY1" fmla="*/ 1866698 h 3079657"/>
              <a:gd name="connsiteX2" fmla="*/ 2195677 w 2195677"/>
              <a:gd name="connsiteY2" fmla="*/ 3079657 h 3079657"/>
              <a:gd name="connsiteX3" fmla="*/ 1720673 w 2195677"/>
              <a:gd name="connsiteY3" fmla="*/ 0 h 3079657"/>
              <a:gd name="connsiteX0" fmla="*/ 1720673 w 2195677"/>
              <a:gd name="connsiteY0" fmla="*/ 0 h 3149507"/>
              <a:gd name="connsiteX1" fmla="*/ 0 w 2195677"/>
              <a:gd name="connsiteY1" fmla="*/ 1936548 h 3149507"/>
              <a:gd name="connsiteX2" fmla="*/ 2195677 w 2195677"/>
              <a:gd name="connsiteY2" fmla="*/ 3149507 h 3149507"/>
              <a:gd name="connsiteX3" fmla="*/ 1720673 w 2195677"/>
              <a:gd name="connsiteY3" fmla="*/ 0 h 3149507"/>
              <a:gd name="connsiteX0" fmla="*/ 1739723 w 2214727"/>
              <a:gd name="connsiteY0" fmla="*/ 0 h 3149507"/>
              <a:gd name="connsiteX1" fmla="*/ 0 w 2214727"/>
              <a:gd name="connsiteY1" fmla="*/ 1936548 h 3149507"/>
              <a:gd name="connsiteX2" fmla="*/ 2214727 w 2214727"/>
              <a:gd name="connsiteY2" fmla="*/ 3149507 h 3149507"/>
              <a:gd name="connsiteX3" fmla="*/ 1739723 w 2214727"/>
              <a:gd name="connsiteY3" fmla="*/ 0 h 3149507"/>
              <a:gd name="connsiteX0" fmla="*/ 1739723 w 2214727"/>
              <a:gd name="connsiteY0" fmla="*/ 0 h 3149507"/>
              <a:gd name="connsiteX1" fmla="*/ 0 w 2214727"/>
              <a:gd name="connsiteY1" fmla="*/ 1936548 h 3149507"/>
              <a:gd name="connsiteX2" fmla="*/ 2214727 w 2214727"/>
              <a:gd name="connsiteY2" fmla="*/ 3149507 h 3149507"/>
              <a:gd name="connsiteX3" fmla="*/ 1739723 w 2214727"/>
              <a:gd name="connsiteY3" fmla="*/ 0 h 3149507"/>
              <a:gd name="connsiteX0" fmla="*/ 1724975 w 2199979"/>
              <a:gd name="connsiteY0" fmla="*/ 0 h 3149507"/>
              <a:gd name="connsiteX1" fmla="*/ 0 w 2199979"/>
              <a:gd name="connsiteY1" fmla="*/ 1921800 h 3149507"/>
              <a:gd name="connsiteX2" fmla="*/ 2199979 w 2199979"/>
              <a:gd name="connsiteY2" fmla="*/ 3149507 h 3149507"/>
              <a:gd name="connsiteX3" fmla="*/ 1724975 w 2199979"/>
              <a:gd name="connsiteY3" fmla="*/ 0 h 3149507"/>
              <a:gd name="connsiteX0" fmla="*/ 1722399 w 2199979"/>
              <a:gd name="connsiteY0" fmla="*/ 0 h 3072234"/>
              <a:gd name="connsiteX1" fmla="*/ 0 w 2199979"/>
              <a:gd name="connsiteY1" fmla="*/ 1844527 h 3072234"/>
              <a:gd name="connsiteX2" fmla="*/ 2199979 w 2199979"/>
              <a:gd name="connsiteY2" fmla="*/ 3072234 h 3072234"/>
              <a:gd name="connsiteX3" fmla="*/ 1722399 w 2199979"/>
              <a:gd name="connsiteY3" fmla="*/ 0 h 3072234"/>
              <a:gd name="connsiteX0" fmla="*/ 1722399 w 2199979"/>
              <a:gd name="connsiteY0" fmla="*/ 0 h 3123750"/>
              <a:gd name="connsiteX1" fmla="*/ 0 w 2199979"/>
              <a:gd name="connsiteY1" fmla="*/ 1896043 h 3123750"/>
              <a:gd name="connsiteX2" fmla="*/ 2199979 w 2199979"/>
              <a:gd name="connsiteY2" fmla="*/ 3123750 h 3123750"/>
              <a:gd name="connsiteX3" fmla="*/ 1722399 w 2199979"/>
              <a:gd name="connsiteY3" fmla="*/ 0 h 3123750"/>
              <a:gd name="connsiteX0" fmla="*/ 1736047 w 2199979"/>
              <a:gd name="connsiteY0" fmla="*/ 0 h 3164694"/>
              <a:gd name="connsiteX1" fmla="*/ 0 w 2199979"/>
              <a:gd name="connsiteY1" fmla="*/ 1936987 h 3164694"/>
              <a:gd name="connsiteX2" fmla="*/ 2199979 w 2199979"/>
              <a:gd name="connsiteY2" fmla="*/ 3164694 h 3164694"/>
              <a:gd name="connsiteX3" fmla="*/ 1736047 w 2199979"/>
              <a:gd name="connsiteY3" fmla="*/ 0 h 3164694"/>
            </a:gdLst>
            <a:ahLst/>
            <a:cxnLst>
              <a:cxn ang="0">
                <a:pos x="connsiteX0" y="connsiteY0"/>
              </a:cxn>
              <a:cxn ang="0">
                <a:pos x="connsiteX1" y="connsiteY1"/>
              </a:cxn>
              <a:cxn ang="0">
                <a:pos x="connsiteX2" y="connsiteY2"/>
              </a:cxn>
              <a:cxn ang="0">
                <a:pos x="connsiteX3" y="connsiteY3"/>
              </a:cxn>
            </a:cxnLst>
            <a:rect l="l" t="t" r="r" b="b"/>
            <a:pathLst>
              <a:path w="2199979" h="3164694">
                <a:moveTo>
                  <a:pt x="1736047" y="0"/>
                </a:moveTo>
                <a:lnTo>
                  <a:pt x="0" y="1936987"/>
                </a:lnTo>
                <a:lnTo>
                  <a:pt x="2199979" y="3164694"/>
                </a:lnTo>
                <a:lnTo>
                  <a:pt x="1736047" y="0"/>
                </a:lnTo>
                <a:close/>
              </a:path>
            </a:pathLst>
          </a:custGeom>
          <a:gradFill>
            <a:gsLst>
              <a:gs pos="15000">
                <a:schemeClr val="accent2"/>
              </a:gs>
              <a:gs pos="100000">
                <a:schemeClr val="accent1"/>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8" name="Freeform 7"/>
          <p:cNvSpPr/>
          <p:nvPr/>
        </p:nvSpPr>
        <p:spPr>
          <a:xfrm>
            <a:off x="6375805" y="1"/>
            <a:ext cx="4644129" cy="1222744"/>
          </a:xfrm>
          <a:custGeom>
            <a:avLst/>
            <a:gdLst>
              <a:gd name="connsiteX0" fmla="*/ 0 w 4550735"/>
              <a:gd name="connsiteY0" fmla="*/ 0 h 1222745"/>
              <a:gd name="connsiteX1" fmla="*/ 1222744 w 4550735"/>
              <a:gd name="connsiteY1" fmla="*/ 1222745 h 1222745"/>
              <a:gd name="connsiteX2" fmla="*/ 4550735 w 4550735"/>
              <a:gd name="connsiteY2" fmla="*/ 10633 h 1222745"/>
              <a:gd name="connsiteX3" fmla="*/ 0 w 4550735"/>
              <a:gd name="connsiteY3" fmla="*/ 0 h 1222745"/>
              <a:gd name="connsiteX0" fmla="*/ 0 w 4582633"/>
              <a:gd name="connsiteY0" fmla="*/ 10633 h 1212112"/>
              <a:gd name="connsiteX1" fmla="*/ 1254642 w 4582633"/>
              <a:gd name="connsiteY1" fmla="*/ 1212112 h 1212112"/>
              <a:gd name="connsiteX2" fmla="*/ 4582633 w 4582633"/>
              <a:gd name="connsiteY2" fmla="*/ 0 h 1212112"/>
              <a:gd name="connsiteX3" fmla="*/ 0 w 4582633"/>
              <a:gd name="connsiteY3" fmla="*/ 10633 h 1212112"/>
              <a:gd name="connsiteX0" fmla="*/ 0 w 4566685"/>
              <a:gd name="connsiteY0" fmla="*/ 0 h 1228061"/>
              <a:gd name="connsiteX1" fmla="*/ 1238694 w 4566685"/>
              <a:gd name="connsiteY1" fmla="*/ 1228061 h 1228061"/>
              <a:gd name="connsiteX2" fmla="*/ 4566685 w 4566685"/>
              <a:gd name="connsiteY2" fmla="*/ 15949 h 1228061"/>
              <a:gd name="connsiteX3" fmla="*/ 0 w 4566685"/>
              <a:gd name="connsiteY3" fmla="*/ 0 h 1228061"/>
              <a:gd name="connsiteX0" fmla="*/ 0 w 4566685"/>
              <a:gd name="connsiteY0" fmla="*/ 0 h 1217428"/>
              <a:gd name="connsiteX1" fmla="*/ 1238694 w 4566685"/>
              <a:gd name="connsiteY1" fmla="*/ 1217428 h 1217428"/>
              <a:gd name="connsiteX2" fmla="*/ 4566685 w 4566685"/>
              <a:gd name="connsiteY2" fmla="*/ 5316 h 1217428"/>
              <a:gd name="connsiteX3" fmla="*/ 0 w 4566685"/>
              <a:gd name="connsiteY3" fmla="*/ 0 h 1217428"/>
              <a:gd name="connsiteX0" fmla="*/ 0 w 4614532"/>
              <a:gd name="connsiteY0" fmla="*/ 0 h 1217428"/>
              <a:gd name="connsiteX1" fmla="*/ 1238694 w 4614532"/>
              <a:gd name="connsiteY1" fmla="*/ 1217428 h 1217428"/>
              <a:gd name="connsiteX2" fmla="*/ 4614532 w 4614532"/>
              <a:gd name="connsiteY2" fmla="*/ 5316 h 1217428"/>
              <a:gd name="connsiteX3" fmla="*/ 0 w 4614532"/>
              <a:gd name="connsiteY3" fmla="*/ 0 h 1217428"/>
              <a:gd name="connsiteX0" fmla="*/ 0 w 4614532"/>
              <a:gd name="connsiteY0" fmla="*/ 0 h 1228060"/>
              <a:gd name="connsiteX1" fmla="*/ 1286541 w 4614532"/>
              <a:gd name="connsiteY1" fmla="*/ 1228060 h 1228060"/>
              <a:gd name="connsiteX2" fmla="*/ 4614532 w 4614532"/>
              <a:gd name="connsiteY2" fmla="*/ 5316 h 1228060"/>
              <a:gd name="connsiteX3" fmla="*/ 0 w 4614532"/>
              <a:gd name="connsiteY3" fmla="*/ 0 h 1228060"/>
              <a:gd name="connsiteX0" fmla="*/ 0 w 4614532"/>
              <a:gd name="connsiteY0" fmla="*/ 10633 h 1222744"/>
              <a:gd name="connsiteX1" fmla="*/ 1286541 w 4614532"/>
              <a:gd name="connsiteY1" fmla="*/ 1222744 h 1222744"/>
              <a:gd name="connsiteX2" fmla="*/ 4614532 w 4614532"/>
              <a:gd name="connsiteY2" fmla="*/ 0 h 1222744"/>
              <a:gd name="connsiteX3" fmla="*/ 0 w 4614532"/>
              <a:gd name="connsiteY3" fmla="*/ 10633 h 1222744"/>
              <a:gd name="connsiteX0" fmla="*/ 0 w 4614532"/>
              <a:gd name="connsiteY0" fmla="*/ 10633 h 1201479"/>
              <a:gd name="connsiteX1" fmla="*/ 1238695 w 4614532"/>
              <a:gd name="connsiteY1" fmla="*/ 1201479 h 1201479"/>
              <a:gd name="connsiteX2" fmla="*/ 4614532 w 4614532"/>
              <a:gd name="connsiteY2" fmla="*/ 0 h 1201479"/>
              <a:gd name="connsiteX3" fmla="*/ 0 w 4614532"/>
              <a:gd name="connsiteY3" fmla="*/ 10633 h 1201479"/>
              <a:gd name="connsiteX0" fmla="*/ 0 w 4614532"/>
              <a:gd name="connsiteY0" fmla="*/ 10633 h 1222744"/>
              <a:gd name="connsiteX1" fmla="*/ 1249328 w 4614532"/>
              <a:gd name="connsiteY1" fmla="*/ 1222744 h 1222744"/>
              <a:gd name="connsiteX2" fmla="*/ 4614532 w 4614532"/>
              <a:gd name="connsiteY2" fmla="*/ 0 h 1222744"/>
              <a:gd name="connsiteX3" fmla="*/ 0 w 4614532"/>
              <a:gd name="connsiteY3" fmla="*/ 10633 h 1222744"/>
              <a:gd name="connsiteX0" fmla="*/ 0 w 4614532"/>
              <a:gd name="connsiteY0" fmla="*/ 0 h 1222744"/>
              <a:gd name="connsiteX1" fmla="*/ 1249328 w 4614532"/>
              <a:gd name="connsiteY1" fmla="*/ 1222744 h 1222744"/>
              <a:gd name="connsiteX2" fmla="*/ 4614532 w 4614532"/>
              <a:gd name="connsiteY2" fmla="*/ 0 h 1222744"/>
              <a:gd name="connsiteX3" fmla="*/ 0 w 4614532"/>
              <a:gd name="connsiteY3" fmla="*/ 0 h 1222744"/>
              <a:gd name="connsiteX0" fmla="*/ 0 w 4630481"/>
              <a:gd name="connsiteY0" fmla="*/ 0 h 1222744"/>
              <a:gd name="connsiteX1" fmla="*/ 1249328 w 4630481"/>
              <a:gd name="connsiteY1" fmla="*/ 1222744 h 1222744"/>
              <a:gd name="connsiteX2" fmla="*/ 4630481 w 4630481"/>
              <a:gd name="connsiteY2" fmla="*/ 0 h 1222744"/>
              <a:gd name="connsiteX3" fmla="*/ 0 w 4630481"/>
              <a:gd name="connsiteY3" fmla="*/ 0 h 1222744"/>
              <a:gd name="connsiteX0" fmla="*/ 0 w 4671425"/>
              <a:gd name="connsiteY0" fmla="*/ 0 h 1222744"/>
              <a:gd name="connsiteX1" fmla="*/ 1290272 w 4671425"/>
              <a:gd name="connsiteY1" fmla="*/ 1222744 h 1222744"/>
              <a:gd name="connsiteX2" fmla="*/ 4671425 w 4671425"/>
              <a:gd name="connsiteY2" fmla="*/ 0 h 1222744"/>
              <a:gd name="connsiteX3" fmla="*/ 0 w 4671425"/>
              <a:gd name="connsiteY3" fmla="*/ 0 h 1222744"/>
              <a:gd name="connsiteX0" fmla="*/ 0 w 4671425"/>
              <a:gd name="connsiteY0" fmla="*/ 0 h 1222744"/>
              <a:gd name="connsiteX1" fmla="*/ 1290272 w 4671425"/>
              <a:gd name="connsiteY1" fmla="*/ 1222744 h 1222744"/>
              <a:gd name="connsiteX2" fmla="*/ 4671425 w 4671425"/>
              <a:gd name="connsiteY2" fmla="*/ 614149 h 1222744"/>
              <a:gd name="connsiteX3" fmla="*/ 0 w 4671425"/>
              <a:gd name="connsiteY3" fmla="*/ 0 h 1222744"/>
              <a:gd name="connsiteX0" fmla="*/ 0 w 4657777"/>
              <a:gd name="connsiteY0" fmla="*/ 13648 h 1236392"/>
              <a:gd name="connsiteX1" fmla="*/ 1290272 w 4657777"/>
              <a:gd name="connsiteY1" fmla="*/ 1236392 h 1236392"/>
              <a:gd name="connsiteX2" fmla="*/ 4657777 w 4657777"/>
              <a:gd name="connsiteY2" fmla="*/ 0 h 1236392"/>
              <a:gd name="connsiteX3" fmla="*/ 0 w 4657777"/>
              <a:gd name="connsiteY3" fmla="*/ 13648 h 1236392"/>
              <a:gd name="connsiteX0" fmla="*/ 0 w 4644129"/>
              <a:gd name="connsiteY0" fmla="*/ 0 h 1222744"/>
              <a:gd name="connsiteX1" fmla="*/ 1290272 w 4644129"/>
              <a:gd name="connsiteY1" fmla="*/ 1222744 h 1222744"/>
              <a:gd name="connsiteX2" fmla="*/ 4644129 w 4644129"/>
              <a:gd name="connsiteY2" fmla="*/ 0 h 1222744"/>
              <a:gd name="connsiteX3" fmla="*/ 0 w 4644129"/>
              <a:gd name="connsiteY3" fmla="*/ 0 h 1222744"/>
            </a:gdLst>
            <a:ahLst/>
            <a:cxnLst>
              <a:cxn ang="0">
                <a:pos x="connsiteX0" y="connsiteY0"/>
              </a:cxn>
              <a:cxn ang="0">
                <a:pos x="connsiteX1" y="connsiteY1"/>
              </a:cxn>
              <a:cxn ang="0">
                <a:pos x="connsiteX2" y="connsiteY2"/>
              </a:cxn>
              <a:cxn ang="0">
                <a:pos x="connsiteX3" y="connsiteY3"/>
              </a:cxn>
            </a:cxnLst>
            <a:rect l="l" t="t" r="r" b="b"/>
            <a:pathLst>
              <a:path w="4644129" h="1222744">
                <a:moveTo>
                  <a:pt x="0" y="0"/>
                </a:moveTo>
                <a:lnTo>
                  <a:pt x="1290272" y="1222744"/>
                </a:lnTo>
                <a:lnTo>
                  <a:pt x="4644129" y="0"/>
                </a:lnTo>
                <a:lnTo>
                  <a:pt x="0" y="0"/>
                </a:lnTo>
                <a:close/>
              </a:path>
            </a:pathLst>
          </a:custGeom>
          <a:gradFill>
            <a:gsLst>
              <a:gs pos="100000">
                <a:schemeClr val="accent2"/>
              </a:gs>
              <a:gs pos="44000">
                <a:schemeClr val="accent1"/>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4052439" y="2989173"/>
            <a:ext cx="3708351" cy="2971471"/>
          </a:xfrm>
          <a:custGeom>
            <a:avLst/>
            <a:gdLst>
              <a:gd name="connsiteX0" fmla="*/ 2291255 w 3641834"/>
              <a:gd name="connsiteY0" fmla="*/ 0 h 2958662"/>
              <a:gd name="connsiteX1" fmla="*/ 3641834 w 3641834"/>
              <a:gd name="connsiteY1" fmla="*/ 1692165 h 2958662"/>
              <a:gd name="connsiteX2" fmla="*/ 0 w 3641834"/>
              <a:gd name="connsiteY2" fmla="*/ 2958662 h 2958662"/>
              <a:gd name="connsiteX3" fmla="*/ 2291255 w 3641834"/>
              <a:gd name="connsiteY3" fmla="*/ 0 h 2958662"/>
              <a:gd name="connsiteX0" fmla="*/ 2291255 w 3641834"/>
              <a:gd name="connsiteY0" fmla="*/ 0 h 2963917"/>
              <a:gd name="connsiteX1" fmla="*/ 3641834 w 3641834"/>
              <a:gd name="connsiteY1" fmla="*/ 1697420 h 2963917"/>
              <a:gd name="connsiteX2" fmla="*/ 0 w 3641834"/>
              <a:gd name="connsiteY2" fmla="*/ 2963917 h 2963917"/>
              <a:gd name="connsiteX3" fmla="*/ 2291255 w 3641834"/>
              <a:gd name="connsiteY3" fmla="*/ 0 h 2963917"/>
              <a:gd name="connsiteX0" fmla="*/ 2301765 w 3641834"/>
              <a:gd name="connsiteY0" fmla="*/ 0 h 2948152"/>
              <a:gd name="connsiteX1" fmla="*/ 3641834 w 3641834"/>
              <a:gd name="connsiteY1" fmla="*/ 1681655 h 2948152"/>
              <a:gd name="connsiteX2" fmla="*/ 0 w 3641834"/>
              <a:gd name="connsiteY2" fmla="*/ 2948152 h 2948152"/>
              <a:gd name="connsiteX3" fmla="*/ 2301765 w 3641834"/>
              <a:gd name="connsiteY3" fmla="*/ 0 h 2948152"/>
              <a:gd name="connsiteX0" fmla="*/ 2293452 w 3641834"/>
              <a:gd name="connsiteY0" fmla="*/ 0 h 2948152"/>
              <a:gd name="connsiteX1" fmla="*/ 3641834 w 3641834"/>
              <a:gd name="connsiteY1" fmla="*/ 1681655 h 2948152"/>
              <a:gd name="connsiteX2" fmla="*/ 0 w 3641834"/>
              <a:gd name="connsiteY2" fmla="*/ 2948152 h 2948152"/>
              <a:gd name="connsiteX3" fmla="*/ 2293452 w 3641834"/>
              <a:gd name="connsiteY3" fmla="*/ 0 h 2948152"/>
              <a:gd name="connsiteX0" fmla="*/ 2305379 w 3653761"/>
              <a:gd name="connsiteY0" fmla="*/ 0 h 2944176"/>
              <a:gd name="connsiteX1" fmla="*/ 3653761 w 3653761"/>
              <a:gd name="connsiteY1" fmla="*/ 1681655 h 2944176"/>
              <a:gd name="connsiteX2" fmla="*/ 0 w 3653761"/>
              <a:gd name="connsiteY2" fmla="*/ 2944176 h 2944176"/>
              <a:gd name="connsiteX3" fmla="*/ 2305379 w 3653761"/>
              <a:gd name="connsiteY3" fmla="*/ 0 h 2944176"/>
              <a:gd name="connsiteX0" fmla="*/ 2291731 w 3653761"/>
              <a:gd name="connsiteY0" fmla="*/ 0 h 2944176"/>
              <a:gd name="connsiteX1" fmla="*/ 3653761 w 3653761"/>
              <a:gd name="connsiteY1" fmla="*/ 1681655 h 2944176"/>
              <a:gd name="connsiteX2" fmla="*/ 0 w 3653761"/>
              <a:gd name="connsiteY2" fmla="*/ 2944176 h 2944176"/>
              <a:gd name="connsiteX3" fmla="*/ 2291731 w 3653761"/>
              <a:gd name="connsiteY3" fmla="*/ 0 h 2944176"/>
              <a:gd name="connsiteX0" fmla="*/ 2305378 w 3653761"/>
              <a:gd name="connsiteY0" fmla="*/ 0 h 2971471"/>
              <a:gd name="connsiteX1" fmla="*/ 3653761 w 3653761"/>
              <a:gd name="connsiteY1" fmla="*/ 1708950 h 2971471"/>
              <a:gd name="connsiteX2" fmla="*/ 0 w 3653761"/>
              <a:gd name="connsiteY2" fmla="*/ 2971471 h 2971471"/>
              <a:gd name="connsiteX3" fmla="*/ 2305378 w 3653761"/>
              <a:gd name="connsiteY3" fmla="*/ 0 h 2971471"/>
              <a:gd name="connsiteX0" fmla="*/ 2305378 w 3694704"/>
              <a:gd name="connsiteY0" fmla="*/ 0 h 2971471"/>
              <a:gd name="connsiteX1" fmla="*/ 3694704 w 3694704"/>
              <a:gd name="connsiteY1" fmla="*/ 1722598 h 2971471"/>
              <a:gd name="connsiteX2" fmla="*/ 0 w 3694704"/>
              <a:gd name="connsiteY2" fmla="*/ 2971471 h 2971471"/>
              <a:gd name="connsiteX3" fmla="*/ 2305378 w 3694704"/>
              <a:gd name="connsiteY3" fmla="*/ 0 h 2971471"/>
              <a:gd name="connsiteX0" fmla="*/ 2319025 w 3708351"/>
              <a:gd name="connsiteY0" fmla="*/ 0 h 2971471"/>
              <a:gd name="connsiteX1" fmla="*/ 3708351 w 3708351"/>
              <a:gd name="connsiteY1" fmla="*/ 1722598 h 2971471"/>
              <a:gd name="connsiteX2" fmla="*/ 0 w 3708351"/>
              <a:gd name="connsiteY2" fmla="*/ 2971471 h 2971471"/>
              <a:gd name="connsiteX3" fmla="*/ 2319025 w 3708351"/>
              <a:gd name="connsiteY3" fmla="*/ 0 h 2971471"/>
            </a:gdLst>
            <a:ahLst/>
            <a:cxnLst>
              <a:cxn ang="0">
                <a:pos x="connsiteX0" y="connsiteY0"/>
              </a:cxn>
              <a:cxn ang="0">
                <a:pos x="connsiteX1" y="connsiteY1"/>
              </a:cxn>
              <a:cxn ang="0">
                <a:pos x="connsiteX2" y="connsiteY2"/>
              </a:cxn>
              <a:cxn ang="0">
                <a:pos x="connsiteX3" y="connsiteY3"/>
              </a:cxn>
            </a:cxnLst>
            <a:rect l="l" t="t" r="r" b="b"/>
            <a:pathLst>
              <a:path w="3708351" h="2971471">
                <a:moveTo>
                  <a:pt x="2319025" y="0"/>
                </a:moveTo>
                <a:lnTo>
                  <a:pt x="3708351" y="1722598"/>
                </a:lnTo>
                <a:lnTo>
                  <a:pt x="0" y="2971471"/>
                </a:lnTo>
                <a:lnTo>
                  <a:pt x="2319025" y="0"/>
                </a:lnTo>
                <a:close/>
              </a:path>
            </a:pathLst>
          </a:custGeom>
          <a:gradFill>
            <a:gsLst>
              <a:gs pos="0">
                <a:schemeClr val="accent1"/>
              </a:gs>
              <a:gs pos="85000">
                <a:schemeClr val="accent2"/>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0" name="Freeform 9"/>
          <p:cNvSpPr/>
          <p:nvPr/>
        </p:nvSpPr>
        <p:spPr>
          <a:xfrm>
            <a:off x="-3085" y="-4317"/>
            <a:ext cx="3366670" cy="1808791"/>
          </a:xfrm>
          <a:custGeom>
            <a:avLst/>
            <a:gdLst>
              <a:gd name="connsiteX0" fmla="*/ 0 w 3172858"/>
              <a:gd name="connsiteY0" fmla="*/ 0 h 1773716"/>
              <a:gd name="connsiteX1" fmla="*/ 1079653 w 3172858"/>
              <a:gd name="connsiteY1" fmla="*/ 1773716 h 1773716"/>
              <a:gd name="connsiteX2" fmla="*/ 3172858 w 3172858"/>
              <a:gd name="connsiteY2" fmla="*/ 1751682 h 1773716"/>
              <a:gd name="connsiteX3" fmla="*/ 0 w 3172858"/>
              <a:gd name="connsiteY3" fmla="*/ 0 h 1773716"/>
              <a:gd name="connsiteX0" fmla="*/ 0 w 3114492"/>
              <a:gd name="connsiteY0" fmla="*/ 0 h 1773716"/>
              <a:gd name="connsiteX1" fmla="*/ 1079653 w 3114492"/>
              <a:gd name="connsiteY1" fmla="*/ 1773716 h 1773716"/>
              <a:gd name="connsiteX2" fmla="*/ 3114492 w 3114492"/>
              <a:gd name="connsiteY2" fmla="*/ 1177750 h 1773716"/>
              <a:gd name="connsiteX3" fmla="*/ 0 w 3114492"/>
              <a:gd name="connsiteY3" fmla="*/ 0 h 1773716"/>
              <a:gd name="connsiteX0" fmla="*/ 0 w 3153403"/>
              <a:gd name="connsiteY0" fmla="*/ 0 h 1773716"/>
              <a:gd name="connsiteX1" fmla="*/ 1079653 w 3153403"/>
              <a:gd name="connsiteY1" fmla="*/ 1773716 h 1773716"/>
              <a:gd name="connsiteX2" fmla="*/ 3153403 w 3153403"/>
              <a:gd name="connsiteY2" fmla="*/ 1771137 h 1773716"/>
              <a:gd name="connsiteX3" fmla="*/ 0 w 3153403"/>
              <a:gd name="connsiteY3" fmla="*/ 0 h 1773716"/>
              <a:gd name="connsiteX0" fmla="*/ 0 w 3346198"/>
              <a:gd name="connsiteY0" fmla="*/ 0 h 1771137"/>
              <a:gd name="connsiteX1" fmla="*/ 3346198 w 3346198"/>
              <a:gd name="connsiteY1" fmla="*/ 3282 h 1771137"/>
              <a:gd name="connsiteX2" fmla="*/ 3153403 w 3346198"/>
              <a:gd name="connsiteY2" fmla="*/ 1771137 h 1771137"/>
              <a:gd name="connsiteX3" fmla="*/ 0 w 3346198"/>
              <a:gd name="connsiteY3" fmla="*/ 0 h 1771137"/>
              <a:gd name="connsiteX0" fmla="*/ 0 w 3346198"/>
              <a:gd name="connsiteY0" fmla="*/ 0 h 1766374"/>
              <a:gd name="connsiteX1" fmla="*/ 3346198 w 3346198"/>
              <a:gd name="connsiteY1" fmla="*/ 3282 h 1766374"/>
              <a:gd name="connsiteX2" fmla="*/ 3110540 w 3346198"/>
              <a:gd name="connsiteY2" fmla="*/ 1766374 h 1766374"/>
              <a:gd name="connsiteX3" fmla="*/ 0 w 3346198"/>
              <a:gd name="connsiteY3" fmla="*/ 0 h 1766374"/>
              <a:gd name="connsiteX0" fmla="*/ 0 w 3346198"/>
              <a:gd name="connsiteY0" fmla="*/ 0 h 1780662"/>
              <a:gd name="connsiteX1" fmla="*/ 3346198 w 3346198"/>
              <a:gd name="connsiteY1" fmla="*/ 3282 h 1780662"/>
              <a:gd name="connsiteX2" fmla="*/ 3091490 w 3346198"/>
              <a:gd name="connsiteY2" fmla="*/ 1780662 h 1780662"/>
              <a:gd name="connsiteX3" fmla="*/ 0 w 3346198"/>
              <a:gd name="connsiteY3" fmla="*/ 0 h 1780662"/>
              <a:gd name="connsiteX0" fmla="*/ 0 w 3346198"/>
              <a:gd name="connsiteY0" fmla="*/ 0 h 1804474"/>
              <a:gd name="connsiteX1" fmla="*/ 3346198 w 3346198"/>
              <a:gd name="connsiteY1" fmla="*/ 3282 h 1804474"/>
              <a:gd name="connsiteX2" fmla="*/ 3115303 w 3346198"/>
              <a:gd name="connsiteY2" fmla="*/ 1804474 h 1804474"/>
              <a:gd name="connsiteX3" fmla="*/ 0 w 3346198"/>
              <a:gd name="connsiteY3" fmla="*/ 0 h 1804474"/>
              <a:gd name="connsiteX0" fmla="*/ 0 w 3346198"/>
              <a:gd name="connsiteY0" fmla="*/ 10366 h 1801192"/>
              <a:gd name="connsiteX1" fmla="*/ 3346198 w 3346198"/>
              <a:gd name="connsiteY1" fmla="*/ 0 h 1801192"/>
              <a:gd name="connsiteX2" fmla="*/ 3115303 w 3346198"/>
              <a:gd name="connsiteY2" fmla="*/ 1801192 h 1801192"/>
              <a:gd name="connsiteX3" fmla="*/ 0 w 3346198"/>
              <a:gd name="connsiteY3" fmla="*/ 10366 h 1801192"/>
              <a:gd name="connsiteX0" fmla="*/ 0 w 3366670"/>
              <a:gd name="connsiteY0" fmla="*/ 0 h 1818122"/>
              <a:gd name="connsiteX1" fmla="*/ 3366670 w 3366670"/>
              <a:gd name="connsiteY1" fmla="*/ 16930 h 1818122"/>
              <a:gd name="connsiteX2" fmla="*/ 3135775 w 3366670"/>
              <a:gd name="connsiteY2" fmla="*/ 1818122 h 1818122"/>
              <a:gd name="connsiteX3" fmla="*/ 0 w 3366670"/>
              <a:gd name="connsiteY3" fmla="*/ 0 h 1818122"/>
              <a:gd name="connsiteX0" fmla="*/ 0 w 3363258"/>
              <a:gd name="connsiteY0" fmla="*/ 0 h 1811298"/>
              <a:gd name="connsiteX1" fmla="*/ 3363258 w 3363258"/>
              <a:gd name="connsiteY1" fmla="*/ 10106 h 1811298"/>
              <a:gd name="connsiteX2" fmla="*/ 3132363 w 3363258"/>
              <a:gd name="connsiteY2" fmla="*/ 1811298 h 1811298"/>
              <a:gd name="connsiteX3" fmla="*/ 0 w 3363258"/>
              <a:gd name="connsiteY3" fmla="*/ 0 h 1811298"/>
              <a:gd name="connsiteX0" fmla="*/ 0 w 3363258"/>
              <a:gd name="connsiteY0" fmla="*/ 0 h 1807886"/>
              <a:gd name="connsiteX1" fmla="*/ 3363258 w 3363258"/>
              <a:gd name="connsiteY1" fmla="*/ 6694 h 1807886"/>
              <a:gd name="connsiteX2" fmla="*/ 3132363 w 3363258"/>
              <a:gd name="connsiteY2" fmla="*/ 1807886 h 1807886"/>
              <a:gd name="connsiteX3" fmla="*/ 0 w 3363258"/>
              <a:gd name="connsiteY3" fmla="*/ 0 h 1807886"/>
              <a:gd name="connsiteX0" fmla="*/ 0 w 3363258"/>
              <a:gd name="connsiteY0" fmla="*/ 3542 h 1801192"/>
              <a:gd name="connsiteX1" fmla="*/ 3363258 w 3363258"/>
              <a:gd name="connsiteY1" fmla="*/ 0 h 1801192"/>
              <a:gd name="connsiteX2" fmla="*/ 3132363 w 3363258"/>
              <a:gd name="connsiteY2" fmla="*/ 1801192 h 1801192"/>
              <a:gd name="connsiteX3" fmla="*/ 0 w 3363258"/>
              <a:gd name="connsiteY3" fmla="*/ 3542 h 1801192"/>
              <a:gd name="connsiteX0" fmla="*/ 0 w 3366670"/>
              <a:gd name="connsiteY0" fmla="*/ 0 h 1804474"/>
              <a:gd name="connsiteX1" fmla="*/ 3366670 w 3366670"/>
              <a:gd name="connsiteY1" fmla="*/ 3282 h 1804474"/>
              <a:gd name="connsiteX2" fmla="*/ 3135775 w 3366670"/>
              <a:gd name="connsiteY2" fmla="*/ 1804474 h 1804474"/>
              <a:gd name="connsiteX3" fmla="*/ 0 w 3366670"/>
              <a:gd name="connsiteY3" fmla="*/ 0 h 1804474"/>
            </a:gdLst>
            <a:ahLst/>
            <a:cxnLst>
              <a:cxn ang="0">
                <a:pos x="connsiteX0" y="connsiteY0"/>
              </a:cxn>
              <a:cxn ang="0">
                <a:pos x="connsiteX1" y="connsiteY1"/>
              </a:cxn>
              <a:cxn ang="0">
                <a:pos x="connsiteX2" y="connsiteY2"/>
              </a:cxn>
              <a:cxn ang="0">
                <a:pos x="connsiteX3" y="connsiteY3"/>
              </a:cxn>
            </a:cxnLst>
            <a:rect l="l" t="t" r="r" b="b"/>
            <a:pathLst>
              <a:path w="3366670" h="1804474">
                <a:moveTo>
                  <a:pt x="0" y="0"/>
                </a:moveTo>
                <a:lnTo>
                  <a:pt x="3366670" y="3282"/>
                </a:lnTo>
                <a:lnTo>
                  <a:pt x="3135775" y="1804474"/>
                </a:lnTo>
                <a:lnTo>
                  <a:pt x="0" y="0"/>
                </a:lnTo>
                <a:close/>
              </a:path>
            </a:pathLst>
          </a:custGeom>
          <a:gradFill>
            <a:gsLst>
              <a:gs pos="100000">
                <a:schemeClr val="accent2"/>
              </a:gs>
              <a:gs pos="44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1" name="Freeform 10"/>
          <p:cNvSpPr/>
          <p:nvPr/>
        </p:nvSpPr>
        <p:spPr>
          <a:xfrm>
            <a:off x="3111696" y="1778988"/>
            <a:ext cx="3269644" cy="3085357"/>
          </a:xfrm>
          <a:custGeom>
            <a:avLst/>
            <a:gdLst>
              <a:gd name="connsiteX0" fmla="*/ 0 w 3237186"/>
              <a:gd name="connsiteY0" fmla="*/ 0 h 3095296"/>
              <a:gd name="connsiteX1" fmla="*/ 441434 w 3237186"/>
              <a:gd name="connsiteY1" fmla="*/ 3095296 h 3095296"/>
              <a:gd name="connsiteX2" fmla="*/ 3237186 w 3237186"/>
              <a:gd name="connsiteY2" fmla="*/ 1255986 h 3095296"/>
              <a:gd name="connsiteX3" fmla="*/ 0 w 3237186"/>
              <a:gd name="connsiteY3" fmla="*/ 0 h 3095296"/>
              <a:gd name="connsiteX0" fmla="*/ 0 w 3237186"/>
              <a:gd name="connsiteY0" fmla="*/ 0 h 3109584"/>
              <a:gd name="connsiteX1" fmla="*/ 441434 w 3237186"/>
              <a:gd name="connsiteY1" fmla="*/ 3109584 h 3109584"/>
              <a:gd name="connsiteX2" fmla="*/ 3237186 w 3237186"/>
              <a:gd name="connsiteY2" fmla="*/ 1270274 h 3109584"/>
              <a:gd name="connsiteX3" fmla="*/ 0 w 3237186"/>
              <a:gd name="connsiteY3" fmla="*/ 0 h 3109584"/>
              <a:gd name="connsiteX0" fmla="*/ 0 w 3237186"/>
              <a:gd name="connsiteY0" fmla="*/ 0 h 3085764"/>
              <a:gd name="connsiteX1" fmla="*/ 441434 w 3237186"/>
              <a:gd name="connsiteY1" fmla="*/ 3085764 h 3085764"/>
              <a:gd name="connsiteX2" fmla="*/ 3237186 w 3237186"/>
              <a:gd name="connsiteY2" fmla="*/ 1246454 h 3085764"/>
              <a:gd name="connsiteX3" fmla="*/ 0 w 3237186"/>
              <a:gd name="connsiteY3" fmla="*/ 0 h 3085764"/>
              <a:gd name="connsiteX0" fmla="*/ 0 w 3255520"/>
              <a:gd name="connsiteY0" fmla="*/ 0 h 3085764"/>
              <a:gd name="connsiteX1" fmla="*/ 441434 w 3255520"/>
              <a:gd name="connsiteY1" fmla="*/ 3085764 h 3085764"/>
              <a:gd name="connsiteX2" fmla="*/ 3255520 w 3255520"/>
              <a:gd name="connsiteY2" fmla="*/ 1239108 h 3085764"/>
              <a:gd name="connsiteX3" fmla="*/ 0 w 3255520"/>
              <a:gd name="connsiteY3" fmla="*/ 0 h 3085764"/>
              <a:gd name="connsiteX0" fmla="*/ 0 w 3255520"/>
              <a:gd name="connsiteY0" fmla="*/ 0 h 3088940"/>
              <a:gd name="connsiteX1" fmla="*/ 460457 w 3255520"/>
              <a:gd name="connsiteY1" fmla="*/ 3088940 h 3088940"/>
              <a:gd name="connsiteX2" fmla="*/ 3255520 w 3255520"/>
              <a:gd name="connsiteY2" fmla="*/ 1239108 h 3088940"/>
              <a:gd name="connsiteX3" fmla="*/ 0 w 3255520"/>
              <a:gd name="connsiteY3" fmla="*/ 0 h 3088940"/>
              <a:gd name="connsiteX0" fmla="*/ 0 w 3262334"/>
              <a:gd name="connsiteY0" fmla="*/ 0 h 3088940"/>
              <a:gd name="connsiteX1" fmla="*/ 460457 w 3262334"/>
              <a:gd name="connsiteY1" fmla="*/ 3088940 h 3088940"/>
              <a:gd name="connsiteX2" fmla="*/ 3262334 w 3262334"/>
              <a:gd name="connsiteY2" fmla="*/ 1239108 h 3088940"/>
              <a:gd name="connsiteX3" fmla="*/ 0 w 3262334"/>
              <a:gd name="connsiteY3" fmla="*/ 0 h 3088940"/>
              <a:gd name="connsiteX0" fmla="*/ 0 w 3264905"/>
              <a:gd name="connsiteY0" fmla="*/ 0 h 3086363"/>
              <a:gd name="connsiteX1" fmla="*/ 463028 w 3264905"/>
              <a:gd name="connsiteY1" fmla="*/ 3086363 h 3086363"/>
              <a:gd name="connsiteX2" fmla="*/ 3264905 w 3264905"/>
              <a:gd name="connsiteY2" fmla="*/ 1236531 h 3086363"/>
              <a:gd name="connsiteX3" fmla="*/ 0 w 3264905"/>
              <a:gd name="connsiteY3" fmla="*/ 0 h 3086363"/>
            </a:gdLst>
            <a:ahLst/>
            <a:cxnLst>
              <a:cxn ang="0">
                <a:pos x="connsiteX0" y="connsiteY0"/>
              </a:cxn>
              <a:cxn ang="0">
                <a:pos x="connsiteX1" y="connsiteY1"/>
              </a:cxn>
              <a:cxn ang="0">
                <a:pos x="connsiteX2" y="connsiteY2"/>
              </a:cxn>
              <a:cxn ang="0">
                <a:pos x="connsiteX3" y="connsiteY3"/>
              </a:cxn>
            </a:cxnLst>
            <a:rect l="l" t="t" r="r" b="b"/>
            <a:pathLst>
              <a:path w="3264905" h="3086363">
                <a:moveTo>
                  <a:pt x="0" y="0"/>
                </a:moveTo>
                <a:lnTo>
                  <a:pt x="463028" y="3086363"/>
                </a:lnTo>
                <a:lnTo>
                  <a:pt x="3264905" y="1236531"/>
                </a:lnTo>
                <a:lnTo>
                  <a:pt x="0" y="0"/>
                </a:lnTo>
                <a:close/>
              </a:path>
            </a:pathLst>
          </a:custGeom>
          <a:gradFill>
            <a:gsLst>
              <a:gs pos="15000">
                <a:schemeClr val="accent2"/>
              </a:gs>
              <a:gs pos="100000">
                <a:schemeClr val="accent1"/>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2" name="Freeform 11"/>
          <p:cNvSpPr/>
          <p:nvPr/>
        </p:nvSpPr>
        <p:spPr>
          <a:xfrm>
            <a:off x="7713406" y="2411362"/>
            <a:ext cx="1983659" cy="4457360"/>
          </a:xfrm>
          <a:custGeom>
            <a:avLst/>
            <a:gdLst>
              <a:gd name="connsiteX0" fmla="*/ 1983659 w 1983659"/>
              <a:gd name="connsiteY0" fmla="*/ 0 h 4431891"/>
              <a:gd name="connsiteX1" fmla="*/ 1032388 w 1983659"/>
              <a:gd name="connsiteY1" fmla="*/ 4431891 h 4431891"/>
              <a:gd name="connsiteX2" fmla="*/ 0 w 1983659"/>
              <a:gd name="connsiteY2" fmla="*/ 2286000 h 4431891"/>
              <a:gd name="connsiteX3" fmla="*/ 1983659 w 1983659"/>
              <a:gd name="connsiteY3" fmla="*/ 0 h 4431891"/>
              <a:gd name="connsiteX0" fmla="*/ 1983659 w 1983659"/>
              <a:gd name="connsiteY0" fmla="*/ 0 h 4439842"/>
              <a:gd name="connsiteX1" fmla="*/ 1000583 w 1983659"/>
              <a:gd name="connsiteY1" fmla="*/ 4439842 h 4439842"/>
              <a:gd name="connsiteX2" fmla="*/ 0 w 1983659"/>
              <a:gd name="connsiteY2" fmla="*/ 2286000 h 4439842"/>
              <a:gd name="connsiteX3" fmla="*/ 1983659 w 1983659"/>
              <a:gd name="connsiteY3" fmla="*/ 0 h 4439842"/>
              <a:gd name="connsiteX0" fmla="*/ 1983659 w 1983659"/>
              <a:gd name="connsiteY0" fmla="*/ 0 h 4447794"/>
              <a:gd name="connsiteX1" fmla="*/ 1000583 w 1983659"/>
              <a:gd name="connsiteY1" fmla="*/ 4447794 h 4447794"/>
              <a:gd name="connsiteX2" fmla="*/ 0 w 1983659"/>
              <a:gd name="connsiteY2" fmla="*/ 2286000 h 4447794"/>
              <a:gd name="connsiteX3" fmla="*/ 1983659 w 1983659"/>
              <a:gd name="connsiteY3" fmla="*/ 0 h 4447794"/>
              <a:gd name="connsiteX0" fmla="*/ 1983659 w 1983659"/>
              <a:gd name="connsiteY0" fmla="*/ 0 h 4471648"/>
              <a:gd name="connsiteX1" fmla="*/ 1000583 w 1983659"/>
              <a:gd name="connsiteY1" fmla="*/ 4471648 h 4471648"/>
              <a:gd name="connsiteX2" fmla="*/ 0 w 1983659"/>
              <a:gd name="connsiteY2" fmla="*/ 2286000 h 4471648"/>
              <a:gd name="connsiteX3" fmla="*/ 1983659 w 1983659"/>
              <a:gd name="connsiteY3" fmla="*/ 0 h 4471648"/>
              <a:gd name="connsiteX0" fmla="*/ 1983659 w 1983659"/>
              <a:gd name="connsiteY0" fmla="*/ 0 h 4457360"/>
              <a:gd name="connsiteX1" fmla="*/ 995820 w 1983659"/>
              <a:gd name="connsiteY1" fmla="*/ 4457360 h 4457360"/>
              <a:gd name="connsiteX2" fmla="*/ 0 w 1983659"/>
              <a:gd name="connsiteY2" fmla="*/ 2286000 h 4457360"/>
              <a:gd name="connsiteX3" fmla="*/ 1983659 w 1983659"/>
              <a:gd name="connsiteY3" fmla="*/ 0 h 4457360"/>
              <a:gd name="connsiteX0" fmla="*/ 1983659 w 1983659"/>
              <a:gd name="connsiteY0" fmla="*/ 0 h 4457360"/>
              <a:gd name="connsiteX1" fmla="*/ 991058 w 1983659"/>
              <a:gd name="connsiteY1" fmla="*/ 4457360 h 4457360"/>
              <a:gd name="connsiteX2" fmla="*/ 0 w 1983659"/>
              <a:gd name="connsiteY2" fmla="*/ 2286000 h 4457360"/>
              <a:gd name="connsiteX3" fmla="*/ 1983659 w 1983659"/>
              <a:gd name="connsiteY3" fmla="*/ 0 h 4457360"/>
            </a:gdLst>
            <a:ahLst/>
            <a:cxnLst>
              <a:cxn ang="0">
                <a:pos x="connsiteX0" y="connsiteY0"/>
              </a:cxn>
              <a:cxn ang="0">
                <a:pos x="connsiteX1" y="connsiteY1"/>
              </a:cxn>
              <a:cxn ang="0">
                <a:pos x="connsiteX2" y="connsiteY2"/>
              </a:cxn>
              <a:cxn ang="0">
                <a:pos x="connsiteX3" y="connsiteY3"/>
              </a:cxn>
            </a:cxnLst>
            <a:rect l="l" t="t" r="r" b="b"/>
            <a:pathLst>
              <a:path w="1983659" h="4457360">
                <a:moveTo>
                  <a:pt x="1983659" y="0"/>
                </a:moveTo>
                <a:lnTo>
                  <a:pt x="991058" y="4457360"/>
                </a:lnTo>
                <a:lnTo>
                  <a:pt x="0" y="2286000"/>
                </a:lnTo>
                <a:lnTo>
                  <a:pt x="1983659" y="0"/>
                </a:lnTo>
                <a:close/>
              </a:path>
            </a:pathLst>
          </a:custGeom>
          <a:gradFill>
            <a:gsLst>
              <a:gs pos="0">
                <a:schemeClr val="accent1"/>
              </a:gs>
              <a:gs pos="73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3" name="Freeform 12"/>
          <p:cNvSpPr/>
          <p:nvPr/>
        </p:nvSpPr>
        <p:spPr>
          <a:xfrm>
            <a:off x="6341757" y="1209676"/>
            <a:ext cx="3359456" cy="1822946"/>
          </a:xfrm>
          <a:custGeom>
            <a:avLst/>
            <a:gdLst>
              <a:gd name="connsiteX0" fmla="*/ 1271587 w 3305175"/>
              <a:gd name="connsiteY0" fmla="*/ 0 h 1809750"/>
              <a:gd name="connsiteX1" fmla="*/ 3305175 w 3305175"/>
              <a:gd name="connsiteY1" fmla="*/ 1233487 h 1809750"/>
              <a:gd name="connsiteX2" fmla="*/ 0 w 3305175"/>
              <a:gd name="connsiteY2" fmla="*/ 1809750 h 1809750"/>
              <a:gd name="connsiteX3" fmla="*/ 1271587 w 3305175"/>
              <a:gd name="connsiteY3" fmla="*/ 0 h 1809750"/>
              <a:gd name="connsiteX0" fmla="*/ 1281112 w 3314700"/>
              <a:gd name="connsiteY0" fmla="*/ 0 h 1828800"/>
              <a:gd name="connsiteX1" fmla="*/ 3314700 w 3314700"/>
              <a:gd name="connsiteY1" fmla="*/ 1233487 h 1828800"/>
              <a:gd name="connsiteX2" fmla="*/ 0 w 3314700"/>
              <a:gd name="connsiteY2" fmla="*/ 1828800 h 1828800"/>
              <a:gd name="connsiteX3" fmla="*/ 1281112 w 3314700"/>
              <a:gd name="connsiteY3" fmla="*/ 0 h 1828800"/>
              <a:gd name="connsiteX0" fmla="*/ 1300162 w 3333750"/>
              <a:gd name="connsiteY0" fmla="*/ 0 h 1824037"/>
              <a:gd name="connsiteX1" fmla="*/ 3333750 w 3333750"/>
              <a:gd name="connsiteY1" fmla="*/ 1233487 h 1824037"/>
              <a:gd name="connsiteX2" fmla="*/ 0 w 3333750"/>
              <a:gd name="connsiteY2" fmla="*/ 1824037 h 1824037"/>
              <a:gd name="connsiteX3" fmla="*/ 1300162 w 3333750"/>
              <a:gd name="connsiteY3" fmla="*/ 0 h 1824037"/>
              <a:gd name="connsiteX0" fmla="*/ 1314449 w 3333750"/>
              <a:gd name="connsiteY0" fmla="*/ 0 h 1381124"/>
              <a:gd name="connsiteX1" fmla="*/ 3333750 w 3333750"/>
              <a:gd name="connsiteY1" fmla="*/ 790574 h 1381124"/>
              <a:gd name="connsiteX2" fmla="*/ 0 w 3333750"/>
              <a:gd name="connsiteY2" fmla="*/ 1381124 h 1381124"/>
              <a:gd name="connsiteX3" fmla="*/ 1314449 w 3333750"/>
              <a:gd name="connsiteY3" fmla="*/ 0 h 1381124"/>
              <a:gd name="connsiteX0" fmla="*/ 1300162 w 3333750"/>
              <a:gd name="connsiteY0" fmla="*/ 0 h 1819274"/>
              <a:gd name="connsiteX1" fmla="*/ 3333750 w 3333750"/>
              <a:gd name="connsiteY1" fmla="*/ 1228724 h 1819274"/>
              <a:gd name="connsiteX2" fmla="*/ 0 w 3333750"/>
              <a:gd name="connsiteY2" fmla="*/ 1819274 h 1819274"/>
              <a:gd name="connsiteX3" fmla="*/ 1300162 w 3333750"/>
              <a:gd name="connsiteY3" fmla="*/ 0 h 1819274"/>
              <a:gd name="connsiteX0" fmla="*/ 1300162 w 3333750"/>
              <a:gd name="connsiteY0" fmla="*/ 0 h 1819274"/>
              <a:gd name="connsiteX1" fmla="*/ 3333750 w 3333750"/>
              <a:gd name="connsiteY1" fmla="*/ 1228724 h 1819274"/>
              <a:gd name="connsiteX2" fmla="*/ 0 w 3333750"/>
              <a:gd name="connsiteY2" fmla="*/ 1819274 h 1819274"/>
              <a:gd name="connsiteX3" fmla="*/ 1300162 w 3333750"/>
              <a:gd name="connsiteY3" fmla="*/ 0 h 1819274"/>
              <a:gd name="connsiteX0" fmla="*/ 1325868 w 3359456"/>
              <a:gd name="connsiteY0" fmla="*/ 0 h 1822946"/>
              <a:gd name="connsiteX1" fmla="*/ 3359456 w 3359456"/>
              <a:gd name="connsiteY1" fmla="*/ 1228724 h 1822946"/>
              <a:gd name="connsiteX2" fmla="*/ 0 w 3359456"/>
              <a:gd name="connsiteY2" fmla="*/ 1822946 h 1822946"/>
              <a:gd name="connsiteX3" fmla="*/ 1325868 w 3359456"/>
              <a:gd name="connsiteY3" fmla="*/ 0 h 1822946"/>
              <a:gd name="connsiteX0" fmla="*/ 1325868 w 3359456"/>
              <a:gd name="connsiteY0" fmla="*/ 0 h 1822946"/>
              <a:gd name="connsiteX1" fmla="*/ 3359456 w 3359456"/>
              <a:gd name="connsiteY1" fmla="*/ 1228724 h 1822946"/>
              <a:gd name="connsiteX2" fmla="*/ 0 w 3359456"/>
              <a:gd name="connsiteY2" fmla="*/ 1822946 h 1822946"/>
              <a:gd name="connsiteX3" fmla="*/ 1325868 w 3359456"/>
              <a:gd name="connsiteY3" fmla="*/ 0 h 1822946"/>
            </a:gdLst>
            <a:ahLst/>
            <a:cxnLst>
              <a:cxn ang="0">
                <a:pos x="connsiteX0" y="connsiteY0"/>
              </a:cxn>
              <a:cxn ang="0">
                <a:pos x="connsiteX1" y="connsiteY1"/>
              </a:cxn>
              <a:cxn ang="0">
                <a:pos x="connsiteX2" y="connsiteY2"/>
              </a:cxn>
              <a:cxn ang="0">
                <a:pos x="connsiteX3" y="connsiteY3"/>
              </a:cxn>
            </a:cxnLst>
            <a:rect l="l" t="t" r="r" b="b"/>
            <a:pathLst>
              <a:path w="3359456" h="1822946">
                <a:moveTo>
                  <a:pt x="1325868" y="0"/>
                </a:moveTo>
                <a:lnTo>
                  <a:pt x="3359456" y="1228724"/>
                </a:lnTo>
                <a:lnTo>
                  <a:pt x="0" y="1822946"/>
                </a:lnTo>
                <a:lnTo>
                  <a:pt x="1325868" y="0"/>
                </a:lnTo>
                <a:close/>
              </a:path>
            </a:pathLst>
          </a:custGeom>
          <a:gradFill>
            <a:gsLst>
              <a:gs pos="0">
                <a:schemeClr val="accent1"/>
              </a:gs>
              <a:gs pos="96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4" name="Freeform 13"/>
          <p:cNvSpPr/>
          <p:nvPr/>
        </p:nvSpPr>
        <p:spPr>
          <a:xfrm>
            <a:off x="-227" y="-2"/>
            <a:ext cx="1040749" cy="6862615"/>
          </a:xfrm>
          <a:custGeom>
            <a:avLst/>
            <a:gdLst>
              <a:gd name="connsiteX0" fmla="*/ 0 w 1076445"/>
              <a:gd name="connsiteY0" fmla="*/ 0 h 6817489"/>
              <a:gd name="connsiteX1" fmla="*/ 1076445 w 1076445"/>
              <a:gd name="connsiteY1" fmla="*/ 1805651 h 6817489"/>
              <a:gd name="connsiteX2" fmla="*/ 11574 w 1076445"/>
              <a:gd name="connsiteY2" fmla="*/ 6817489 h 6817489"/>
              <a:gd name="connsiteX3" fmla="*/ 0 w 1076445"/>
              <a:gd name="connsiteY3" fmla="*/ 0 h 6817489"/>
              <a:gd name="connsiteX0" fmla="*/ 0 w 873245"/>
              <a:gd name="connsiteY0" fmla="*/ 0 h 6817489"/>
              <a:gd name="connsiteX1" fmla="*/ 873245 w 873245"/>
              <a:gd name="connsiteY1" fmla="*/ 1764376 h 6817489"/>
              <a:gd name="connsiteX2" fmla="*/ 11574 w 873245"/>
              <a:gd name="connsiteY2" fmla="*/ 6817489 h 6817489"/>
              <a:gd name="connsiteX3" fmla="*/ 0 w 873245"/>
              <a:gd name="connsiteY3" fmla="*/ 0 h 6817489"/>
              <a:gd name="connsiteX0" fmla="*/ 0 w 1047870"/>
              <a:gd name="connsiteY0" fmla="*/ 0 h 6817489"/>
              <a:gd name="connsiteX1" fmla="*/ 1047870 w 1047870"/>
              <a:gd name="connsiteY1" fmla="*/ 1770726 h 6817489"/>
              <a:gd name="connsiteX2" fmla="*/ 11574 w 1047870"/>
              <a:gd name="connsiteY2" fmla="*/ 6817489 h 6817489"/>
              <a:gd name="connsiteX3" fmla="*/ 0 w 1047870"/>
              <a:gd name="connsiteY3" fmla="*/ 0 h 6817489"/>
              <a:gd name="connsiteX0" fmla="*/ 0 w 698013"/>
              <a:gd name="connsiteY0" fmla="*/ 0 h 6817489"/>
              <a:gd name="connsiteX1" fmla="*/ 698013 w 698013"/>
              <a:gd name="connsiteY1" fmla="*/ 2181752 h 6817489"/>
              <a:gd name="connsiteX2" fmla="*/ 11574 w 698013"/>
              <a:gd name="connsiteY2" fmla="*/ 6817489 h 6817489"/>
              <a:gd name="connsiteX3" fmla="*/ 0 w 698013"/>
              <a:gd name="connsiteY3" fmla="*/ 0 h 6817489"/>
              <a:gd name="connsiteX0" fmla="*/ 0 w 1039919"/>
              <a:gd name="connsiteY0" fmla="*/ 0 h 6817489"/>
              <a:gd name="connsiteX1" fmla="*/ 1039919 w 1039919"/>
              <a:gd name="connsiteY1" fmla="*/ 1762823 h 6817489"/>
              <a:gd name="connsiteX2" fmla="*/ 11574 w 1039919"/>
              <a:gd name="connsiteY2" fmla="*/ 6817489 h 6817489"/>
              <a:gd name="connsiteX3" fmla="*/ 0 w 1039919"/>
              <a:gd name="connsiteY3" fmla="*/ 0 h 6817489"/>
              <a:gd name="connsiteX0" fmla="*/ 0 w 823788"/>
              <a:gd name="connsiteY0" fmla="*/ 0 h 6817489"/>
              <a:gd name="connsiteX1" fmla="*/ 823788 w 823788"/>
              <a:gd name="connsiteY1" fmla="*/ 1820668 h 6817489"/>
              <a:gd name="connsiteX2" fmla="*/ 11574 w 823788"/>
              <a:gd name="connsiteY2" fmla="*/ 6817489 h 6817489"/>
              <a:gd name="connsiteX3" fmla="*/ 0 w 823788"/>
              <a:gd name="connsiteY3" fmla="*/ 0 h 6817489"/>
              <a:gd name="connsiteX0" fmla="*/ 0 w 1035762"/>
              <a:gd name="connsiteY0" fmla="*/ 0 h 6817489"/>
              <a:gd name="connsiteX1" fmla="*/ 1035762 w 1035762"/>
              <a:gd name="connsiteY1" fmla="*/ 1766955 h 6817489"/>
              <a:gd name="connsiteX2" fmla="*/ 11574 w 1035762"/>
              <a:gd name="connsiteY2" fmla="*/ 6817489 h 6817489"/>
              <a:gd name="connsiteX3" fmla="*/ 0 w 1035762"/>
              <a:gd name="connsiteY3" fmla="*/ 0 h 6817489"/>
              <a:gd name="connsiteX0" fmla="*/ 0 w 1040524"/>
              <a:gd name="connsiteY0" fmla="*/ 0 h 6817489"/>
              <a:gd name="connsiteX1" fmla="*/ 1040524 w 1040524"/>
              <a:gd name="connsiteY1" fmla="*/ 1762221 h 6817489"/>
              <a:gd name="connsiteX2" fmla="*/ 11574 w 1040524"/>
              <a:gd name="connsiteY2" fmla="*/ 6817489 h 6817489"/>
              <a:gd name="connsiteX3" fmla="*/ 0 w 1040524"/>
              <a:gd name="connsiteY3" fmla="*/ 0 h 6817489"/>
              <a:gd name="connsiteX0" fmla="*/ 225 w 1040749"/>
              <a:gd name="connsiteY0" fmla="*/ 0 h 6858541"/>
              <a:gd name="connsiteX1" fmla="*/ 1040749 w 1040749"/>
              <a:gd name="connsiteY1" fmla="*/ 1762221 h 6858541"/>
              <a:gd name="connsiteX2" fmla="*/ 0 w 1040749"/>
              <a:gd name="connsiteY2" fmla="*/ 6858541 h 6858541"/>
              <a:gd name="connsiteX3" fmla="*/ 225 w 1040749"/>
              <a:gd name="connsiteY3" fmla="*/ 0 h 6858541"/>
              <a:gd name="connsiteX0" fmla="*/ 225 w 1040749"/>
              <a:gd name="connsiteY0" fmla="*/ 0 h 6835083"/>
              <a:gd name="connsiteX1" fmla="*/ 1040749 w 1040749"/>
              <a:gd name="connsiteY1" fmla="*/ 1762221 h 6835083"/>
              <a:gd name="connsiteX2" fmla="*/ 0 w 1040749"/>
              <a:gd name="connsiteY2" fmla="*/ 6835083 h 6835083"/>
              <a:gd name="connsiteX3" fmla="*/ 225 w 1040749"/>
              <a:gd name="connsiteY3" fmla="*/ 0 h 6835083"/>
            </a:gdLst>
            <a:ahLst/>
            <a:cxnLst>
              <a:cxn ang="0">
                <a:pos x="connsiteX0" y="connsiteY0"/>
              </a:cxn>
              <a:cxn ang="0">
                <a:pos x="connsiteX1" y="connsiteY1"/>
              </a:cxn>
              <a:cxn ang="0">
                <a:pos x="connsiteX2" y="connsiteY2"/>
              </a:cxn>
              <a:cxn ang="0">
                <a:pos x="connsiteX3" y="connsiteY3"/>
              </a:cxn>
            </a:cxnLst>
            <a:rect l="l" t="t" r="r" b="b"/>
            <a:pathLst>
              <a:path w="1040749" h="6835083">
                <a:moveTo>
                  <a:pt x="225" y="0"/>
                </a:moveTo>
                <a:lnTo>
                  <a:pt x="1040749" y="1762221"/>
                </a:lnTo>
                <a:lnTo>
                  <a:pt x="0" y="6835083"/>
                </a:lnTo>
                <a:lnTo>
                  <a:pt x="225" y="0"/>
                </a:lnTo>
                <a:close/>
              </a:path>
            </a:pathLst>
          </a:custGeom>
          <a:gradFill>
            <a:gsLst>
              <a:gs pos="19000">
                <a:schemeClr val="accent2"/>
              </a:gs>
              <a:gs pos="94000">
                <a:schemeClr val="accent1"/>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5" name="Freeform 14"/>
          <p:cNvSpPr/>
          <p:nvPr/>
        </p:nvSpPr>
        <p:spPr>
          <a:xfrm>
            <a:off x="3119436" y="-1"/>
            <a:ext cx="3260163" cy="3022037"/>
          </a:xfrm>
          <a:custGeom>
            <a:avLst/>
            <a:gdLst>
              <a:gd name="connsiteX0" fmla="*/ 185737 w 3228975"/>
              <a:gd name="connsiteY0" fmla="*/ 0 h 3024188"/>
              <a:gd name="connsiteX1" fmla="*/ 0 w 3228975"/>
              <a:gd name="connsiteY1" fmla="*/ 1771650 h 3024188"/>
              <a:gd name="connsiteX2" fmla="*/ 3228975 w 3228975"/>
              <a:gd name="connsiteY2" fmla="*/ 3024188 h 3024188"/>
              <a:gd name="connsiteX3" fmla="*/ 185737 w 3228975"/>
              <a:gd name="connsiteY3" fmla="*/ 0 h 3024188"/>
              <a:gd name="connsiteX0" fmla="*/ 185737 w 3228975"/>
              <a:gd name="connsiteY0" fmla="*/ 0 h 3024188"/>
              <a:gd name="connsiteX1" fmla="*/ 0 w 3228975"/>
              <a:gd name="connsiteY1" fmla="*/ 1771650 h 3024188"/>
              <a:gd name="connsiteX2" fmla="*/ 3228975 w 3228975"/>
              <a:gd name="connsiteY2" fmla="*/ 3024188 h 3024188"/>
              <a:gd name="connsiteX3" fmla="*/ 1976437 w 3228975"/>
              <a:gd name="connsiteY3" fmla="*/ 1776413 h 3024188"/>
              <a:gd name="connsiteX4" fmla="*/ 185737 w 3228975"/>
              <a:gd name="connsiteY4" fmla="*/ 0 h 3024188"/>
              <a:gd name="connsiteX0" fmla="*/ 185737 w 3228975"/>
              <a:gd name="connsiteY0" fmla="*/ 0 h 3024188"/>
              <a:gd name="connsiteX1" fmla="*/ 0 w 3228975"/>
              <a:gd name="connsiteY1" fmla="*/ 1771650 h 3024188"/>
              <a:gd name="connsiteX2" fmla="*/ 3228975 w 3228975"/>
              <a:gd name="connsiteY2" fmla="*/ 3024188 h 3024188"/>
              <a:gd name="connsiteX3" fmla="*/ 2733674 w 3228975"/>
              <a:gd name="connsiteY3" fmla="*/ 1281113 h 3024188"/>
              <a:gd name="connsiteX4" fmla="*/ 185737 w 3228975"/>
              <a:gd name="connsiteY4" fmla="*/ 0 h 3024188"/>
              <a:gd name="connsiteX0" fmla="*/ 185737 w 3181350"/>
              <a:gd name="connsiteY0" fmla="*/ 0 h 2481263"/>
              <a:gd name="connsiteX1" fmla="*/ 0 w 3181350"/>
              <a:gd name="connsiteY1" fmla="*/ 1771650 h 2481263"/>
              <a:gd name="connsiteX2" fmla="*/ 3181350 w 3181350"/>
              <a:gd name="connsiteY2" fmla="*/ 2481263 h 2481263"/>
              <a:gd name="connsiteX3" fmla="*/ 2733674 w 3181350"/>
              <a:gd name="connsiteY3" fmla="*/ 1281113 h 2481263"/>
              <a:gd name="connsiteX4" fmla="*/ 185737 w 3181350"/>
              <a:gd name="connsiteY4" fmla="*/ 0 h 2481263"/>
              <a:gd name="connsiteX0" fmla="*/ 185737 w 3214688"/>
              <a:gd name="connsiteY0" fmla="*/ 0 h 3014663"/>
              <a:gd name="connsiteX1" fmla="*/ 0 w 3214688"/>
              <a:gd name="connsiteY1" fmla="*/ 1771650 h 3014663"/>
              <a:gd name="connsiteX2" fmla="*/ 3214688 w 3214688"/>
              <a:gd name="connsiteY2" fmla="*/ 3014663 h 3014663"/>
              <a:gd name="connsiteX3" fmla="*/ 2733674 w 3214688"/>
              <a:gd name="connsiteY3" fmla="*/ 1281113 h 3014663"/>
              <a:gd name="connsiteX4" fmla="*/ 185737 w 3214688"/>
              <a:gd name="connsiteY4" fmla="*/ 0 h 3014663"/>
              <a:gd name="connsiteX0" fmla="*/ 185737 w 3214688"/>
              <a:gd name="connsiteY0" fmla="*/ 0 h 3014663"/>
              <a:gd name="connsiteX1" fmla="*/ 0 w 3214688"/>
              <a:gd name="connsiteY1" fmla="*/ 1771650 h 3014663"/>
              <a:gd name="connsiteX2" fmla="*/ 3214688 w 3214688"/>
              <a:gd name="connsiteY2" fmla="*/ 3014663 h 3014663"/>
              <a:gd name="connsiteX3" fmla="*/ 2733674 w 3214688"/>
              <a:gd name="connsiteY3" fmla="*/ 1285876 h 3014663"/>
              <a:gd name="connsiteX4" fmla="*/ 185737 w 3214688"/>
              <a:gd name="connsiteY4" fmla="*/ 0 h 3014663"/>
              <a:gd name="connsiteX0" fmla="*/ 185737 w 3214688"/>
              <a:gd name="connsiteY0" fmla="*/ 0 h 3014663"/>
              <a:gd name="connsiteX1" fmla="*/ 0 w 3214688"/>
              <a:gd name="connsiteY1" fmla="*/ 1771650 h 3014663"/>
              <a:gd name="connsiteX2" fmla="*/ 3214688 w 3214688"/>
              <a:gd name="connsiteY2" fmla="*/ 3014663 h 3014663"/>
              <a:gd name="connsiteX3" fmla="*/ 185737 w 3214688"/>
              <a:gd name="connsiteY3" fmla="*/ 0 h 3014663"/>
              <a:gd name="connsiteX0" fmla="*/ 190500 w 3219451"/>
              <a:gd name="connsiteY0" fmla="*/ 0 h 3014663"/>
              <a:gd name="connsiteX1" fmla="*/ 0 w 3219451"/>
              <a:gd name="connsiteY1" fmla="*/ 1781175 h 3014663"/>
              <a:gd name="connsiteX2" fmla="*/ 3219451 w 3219451"/>
              <a:gd name="connsiteY2" fmla="*/ 3014663 h 3014663"/>
              <a:gd name="connsiteX3" fmla="*/ 190500 w 3219451"/>
              <a:gd name="connsiteY3" fmla="*/ 0 h 3014663"/>
              <a:gd name="connsiteX0" fmla="*/ 190500 w 3219451"/>
              <a:gd name="connsiteY0" fmla="*/ 0 h 3014663"/>
              <a:gd name="connsiteX1" fmla="*/ 0 w 3219451"/>
              <a:gd name="connsiteY1" fmla="*/ 1766887 h 3014663"/>
              <a:gd name="connsiteX2" fmla="*/ 3219451 w 3219451"/>
              <a:gd name="connsiteY2" fmla="*/ 3014663 h 3014663"/>
              <a:gd name="connsiteX3" fmla="*/ 190500 w 3219451"/>
              <a:gd name="connsiteY3" fmla="*/ 0 h 3014663"/>
              <a:gd name="connsiteX0" fmla="*/ 223838 w 3252789"/>
              <a:gd name="connsiteY0" fmla="*/ 0 h 3014663"/>
              <a:gd name="connsiteX1" fmla="*/ 0 w 3252789"/>
              <a:gd name="connsiteY1" fmla="*/ 1771650 h 3014663"/>
              <a:gd name="connsiteX2" fmla="*/ 3252789 w 3252789"/>
              <a:gd name="connsiteY2" fmla="*/ 3014663 h 3014663"/>
              <a:gd name="connsiteX3" fmla="*/ 223838 w 3252789"/>
              <a:gd name="connsiteY3" fmla="*/ 0 h 3014663"/>
              <a:gd name="connsiteX0" fmla="*/ 223838 w 3252789"/>
              <a:gd name="connsiteY0" fmla="*/ 0 h 3014663"/>
              <a:gd name="connsiteX1" fmla="*/ 0 w 3252789"/>
              <a:gd name="connsiteY1" fmla="*/ 1790700 h 3014663"/>
              <a:gd name="connsiteX2" fmla="*/ 3252789 w 3252789"/>
              <a:gd name="connsiteY2" fmla="*/ 3014663 h 3014663"/>
              <a:gd name="connsiteX3" fmla="*/ 223838 w 3252789"/>
              <a:gd name="connsiteY3" fmla="*/ 0 h 3014663"/>
              <a:gd name="connsiteX0" fmla="*/ 223838 w 3252789"/>
              <a:gd name="connsiteY0" fmla="*/ 0 h 3022037"/>
              <a:gd name="connsiteX1" fmla="*/ 0 w 3252789"/>
              <a:gd name="connsiteY1" fmla="*/ 1790700 h 3022037"/>
              <a:gd name="connsiteX2" fmla="*/ 3252789 w 3252789"/>
              <a:gd name="connsiteY2" fmla="*/ 3022037 h 3022037"/>
              <a:gd name="connsiteX3" fmla="*/ 223838 w 3252789"/>
              <a:gd name="connsiteY3" fmla="*/ 0 h 3022037"/>
              <a:gd name="connsiteX0" fmla="*/ 223838 w 3260163"/>
              <a:gd name="connsiteY0" fmla="*/ 0 h 3014663"/>
              <a:gd name="connsiteX1" fmla="*/ 0 w 3260163"/>
              <a:gd name="connsiteY1" fmla="*/ 1790700 h 3014663"/>
              <a:gd name="connsiteX2" fmla="*/ 3260163 w 3260163"/>
              <a:gd name="connsiteY2" fmla="*/ 3014663 h 3014663"/>
              <a:gd name="connsiteX3" fmla="*/ 223838 w 3260163"/>
              <a:gd name="connsiteY3" fmla="*/ 0 h 3014663"/>
              <a:gd name="connsiteX0" fmla="*/ 223838 w 3260163"/>
              <a:gd name="connsiteY0" fmla="*/ 0 h 3022037"/>
              <a:gd name="connsiteX1" fmla="*/ 0 w 3260163"/>
              <a:gd name="connsiteY1" fmla="*/ 1790700 h 3022037"/>
              <a:gd name="connsiteX2" fmla="*/ 3260163 w 3260163"/>
              <a:gd name="connsiteY2" fmla="*/ 3022037 h 3022037"/>
              <a:gd name="connsiteX3" fmla="*/ 223838 w 3260163"/>
              <a:gd name="connsiteY3" fmla="*/ 0 h 3022037"/>
            </a:gdLst>
            <a:ahLst/>
            <a:cxnLst>
              <a:cxn ang="0">
                <a:pos x="connsiteX0" y="connsiteY0"/>
              </a:cxn>
              <a:cxn ang="0">
                <a:pos x="connsiteX1" y="connsiteY1"/>
              </a:cxn>
              <a:cxn ang="0">
                <a:pos x="connsiteX2" y="connsiteY2"/>
              </a:cxn>
              <a:cxn ang="0">
                <a:pos x="connsiteX3" y="connsiteY3"/>
              </a:cxn>
            </a:cxnLst>
            <a:rect l="l" t="t" r="r" b="b"/>
            <a:pathLst>
              <a:path w="3260163" h="3022037">
                <a:moveTo>
                  <a:pt x="223838" y="0"/>
                </a:moveTo>
                <a:lnTo>
                  <a:pt x="0" y="1790700"/>
                </a:lnTo>
                <a:lnTo>
                  <a:pt x="3260163" y="3022037"/>
                </a:lnTo>
                <a:lnTo>
                  <a:pt x="223838" y="0"/>
                </a:lnTo>
                <a:close/>
              </a:path>
            </a:pathLst>
          </a:custGeom>
          <a:gradFill>
            <a:gsLst>
              <a:gs pos="58000">
                <a:schemeClr val="accent2"/>
              </a:gs>
              <a:gs pos="0">
                <a:schemeClr val="accent1"/>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6" name="Freeform 15"/>
          <p:cNvSpPr/>
          <p:nvPr/>
        </p:nvSpPr>
        <p:spPr>
          <a:xfrm>
            <a:off x="3343275" y="0"/>
            <a:ext cx="4337998" cy="3019426"/>
          </a:xfrm>
          <a:custGeom>
            <a:avLst/>
            <a:gdLst>
              <a:gd name="connsiteX0" fmla="*/ 0 w 4324350"/>
              <a:gd name="connsiteY0" fmla="*/ 0 h 3019426"/>
              <a:gd name="connsiteX1" fmla="*/ 4324350 w 4324350"/>
              <a:gd name="connsiteY1" fmla="*/ 1214438 h 3019426"/>
              <a:gd name="connsiteX2" fmla="*/ 3028950 w 4324350"/>
              <a:gd name="connsiteY2" fmla="*/ 3019426 h 3019426"/>
              <a:gd name="connsiteX3" fmla="*/ 0 w 4324350"/>
              <a:gd name="connsiteY3" fmla="*/ 0 h 3019426"/>
              <a:gd name="connsiteX0" fmla="*/ 0 w 4324350"/>
              <a:gd name="connsiteY0" fmla="*/ 0 h 3019426"/>
              <a:gd name="connsiteX1" fmla="*/ 4324350 w 4324350"/>
              <a:gd name="connsiteY1" fmla="*/ 1214438 h 3019426"/>
              <a:gd name="connsiteX2" fmla="*/ 3028950 w 4324350"/>
              <a:gd name="connsiteY2" fmla="*/ 3019426 h 3019426"/>
              <a:gd name="connsiteX3" fmla="*/ 0 w 4324350"/>
              <a:gd name="connsiteY3" fmla="*/ 0 h 3019426"/>
              <a:gd name="connsiteX0" fmla="*/ 0 w 4337998"/>
              <a:gd name="connsiteY0" fmla="*/ 0 h 3019426"/>
              <a:gd name="connsiteX1" fmla="*/ 4337998 w 4337998"/>
              <a:gd name="connsiteY1" fmla="*/ 1214438 h 3019426"/>
              <a:gd name="connsiteX2" fmla="*/ 3028950 w 4337998"/>
              <a:gd name="connsiteY2" fmla="*/ 3019426 h 3019426"/>
              <a:gd name="connsiteX3" fmla="*/ 0 w 4337998"/>
              <a:gd name="connsiteY3" fmla="*/ 0 h 3019426"/>
              <a:gd name="connsiteX0" fmla="*/ 0 w 4337998"/>
              <a:gd name="connsiteY0" fmla="*/ 0 h 3019426"/>
              <a:gd name="connsiteX1" fmla="*/ 4337998 w 4337998"/>
              <a:gd name="connsiteY1" fmla="*/ 1214438 h 3019426"/>
              <a:gd name="connsiteX2" fmla="*/ 3015303 w 4337998"/>
              <a:gd name="connsiteY2" fmla="*/ 3019426 h 3019426"/>
              <a:gd name="connsiteX3" fmla="*/ 0 w 4337998"/>
              <a:gd name="connsiteY3" fmla="*/ 0 h 3019426"/>
            </a:gdLst>
            <a:ahLst/>
            <a:cxnLst>
              <a:cxn ang="0">
                <a:pos x="connsiteX0" y="connsiteY0"/>
              </a:cxn>
              <a:cxn ang="0">
                <a:pos x="connsiteX1" y="connsiteY1"/>
              </a:cxn>
              <a:cxn ang="0">
                <a:pos x="connsiteX2" y="connsiteY2"/>
              </a:cxn>
              <a:cxn ang="0">
                <a:pos x="connsiteX3" y="connsiteY3"/>
              </a:cxn>
            </a:cxnLst>
            <a:rect l="l" t="t" r="r" b="b"/>
            <a:pathLst>
              <a:path w="4337998" h="3019426">
                <a:moveTo>
                  <a:pt x="0" y="0"/>
                </a:moveTo>
                <a:lnTo>
                  <a:pt x="4337998" y="1214438"/>
                </a:lnTo>
                <a:lnTo>
                  <a:pt x="3015303" y="3019426"/>
                </a:lnTo>
                <a:lnTo>
                  <a:pt x="0" y="0"/>
                </a:lnTo>
                <a:close/>
              </a:path>
            </a:pathLst>
          </a:custGeom>
          <a:gradFill>
            <a:gsLst>
              <a:gs pos="10000">
                <a:schemeClr val="accent2"/>
              </a:gs>
              <a:gs pos="100000">
                <a:schemeClr val="accent1"/>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r>
              <a:rPr lang="en-US" sz="2000"/>
              <a:t>s</a:t>
            </a:r>
            <a:endParaRPr lang="en-US" sz="2000" dirty="0"/>
          </a:p>
        </p:txBody>
      </p:sp>
      <p:sp>
        <p:nvSpPr>
          <p:cNvPr id="17" name="Freeform 16"/>
          <p:cNvSpPr/>
          <p:nvPr/>
        </p:nvSpPr>
        <p:spPr>
          <a:xfrm>
            <a:off x="7667625" y="1"/>
            <a:ext cx="4524375" cy="1214438"/>
          </a:xfrm>
          <a:custGeom>
            <a:avLst/>
            <a:gdLst>
              <a:gd name="connsiteX0" fmla="*/ 3367088 w 4524375"/>
              <a:gd name="connsiteY0" fmla="*/ 0 h 1223963"/>
              <a:gd name="connsiteX1" fmla="*/ 0 w 4524375"/>
              <a:gd name="connsiteY1" fmla="*/ 1223963 h 1223963"/>
              <a:gd name="connsiteX2" fmla="*/ 4524375 w 4524375"/>
              <a:gd name="connsiteY2" fmla="*/ 1071563 h 1223963"/>
              <a:gd name="connsiteX3" fmla="*/ 3367088 w 4524375"/>
              <a:gd name="connsiteY3" fmla="*/ 0 h 1223963"/>
              <a:gd name="connsiteX0" fmla="*/ 3352800 w 4524375"/>
              <a:gd name="connsiteY0" fmla="*/ 0 h 1233489"/>
              <a:gd name="connsiteX1" fmla="*/ 0 w 4524375"/>
              <a:gd name="connsiteY1" fmla="*/ 1233489 h 1233489"/>
              <a:gd name="connsiteX2" fmla="*/ 4524375 w 4524375"/>
              <a:gd name="connsiteY2" fmla="*/ 1081089 h 1233489"/>
              <a:gd name="connsiteX3" fmla="*/ 3352800 w 4524375"/>
              <a:gd name="connsiteY3" fmla="*/ 0 h 1233489"/>
              <a:gd name="connsiteX0" fmla="*/ 3352800 w 4524375"/>
              <a:gd name="connsiteY0" fmla="*/ 0 h 1228726"/>
              <a:gd name="connsiteX1" fmla="*/ 0 w 4524375"/>
              <a:gd name="connsiteY1" fmla="*/ 1228726 h 1228726"/>
              <a:gd name="connsiteX2" fmla="*/ 4524375 w 4524375"/>
              <a:gd name="connsiteY2" fmla="*/ 1076326 h 1228726"/>
              <a:gd name="connsiteX3" fmla="*/ 3352800 w 4524375"/>
              <a:gd name="connsiteY3" fmla="*/ 0 h 1228726"/>
              <a:gd name="connsiteX0" fmla="*/ 3357563 w 4524375"/>
              <a:gd name="connsiteY0" fmla="*/ 0 h 1223963"/>
              <a:gd name="connsiteX1" fmla="*/ 0 w 4524375"/>
              <a:gd name="connsiteY1" fmla="*/ 1223963 h 1223963"/>
              <a:gd name="connsiteX2" fmla="*/ 4524375 w 4524375"/>
              <a:gd name="connsiteY2" fmla="*/ 1071563 h 1223963"/>
              <a:gd name="connsiteX3" fmla="*/ 3357563 w 4524375"/>
              <a:gd name="connsiteY3" fmla="*/ 0 h 1223963"/>
              <a:gd name="connsiteX0" fmla="*/ 3371851 w 4538663"/>
              <a:gd name="connsiteY0" fmla="*/ 0 h 1219200"/>
              <a:gd name="connsiteX1" fmla="*/ 0 w 4538663"/>
              <a:gd name="connsiteY1" fmla="*/ 1219200 h 1219200"/>
              <a:gd name="connsiteX2" fmla="*/ 4538663 w 4538663"/>
              <a:gd name="connsiteY2" fmla="*/ 1071563 h 1219200"/>
              <a:gd name="connsiteX3" fmla="*/ 3371851 w 4538663"/>
              <a:gd name="connsiteY3" fmla="*/ 0 h 1219200"/>
              <a:gd name="connsiteX0" fmla="*/ 3243264 w 4410076"/>
              <a:gd name="connsiteY0" fmla="*/ 0 h 1071563"/>
              <a:gd name="connsiteX1" fmla="*/ 0 w 4410076"/>
              <a:gd name="connsiteY1" fmla="*/ 1033463 h 1071563"/>
              <a:gd name="connsiteX2" fmla="*/ 4410076 w 4410076"/>
              <a:gd name="connsiteY2" fmla="*/ 1071563 h 1071563"/>
              <a:gd name="connsiteX3" fmla="*/ 3243264 w 4410076"/>
              <a:gd name="connsiteY3" fmla="*/ 0 h 1071563"/>
              <a:gd name="connsiteX0" fmla="*/ 3352801 w 4519613"/>
              <a:gd name="connsiteY0" fmla="*/ 0 h 1214438"/>
              <a:gd name="connsiteX1" fmla="*/ 0 w 4519613"/>
              <a:gd name="connsiteY1" fmla="*/ 1214438 h 1214438"/>
              <a:gd name="connsiteX2" fmla="*/ 4519613 w 4519613"/>
              <a:gd name="connsiteY2" fmla="*/ 1071563 h 1214438"/>
              <a:gd name="connsiteX3" fmla="*/ 3352801 w 4519613"/>
              <a:gd name="connsiteY3" fmla="*/ 0 h 1214438"/>
              <a:gd name="connsiteX0" fmla="*/ 3352801 w 4533261"/>
              <a:gd name="connsiteY0" fmla="*/ 0 h 1214438"/>
              <a:gd name="connsiteX1" fmla="*/ 0 w 4533261"/>
              <a:gd name="connsiteY1" fmla="*/ 1214438 h 1214438"/>
              <a:gd name="connsiteX2" fmla="*/ 4533261 w 4533261"/>
              <a:gd name="connsiteY2" fmla="*/ 1071563 h 1214438"/>
              <a:gd name="connsiteX3" fmla="*/ 3352801 w 4533261"/>
              <a:gd name="connsiteY3" fmla="*/ 0 h 1214438"/>
              <a:gd name="connsiteX0" fmla="*/ 3352801 w 4533261"/>
              <a:gd name="connsiteY0" fmla="*/ 0 h 1214438"/>
              <a:gd name="connsiteX1" fmla="*/ 0 w 4533261"/>
              <a:gd name="connsiteY1" fmla="*/ 1214438 h 1214438"/>
              <a:gd name="connsiteX2" fmla="*/ 4533261 w 4533261"/>
              <a:gd name="connsiteY2" fmla="*/ 1098859 h 1214438"/>
              <a:gd name="connsiteX3" fmla="*/ 3352801 w 4533261"/>
              <a:gd name="connsiteY3" fmla="*/ 0 h 1214438"/>
            </a:gdLst>
            <a:ahLst/>
            <a:cxnLst>
              <a:cxn ang="0">
                <a:pos x="connsiteX0" y="connsiteY0"/>
              </a:cxn>
              <a:cxn ang="0">
                <a:pos x="connsiteX1" y="connsiteY1"/>
              </a:cxn>
              <a:cxn ang="0">
                <a:pos x="connsiteX2" y="connsiteY2"/>
              </a:cxn>
              <a:cxn ang="0">
                <a:pos x="connsiteX3" y="connsiteY3"/>
              </a:cxn>
            </a:cxnLst>
            <a:rect l="l" t="t" r="r" b="b"/>
            <a:pathLst>
              <a:path w="4533261" h="1214438">
                <a:moveTo>
                  <a:pt x="3352801" y="0"/>
                </a:moveTo>
                <a:lnTo>
                  <a:pt x="0" y="1214438"/>
                </a:lnTo>
                <a:lnTo>
                  <a:pt x="4533261" y="1098859"/>
                </a:lnTo>
                <a:lnTo>
                  <a:pt x="3352801" y="0"/>
                </a:lnTo>
                <a:close/>
              </a:path>
            </a:pathLst>
          </a:custGeom>
          <a:gradFill>
            <a:gsLst>
              <a:gs pos="15000">
                <a:schemeClr val="accent2"/>
              </a:gs>
              <a:gs pos="100000">
                <a:schemeClr val="accent1"/>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8" name="Freeform 17"/>
          <p:cNvSpPr/>
          <p:nvPr/>
        </p:nvSpPr>
        <p:spPr>
          <a:xfrm>
            <a:off x="11015664" y="1"/>
            <a:ext cx="1176841" cy="1098080"/>
          </a:xfrm>
          <a:custGeom>
            <a:avLst/>
            <a:gdLst>
              <a:gd name="connsiteX0" fmla="*/ 0 w 1171575"/>
              <a:gd name="connsiteY0" fmla="*/ 0 h 1076325"/>
              <a:gd name="connsiteX1" fmla="*/ 1171575 w 1171575"/>
              <a:gd name="connsiteY1" fmla="*/ 1076325 h 1076325"/>
              <a:gd name="connsiteX2" fmla="*/ 1171575 w 1171575"/>
              <a:gd name="connsiteY2" fmla="*/ 0 h 1076325"/>
              <a:gd name="connsiteX3" fmla="*/ 0 w 1171575"/>
              <a:gd name="connsiteY3" fmla="*/ 0 h 1076325"/>
              <a:gd name="connsiteX0" fmla="*/ 0 w 1171575"/>
              <a:gd name="connsiteY0" fmla="*/ 0 h 1076325"/>
              <a:gd name="connsiteX1" fmla="*/ 1171575 w 1171575"/>
              <a:gd name="connsiteY1" fmla="*/ 1076325 h 1076325"/>
              <a:gd name="connsiteX2" fmla="*/ 1171575 w 1171575"/>
              <a:gd name="connsiteY2" fmla="*/ 0 h 1076325"/>
              <a:gd name="connsiteX3" fmla="*/ 0 w 1171575"/>
              <a:gd name="connsiteY3" fmla="*/ 0 h 1076325"/>
              <a:gd name="connsiteX0" fmla="*/ 0 w 1176299"/>
              <a:gd name="connsiteY0" fmla="*/ 0 h 1085850"/>
              <a:gd name="connsiteX1" fmla="*/ 1176299 w 1176299"/>
              <a:gd name="connsiteY1" fmla="*/ 1085850 h 1085850"/>
              <a:gd name="connsiteX2" fmla="*/ 1171575 w 1176299"/>
              <a:gd name="connsiteY2" fmla="*/ 0 h 1085850"/>
              <a:gd name="connsiteX3" fmla="*/ 0 w 1176299"/>
              <a:gd name="connsiteY3" fmla="*/ 0 h 1085850"/>
              <a:gd name="connsiteX0" fmla="*/ 0 w 1181344"/>
              <a:gd name="connsiteY0" fmla="*/ 0 h 1085850"/>
              <a:gd name="connsiteX1" fmla="*/ 1176299 w 1181344"/>
              <a:gd name="connsiteY1" fmla="*/ 1085850 h 1085850"/>
              <a:gd name="connsiteX2" fmla="*/ 1181138 w 1181344"/>
              <a:gd name="connsiteY2" fmla="*/ 0 h 1085850"/>
              <a:gd name="connsiteX3" fmla="*/ 0 w 1181344"/>
              <a:gd name="connsiteY3" fmla="*/ 0 h 1085850"/>
              <a:gd name="connsiteX0" fmla="*/ 0 w 1181586"/>
              <a:gd name="connsiteY0" fmla="*/ 0 h 1081088"/>
              <a:gd name="connsiteX1" fmla="*/ 1181080 w 1181586"/>
              <a:gd name="connsiteY1" fmla="*/ 1081088 h 1081088"/>
              <a:gd name="connsiteX2" fmla="*/ 1181138 w 1181586"/>
              <a:gd name="connsiteY2" fmla="*/ 0 h 1081088"/>
              <a:gd name="connsiteX3" fmla="*/ 0 w 1181586"/>
              <a:gd name="connsiteY3" fmla="*/ 0 h 1081088"/>
              <a:gd name="connsiteX0" fmla="*/ 0 w 1181586"/>
              <a:gd name="connsiteY0" fmla="*/ 0 h 1070785"/>
              <a:gd name="connsiteX1" fmla="*/ 1181080 w 1181586"/>
              <a:gd name="connsiteY1" fmla="*/ 1070785 h 1070785"/>
              <a:gd name="connsiteX2" fmla="*/ 1181138 w 1181586"/>
              <a:gd name="connsiteY2" fmla="*/ 0 h 1070785"/>
              <a:gd name="connsiteX3" fmla="*/ 0 w 1181586"/>
              <a:gd name="connsiteY3" fmla="*/ 0 h 1070785"/>
              <a:gd name="connsiteX0" fmla="*/ 0 w 1181152"/>
              <a:gd name="connsiteY0" fmla="*/ 0 h 593113"/>
              <a:gd name="connsiteX1" fmla="*/ 1057755 w 1181152"/>
              <a:gd name="connsiteY1" fmla="*/ 593113 h 593113"/>
              <a:gd name="connsiteX2" fmla="*/ 1181138 w 1181152"/>
              <a:gd name="connsiteY2" fmla="*/ 0 h 593113"/>
              <a:gd name="connsiteX3" fmla="*/ 0 w 1181152"/>
              <a:gd name="connsiteY3" fmla="*/ 0 h 593113"/>
              <a:gd name="connsiteX0" fmla="*/ 0 w 1181586"/>
              <a:gd name="connsiteY0" fmla="*/ 0 h 1098080"/>
              <a:gd name="connsiteX1" fmla="*/ 1181081 w 1181586"/>
              <a:gd name="connsiteY1" fmla="*/ 1098080 h 1098080"/>
              <a:gd name="connsiteX2" fmla="*/ 1181138 w 1181586"/>
              <a:gd name="connsiteY2" fmla="*/ 0 h 1098080"/>
              <a:gd name="connsiteX3" fmla="*/ 0 w 1181586"/>
              <a:gd name="connsiteY3" fmla="*/ 0 h 1098080"/>
            </a:gdLst>
            <a:ahLst/>
            <a:cxnLst>
              <a:cxn ang="0">
                <a:pos x="connsiteX0" y="connsiteY0"/>
              </a:cxn>
              <a:cxn ang="0">
                <a:pos x="connsiteX1" y="connsiteY1"/>
              </a:cxn>
              <a:cxn ang="0">
                <a:pos x="connsiteX2" y="connsiteY2"/>
              </a:cxn>
              <a:cxn ang="0">
                <a:pos x="connsiteX3" y="connsiteY3"/>
              </a:cxn>
            </a:cxnLst>
            <a:rect l="l" t="t" r="r" b="b"/>
            <a:pathLst>
              <a:path w="1181586" h="1098080">
                <a:moveTo>
                  <a:pt x="0" y="0"/>
                </a:moveTo>
                <a:lnTo>
                  <a:pt x="1181081" y="1098080"/>
                </a:lnTo>
                <a:cubicBezTo>
                  <a:pt x="1179506" y="736130"/>
                  <a:pt x="1182713" y="361950"/>
                  <a:pt x="1181138" y="0"/>
                </a:cubicBezTo>
                <a:lnTo>
                  <a:pt x="0" y="0"/>
                </a:lnTo>
                <a:close/>
              </a:path>
            </a:pathLst>
          </a:custGeom>
          <a:gradFill>
            <a:gsLst>
              <a:gs pos="23000">
                <a:schemeClr val="accent1"/>
              </a:gs>
              <a:gs pos="100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9" name="Freeform 18"/>
          <p:cNvSpPr/>
          <p:nvPr/>
        </p:nvSpPr>
        <p:spPr>
          <a:xfrm>
            <a:off x="10959906" y="1057275"/>
            <a:ext cx="1232552" cy="3276600"/>
          </a:xfrm>
          <a:custGeom>
            <a:avLst/>
            <a:gdLst>
              <a:gd name="connsiteX0" fmla="*/ 1171575 w 1176337"/>
              <a:gd name="connsiteY0" fmla="*/ 0 h 3267075"/>
              <a:gd name="connsiteX1" fmla="*/ 0 w 1176337"/>
              <a:gd name="connsiteY1" fmla="*/ 2762250 h 3267075"/>
              <a:gd name="connsiteX2" fmla="*/ 1176337 w 1176337"/>
              <a:gd name="connsiteY2" fmla="*/ 3267075 h 3267075"/>
              <a:gd name="connsiteX3" fmla="*/ 1171575 w 1176337"/>
              <a:gd name="connsiteY3" fmla="*/ 0 h 3267075"/>
              <a:gd name="connsiteX0" fmla="*/ 1176337 w 1176795"/>
              <a:gd name="connsiteY0" fmla="*/ 0 h 3276600"/>
              <a:gd name="connsiteX1" fmla="*/ 0 w 1176795"/>
              <a:gd name="connsiteY1" fmla="*/ 2771775 h 3276600"/>
              <a:gd name="connsiteX2" fmla="*/ 1176337 w 1176795"/>
              <a:gd name="connsiteY2" fmla="*/ 3276600 h 3276600"/>
              <a:gd name="connsiteX3" fmla="*/ 1176337 w 1176795"/>
              <a:gd name="connsiteY3" fmla="*/ 0 h 3276600"/>
              <a:gd name="connsiteX0" fmla="*/ 1209791 w 1210249"/>
              <a:gd name="connsiteY0" fmla="*/ 0 h 3276600"/>
              <a:gd name="connsiteX1" fmla="*/ 0 w 1210249"/>
              <a:gd name="connsiteY1" fmla="*/ 2771775 h 3276600"/>
              <a:gd name="connsiteX2" fmla="*/ 1209791 w 1210249"/>
              <a:gd name="connsiteY2" fmla="*/ 3276600 h 3276600"/>
              <a:gd name="connsiteX3" fmla="*/ 1209791 w 1210249"/>
              <a:gd name="connsiteY3" fmla="*/ 0 h 3276600"/>
              <a:gd name="connsiteX0" fmla="*/ 1232094 w 1232552"/>
              <a:gd name="connsiteY0" fmla="*/ 0 h 3276600"/>
              <a:gd name="connsiteX1" fmla="*/ 0 w 1232552"/>
              <a:gd name="connsiteY1" fmla="*/ 2749472 h 3276600"/>
              <a:gd name="connsiteX2" fmla="*/ 1232094 w 1232552"/>
              <a:gd name="connsiteY2" fmla="*/ 3276600 h 3276600"/>
              <a:gd name="connsiteX3" fmla="*/ 1232094 w 1232552"/>
              <a:gd name="connsiteY3" fmla="*/ 0 h 3276600"/>
            </a:gdLst>
            <a:ahLst/>
            <a:cxnLst>
              <a:cxn ang="0">
                <a:pos x="connsiteX0" y="connsiteY0"/>
              </a:cxn>
              <a:cxn ang="0">
                <a:pos x="connsiteX1" y="connsiteY1"/>
              </a:cxn>
              <a:cxn ang="0">
                <a:pos x="connsiteX2" y="connsiteY2"/>
              </a:cxn>
              <a:cxn ang="0">
                <a:pos x="connsiteX3" y="connsiteY3"/>
              </a:cxn>
            </a:cxnLst>
            <a:rect l="l" t="t" r="r" b="b"/>
            <a:pathLst>
              <a:path w="1232552" h="3276600">
                <a:moveTo>
                  <a:pt x="1232094" y="0"/>
                </a:moveTo>
                <a:lnTo>
                  <a:pt x="0" y="2749472"/>
                </a:lnTo>
                <a:lnTo>
                  <a:pt x="1232094" y="3276600"/>
                </a:lnTo>
                <a:cubicBezTo>
                  <a:pt x="1230507" y="2187575"/>
                  <a:pt x="1233681" y="1089025"/>
                  <a:pt x="1232094" y="0"/>
                </a:cubicBezTo>
                <a:close/>
              </a:path>
            </a:pathLst>
          </a:custGeom>
          <a:gradFill>
            <a:gsLst>
              <a:gs pos="21000">
                <a:schemeClr val="accent1"/>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0" name="Freeform 19"/>
          <p:cNvSpPr/>
          <p:nvPr/>
        </p:nvSpPr>
        <p:spPr>
          <a:xfrm>
            <a:off x="6366969" y="2428875"/>
            <a:ext cx="3339005" cy="2271713"/>
          </a:xfrm>
          <a:custGeom>
            <a:avLst/>
            <a:gdLst>
              <a:gd name="connsiteX0" fmla="*/ 0 w 3324225"/>
              <a:gd name="connsiteY0" fmla="*/ 590550 h 2271713"/>
              <a:gd name="connsiteX1" fmla="*/ 1343025 w 3324225"/>
              <a:gd name="connsiteY1" fmla="*/ 2271713 h 2271713"/>
              <a:gd name="connsiteX2" fmla="*/ 3324225 w 3324225"/>
              <a:gd name="connsiteY2" fmla="*/ 0 h 2271713"/>
              <a:gd name="connsiteX3" fmla="*/ 0 w 3324225"/>
              <a:gd name="connsiteY3" fmla="*/ 590550 h 2271713"/>
              <a:gd name="connsiteX0" fmla="*/ 0 w 3333750"/>
              <a:gd name="connsiteY0" fmla="*/ 585787 h 2271713"/>
              <a:gd name="connsiteX1" fmla="*/ 1352550 w 3333750"/>
              <a:gd name="connsiteY1" fmla="*/ 2271713 h 2271713"/>
              <a:gd name="connsiteX2" fmla="*/ 3333750 w 3333750"/>
              <a:gd name="connsiteY2" fmla="*/ 0 h 2271713"/>
              <a:gd name="connsiteX3" fmla="*/ 0 w 3333750"/>
              <a:gd name="connsiteY3" fmla="*/ 585787 h 2271713"/>
              <a:gd name="connsiteX0" fmla="*/ 0 w 3333750"/>
              <a:gd name="connsiteY0" fmla="*/ 591043 h 2271713"/>
              <a:gd name="connsiteX1" fmla="*/ 1352550 w 3333750"/>
              <a:gd name="connsiteY1" fmla="*/ 2271713 h 2271713"/>
              <a:gd name="connsiteX2" fmla="*/ 3333750 w 3333750"/>
              <a:gd name="connsiteY2" fmla="*/ 0 h 2271713"/>
              <a:gd name="connsiteX3" fmla="*/ 0 w 3333750"/>
              <a:gd name="connsiteY3" fmla="*/ 591043 h 2271713"/>
              <a:gd name="connsiteX0" fmla="*/ 0 w 3339005"/>
              <a:gd name="connsiteY0" fmla="*/ 591043 h 2271713"/>
              <a:gd name="connsiteX1" fmla="*/ 1357805 w 3339005"/>
              <a:gd name="connsiteY1" fmla="*/ 2271713 h 2271713"/>
              <a:gd name="connsiteX2" fmla="*/ 3339005 w 3339005"/>
              <a:gd name="connsiteY2" fmla="*/ 0 h 2271713"/>
              <a:gd name="connsiteX3" fmla="*/ 0 w 3339005"/>
              <a:gd name="connsiteY3" fmla="*/ 591043 h 2271713"/>
            </a:gdLst>
            <a:ahLst/>
            <a:cxnLst>
              <a:cxn ang="0">
                <a:pos x="connsiteX0" y="connsiteY0"/>
              </a:cxn>
              <a:cxn ang="0">
                <a:pos x="connsiteX1" y="connsiteY1"/>
              </a:cxn>
              <a:cxn ang="0">
                <a:pos x="connsiteX2" y="connsiteY2"/>
              </a:cxn>
              <a:cxn ang="0">
                <a:pos x="connsiteX3" y="connsiteY3"/>
              </a:cxn>
            </a:cxnLst>
            <a:rect l="l" t="t" r="r" b="b"/>
            <a:pathLst>
              <a:path w="3339005" h="2271713">
                <a:moveTo>
                  <a:pt x="0" y="591043"/>
                </a:moveTo>
                <a:lnTo>
                  <a:pt x="1357805" y="2271713"/>
                </a:lnTo>
                <a:lnTo>
                  <a:pt x="3339005" y="0"/>
                </a:lnTo>
                <a:lnTo>
                  <a:pt x="0" y="591043"/>
                </a:lnTo>
                <a:close/>
              </a:path>
            </a:pathLst>
          </a:custGeom>
          <a:gradFill>
            <a:gsLst>
              <a:gs pos="0">
                <a:schemeClr val="accent1"/>
              </a:gs>
              <a:gs pos="87000">
                <a:schemeClr val="accent2"/>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1" name="Freeform 20"/>
          <p:cNvSpPr/>
          <p:nvPr/>
        </p:nvSpPr>
        <p:spPr>
          <a:xfrm>
            <a:off x="1025774" y="1761707"/>
            <a:ext cx="2098477" cy="1910094"/>
          </a:xfrm>
          <a:custGeom>
            <a:avLst/>
            <a:gdLst>
              <a:gd name="connsiteX0" fmla="*/ 2086304 w 2086304"/>
              <a:gd name="connsiteY0" fmla="*/ 0 h 1886607"/>
              <a:gd name="connsiteX1" fmla="*/ 0 w 2086304"/>
              <a:gd name="connsiteY1" fmla="*/ 15765 h 1886607"/>
              <a:gd name="connsiteX2" fmla="*/ 362607 w 2086304"/>
              <a:gd name="connsiteY2" fmla="*/ 1886607 h 1886607"/>
              <a:gd name="connsiteX3" fmla="*/ 2086304 w 2086304"/>
              <a:gd name="connsiteY3" fmla="*/ 0 h 1886607"/>
              <a:gd name="connsiteX0" fmla="*/ 2101053 w 2101053"/>
              <a:gd name="connsiteY0" fmla="*/ 0 h 1886607"/>
              <a:gd name="connsiteX1" fmla="*/ 0 w 2101053"/>
              <a:gd name="connsiteY1" fmla="*/ 1207 h 1886607"/>
              <a:gd name="connsiteX2" fmla="*/ 377356 w 2101053"/>
              <a:gd name="connsiteY2" fmla="*/ 1886607 h 1886607"/>
              <a:gd name="connsiteX3" fmla="*/ 2101053 w 2101053"/>
              <a:gd name="connsiteY3" fmla="*/ 0 h 1886607"/>
              <a:gd name="connsiteX0" fmla="*/ 2098477 w 2098477"/>
              <a:gd name="connsiteY0" fmla="*/ 8963 h 1885400"/>
              <a:gd name="connsiteX1" fmla="*/ 0 w 2098477"/>
              <a:gd name="connsiteY1" fmla="*/ 0 h 1885400"/>
              <a:gd name="connsiteX2" fmla="*/ 377356 w 2098477"/>
              <a:gd name="connsiteY2" fmla="*/ 1885400 h 1885400"/>
              <a:gd name="connsiteX3" fmla="*/ 2098477 w 2098477"/>
              <a:gd name="connsiteY3" fmla="*/ 8963 h 1885400"/>
            </a:gdLst>
            <a:ahLst/>
            <a:cxnLst>
              <a:cxn ang="0">
                <a:pos x="connsiteX0" y="connsiteY0"/>
              </a:cxn>
              <a:cxn ang="0">
                <a:pos x="connsiteX1" y="connsiteY1"/>
              </a:cxn>
              <a:cxn ang="0">
                <a:pos x="connsiteX2" y="connsiteY2"/>
              </a:cxn>
              <a:cxn ang="0">
                <a:pos x="connsiteX3" y="connsiteY3"/>
              </a:cxn>
            </a:cxnLst>
            <a:rect l="l" t="t" r="r" b="b"/>
            <a:pathLst>
              <a:path w="2098477" h="1885400">
                <a:moveTo>
                  <a:pt x="2098477" y="8963"/>
                </a:moveTo>
                <a:lnTo>
                  <a:pt x="0" y="0"/>
                </a:lnTo>
                <a:lnTo>
                  <a:pt x="377356" y="1885400"/>
                </a:lnTo>
                <a:lnTo>
                  <a:pt x="2098477" y="8963"/>
                </a:lnTo>
                <a:close/>
              </a:path>
            </a:pathLst>
          </a:custGeom>
          <a:gradFill>
            <a:gsLst>
              <a:gs pos="8000">
                <a:schemeClr val="accent2"/>
              </a:gs>
              <a:gs pos="90000">
                <a:schemeClr val="accent1"/>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2" name="Freeform 21"/>
          <p:cNvSpPr/>
          <p:nvPr/>
        </p:nvSpPr>
        <p:spPr>
          <a:xfrm>
            <a:off x="3532" y="4857972"/>
            <a:ext cx="4090198" cy="2007612"/>
          </a:xfrm>
          <a:custGeom>
            <a:avLst/>
            <a:gdLst>
              <a:gd name="connsiteX0" fmla="*/ 3576398 w 4077729"/>
              <a:gd name="connsiteY0" fmla="*/ 0 h 1994733"/>
              <a:gd name="connsiteX1" fmla="*/ 4077729 w 4077729"/>
              <a:gd name="connsiteY1" fmla="*/ 1101516 h 1994733"/>
              <a:gd name="connsiteX2" fmla="*/ 0 w 4077729"/>
              <a:gd name="connsiteY2" fmla="*/ 1994733 h 1994733"/>
              <a:gd name="connsiteX3" fmla="*/ 3576398 w 4077729"/>
              <a:gd name="connsiteY3" fmla="*/ 0 h 1994733"/>
              <a:gd name="connsiteX0" fmla="*/ 3576398 w 4086042"/>
              <a:gd name="connsiteY0" fmla="*/ 0 h 1994733"/>
              <a:gd name="connsiteX1" fmla="*/ 4086042 w 4086042"/>
              <a:gd name="connsiteY1" fmla="*/ 1093204 h 1994733"/>
              <a:gd name="connsiteX2" fmla="*/ 0 w 4086042"/>
              <a:gd name="connsiteY2" fmla="*/ 1994733 h 1994733"/>
              <a:gd name="connsiteX3" fmla="*/ 3576398 w 4086042"/>
              <a:gd name="connsiteY3" fmla="*/ 0 h 1994733"/>
              <a:gd name="connsiteX0" fmla="*/ 3576398 w 4090198"/>
              <a:gd name="connsiteY0" fmla="*/ 0 h 1994733"/>
              <a:gd name="connsiteX1" fmla="*/ 4090198 w 4090198"/>
              <a:gd name="connsiteY1" fmla="*/ 1084892 h 1994733"/>
              <a:gd name="connsiteX2" fmla="*/ 0 w 4090198"/>
              <a:gd name="connsiteY2" fmla="*/ 1994733 h 1994733"/>
              <a:gd name="connsiteX3" fmla="*/ 3576398 w 4090198"/>
              <a:gd name="connsiteY3" fmla="*/ 0 h 1994733"/>
              <a:gd name="connsiteX0" fmla="*/ 3576398 w 4090198"/>
              <a:gd name="connsiteY0" fmla="*/ 0 h 2007612"/>
              <a:gd name="connsiteX1" fmla="*/ 4090198 w 4090198"/>
              <a:gd name="connsiteY1" fmla="*/ 1084892 h 2007612"/>
              <a:gd name="connsiteX2" fmla="*/ 0 w 4090198"/>
              <a:gd name="connsiteY2" fmla="*/ 2007612 h 2007612"/>
              <a:gd name="connsiteX3" fmla="*/ 3576398 w 4090198"/>
              <a:gd name="connsiteY3" fmla="*/ 0 h 2007612"/>
            </a:gdLst>
            <a:ahLst/>
            <a:cxnLst>
              <a:cxn ang="0">
                <a:pos x="connsiteX0" y="connsiteY0"/>
              </a:cxn>
              <a:cxn ang="0">
                <a:pos x="connsiteX1" y="connsiteY1"/>
              </a:cxn>
              <a:cxn ang="0">
                <a:pos x="connsiteX2" y="connsiteY2"/>
              </a:cxn>
              <a:cxn ang="0">
                <a:pos x="connsiteX3" y="connsiteY3"/>
              </a:cxn>
            </a:cxnLst>
            <a:rect l="l" t="t" r="r" b="b"/>
            <a:pathLst>
              <a:path w="4090198" h="2007612">
                <a:moveTo>
                  <a:pt x="3576398" y="0"/>
                </a:moveTo>
                <a:lnTo>
                  <a:pt x="4090198" y="1084892"/>
                </a:lnTo>
                <a:lnTo>
                  <a:pt x="0" y="2007612"/>
                </a:lnTo>
                <a:lnTo>
                  <a:pt x="3576398" y="0"/>
                </a:lnTo>
                <a:close/>
              </a:path>
            </a:pathLst>
          </a:custGeom>
          <a:gradFill>
            <a:gsLst>
              <a:gs pos="15000">
                <a:schemeClr val="accent1"/>
              </a:gs>
              <a:gs pos="100000">
                <a:schemeClr val="accent2"/>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3" name="Freeform 22"/>
          <p:cNvSpPr/>
          <p:nvPr/>
        </p:nvSpPr>
        <p:spPr>
          <a:xfrm>
            <a:off x="-6301" y="5938309"/>
            <a:ext cx="4092304" cy="924304"/>
          </a:xfrm>
          <a:custGeom>
            <a:avLst/>
            <a:gdLst>
              <a:gd name="connsiteX0" fmla="*/ 4074199 w 4074199"/>
              <a:gd name="connsiteY0" fmla="*/ 0 h 907339"/>
              <a:gd name="connsiteX1" fmla="*/ 3357507 w 4074199"/>
              <a:gd name="connsiteY1" fmla="*/ 907339 h 907339"/>
              <a:gd name="connsiteX2" fmla="*/ 0 w 4074199"/>
              <a:gd name="connsiteY2" fmla="*/ 907339 h 907339"/>
              <a:gd name="connsiteX3" fmla="*/ 4074199 w 4074199"/>
              <a:gd name="connsiteY3" fmla="*/ 0 h 907339"/>
              <a:gd name="connsiteX0" fmla="*/ 4084791 w 4084791"/>
              <a:gd name="connsiteY0" fmla="*/ 0 h 907339"/>
              <a:gd name="connsiteX1" fmla="*/ 3368099 w 4084791"/>
              <a:gd name="connsiteY1" fmla="*/ 907339 h 907339"/>
              <a:gd name="connsiteX2" fmla="*/ 0 w 4084791"/>
              <a:gd name="connsiteY2" fmla="*/ 907339 h 907339"/>
              <a:gd name="connsiteX3" fmla="*/ 4084791 w 4084791"/>
              <a:gd name="connsiteY3" fmla="*/ 0 h 907339"/>
              <a:gd name="connsiteX0" fmla="*/ 4100031 w 4100031"/>
              <a:gd name="connsiteY0" fmla="*/ 0 h 907339"/>
              <a:gd name="connsiteX1" fmla="*/ 3368099 w 4100031"/>
              <a:gd name="connsiteY1" fmla="*/ 907339 h 907339"/>
              <a:gd name="connsiteX2" fmla="*/ 0 w 4100031"/>
              <a:gd name="connsiteY2" fmla="*/ 907339 h 907339"/>
              <a:gd name="connsiteX3" fmla="*/ 4100031 w 4100031"/>
              <a:gd name="connsiteY3" fmla="*/ 0 h 907339"/>
              <a:gd name="connsiteX0" fmla="*/ 4102607 w 4102607"/>
              <a:gd name="connsiteY0" fmla="*/ 0 h 907339"/>
              <a:gd name="connsiteX1" fmla="*/ 3370675 w 4102607"/>
              <a:gd name="connsiteY1" fmla="*/ 907339 h 907339"/>
              <a:gd name="connsiteX2" fmla="*/ 0 w 4102607"/>
              <a:gd name="connsiteY2" fmla="*/ 857464 h 907339"/>
              <a:gd name="connsiteX3" fmla="*/ 4102607 w 4102607"/>
              <a:gd name="connsiteY3" fmla="*/ 0 h 907339"/>
              <a:gd name="connsiteX0" fmla="*/ 4097455 w 4097455"/>
              <a:gd name="connsiteY0" fmla="*/ 0 h 907339"/>
              <a:gd name="connsiteX1" fmla="*/ 3365523 w 4097455"/>
              <a:gd name="connsiteY1" fmla="*/ 907339 h 907339"/>
              <a:gd name="connsiteX2" fmla="*/ 0 w 4097455"/>
              <a:gd name="connsiteY2" fmla="*/ 859958 h 907339"/>
              <a:gd name="connsiteX3" fmla="*/ 4097455 w 4097455"/>
              <a:gd name="connsiteY3" fmla="*/ 0 h 907339"/>
              <a:gd name="connsiteX0" fmla="*/ 4097455 w 4097455"/>
              <a:gd name="connsiteY0" fmla="*/ 0 h 862451"/>
              <a:gd name="connsiteX1" fmla="*/ 3411887 w 4097455"/>
              <a:gd name="connsiteY1" fmla="*/ 862451 h 862451"/>
              <a:gd name="connsiteX2" fmla="*/ 0 w 4097455"/>
              <a:gd name="connsiteY2" fmla="*/ 859958 h 862451"/>
              <a:gd name="connsiteX3" fmla="*/ 4097455 w 4097455"/>
              <a:gd name="connsiteY3" fmla="*/ 0 h 862451"/>
              <a:gd name="connsiteX0" fmla="*/ 4089728 w 4089728"/>
              <a:gd name="connsiteY0" fmla="*/ 0 h 892377"/>
              <a:gd name="connsiteX1" fmla="*/ 3411887 w 4089728"/>
              <a:gd name="connsiteY1" fmla="*/ 892377 h 892377"/>
              <a:gd name="connsiteX2" fmla="*/ 0 w 4089728"/>
              <a:gd name="connsiteY2" fmla="*/ 889884 h 892377"/>
              <a:gd name="connsiteX3" fmla="*/ 4089728 w 4089728"/>
              <a:gd name="connsiteY3" fmla="*/ 0 h 892377"/>
              <a:gd name="connsiteX0" fmla="*/ 4089728 w 4089728"/>
              <a:gd name="connsiteY0" fmla="*/ 0 h 892377"/>
              <a:gd name="connsiteX1" fmla="*/ 3424766 w 4089728"/>
              <a:gd name="connsiteY1" fmla="*/ 892377 h 892377"/>
              <a:gd name="connsiteX2" fmla="*/ 0 w 4089728"/>
              <a:gd name="connsiteY2" fmla="*/ 889884 h 892377"/>
              <a:gd name="connsiteX3" fmla="*/ 4089728 w 4089728"/>
              <a:gd name="connsiteY3" fmla="*/ 0 h 892377"/>
              <a:gd name="connsiteX0" fmla="*/ 4089728 w 4089728"/>
              <a:gd name="connsiteY0" fmla="*/ 0 h 889884"/>
              <a:gd name="connsiteX1" fmla="*/ 3360372 w 4089728"/>
              <a:gd name="connsiteY1" fmla="*/ 889884 h 889884"/>
              <a:gd name="connsiteX2" fmla="*/ 0 w 4089728"/>
              <a:gd name="connsiteY2" fmla="*/ 889884 h 889884"/>
              <a:gd name="connsiteX3" fmla="*/ 4089728 w 4089728"/>
              <a:gd name="connsiteY3" fmla="*/ 0 h 889884"/>
              <a:gd name="connsiteX0" fmla="*/ 4079425 w 4079425"/>
              <a:gd name="connsiteY0" fmla="*/ 0 h 889884"/>
              <a:gd name="connsiteX1" fmla="*/ 3350069 w 4079425"/>
              <a:gd name="connsiteY1" fmla="*/ 889884 h 889884"/>
              <a:gd name="connsiteX2" fmla="*/ 0 w 4079425"/>
              <a:gd name="connsiteY2" fmla="*/ 882403 h 889884"/>
              <a:gd name="connsiteX3" fmla="*/ 4079425 w 4079425"/>
              <a:gd name="connsiteY3" fmla="*/ 0 h 889884"/>
              <a:gd name="connsiteX0" fmla="*/ 4082000 w 4082000"/>
              <a:gd name="connsiteY0" fmla="*/ 0 h 889884"/>
              <a:gd name="connsiteX1" fmla="*/ 3352644 w 4082000"/>
              <a:gd name="connsiteY1" fmla="*/ 889884 h 889884"/>
              <a:gd name="connsiteX2" fmla="*/ 0 w 4082000"/>
              <a:gd name="connsiteY2" fmla="*/ 882403 h 889884"/>
              <a:gd name="connsiteX3" fmla="*/ 4082000 w 4082000"/>
              <a:gd name="connsiteY3" fmla="*/ 0 h 889884"/>
              <a:gd name="connsiteX0" fmla="*/ 4087152 w 4087152"/>
              <a:gd name="connsiteY0" fmla="*/ 0 h 1007091"/>
              <a:gd name="connsiteX1" fmla="*/ 3357796 w 4087152"/>
              <a:gd name="connsiteY1" fmla="*/ 889884 h 1007091"/>
              <a:gd name="connsiteX2" fmla="*/ 0 w 4087152"/>
              <a:gd name="connsiteY2" fmla="*/ 1007091 h 1007091"/>
              <a:gd name="connsiteX3" fmla="*/ 4087152 w 4087152"/>
              <a:gd name="connsiteY3" fmla="*/ 0 h 1007091"/>
              <a:gd name="connsiteX0" fmla="*/ 4092304 w 4092304"/>
              <a:gd name="connsiteY0" fmla="*/ 0 h 894872"/>
              <a:gd name="connsiteX1" fmla="*/ 3362948 w 4092304"/>
              <a:gd name="connsiteY1" fmla="*/ 889884 h 894872"/>
              <a:gd name="connsiteX2" fmla="*/ 0 w 4092304"/>
              <a:gd name="connsiteY2" fmla="*/ 894872 h 894872"/>
              <a:gd name="connsiteX3" fmla="*/ 4092304 w 4092304"/>
              <a:gd name="connsiteY3" fmla="*/ 0 h 894872"/>
            </a:gdLst>
            <a:ahLst/>
            <a:cxnLst>
              <a:cxn ang="0">
                <a:pos x="connsiteX0" y="connsiteY0"/>
              </a:cxn>
              <a:cxn ang="0">
                <a:pos x="connsiteX1" y="connsiteY1"/>
              </a:cxn>
              <a:cxn ang="0">
                <a:pos x="connsiteX2" y="connsiteY2"/>
              </a:cxn>
              <a:cxn ang="0">
                <a:pos x="connsiteX3" y="connsiteY3"/>
              </a:cxn>
            </a:cxnLst>
            <a:rect l="l" t="t" r="r" b="b"/>
            <a:pathLst>
              <a:path w="4092304" h="894872">
                <a:moveTo>
                  <a:pt x="4092304" y="0"/>
                </a:moveTo>
                <a:lnTo>
                  <a:pt x="3362948" y="889884"/>
                </a:lnTo>
                <a:lnTo>
                  <a:pt x="0" y="894872"/>
                </a:lnTo>
                <a:lnTo>
                  <a:pt x="4092304" y="0"/>
                </a:lnTo>
                <a:close/>
              </a:path>
            </a:pathLst>
          </a:custGeom>
          <a:gradFill>
            <a:gsLst>
              <a:gs pos="21000">
                <a:schemeClr val="accent1"/>
              </a:gs>
              <a:gs pos="100000">
                <a:schemeClr val="accent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4" name="Freeform 23"/>
          <p:cNvSpPr/>
          <p:nvPr/>
        </p:nvSpPr>
        <p:spPr>
          <a:xfrm>
            <a:off x="4102443" y="4914459"/>
            <a:ext cx="547228" cy="151811"/>
          </a:xfrm>
          <a:custGeom>
            <a:avLst/>
            <a:gdLst>
              <a:gd name="connsiteX0" fmla="*/ 0 w 547228"/>
              <a:gd name="connsiteY0" fmla="*/ 0 h 151811"/>
              <a:gd name="connsiteX1" fmla="*/ 547228 w 547228"/>
              <a:gd name="connsiteY1" fmla="*/ 70610 h 151811"/>
              <a:gd name="connsiteX2" fmla="*/ 526045 w 547228"/>
              <a:gd name="connsiteY2" fmla="*/ 151811 h 151811"/>
            </a:gdLst>
            <a:ahLst/>
            <a:cxnLst>
              <a:cxn ang="0">
                <a:pos x="connsiteX0" y="connsiteY0"/>
              </a:cxn>
              <a:cxn ang="0">
                <a:pos x="connsiteX1" y="connsiteY1"/>
              </a:cxn>
              <a:cxn ang="0">
                <a:pos x="connsiteX2" y="connsiteY2"/>
              </a:cxn>
            </a:cxnLst>
            <a:rect l="l" t="t" r="r" b="b"/>
            <a:pathLst>
              <a:path w="547228" h="151811">
                <a:moveTo>
                  <a:pt x="0" y="0"/>
                </a:moveTo>
                <a:lnTo>
                  <a:pt x="547228" y="70610"/>
                </a:lnTo>
                <a:lnTo>
                  <a:pt x="526045" y="151811"/>
                </a:ln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3317876" y="5936217"/>
            <a:ext cx="5416584" cy="930949"/>
          </a:xfrm>
          <a:custGeom>
            <a:avLst/>
            <a:gdLst>
              <a:gd name="connsiteX0" fmla="*/ 683287 w 5365819"/>
              <a:gd name="connsiteY0" fmla="*/ 0 h 914400"/>
              <a:gd name="connsiteX1" fmla="*/ 5365819 w 5365819"/>
              <a:gd name="connsiteY1" fmla="*/ 904351 h 914400"/>
              <a:gd name="connsiteX2" fmla="*/ 0 w 5365819"/>
              <a:gd name="connsiteY2" fmla="*/ 914400 h 914400"/>
              <a:gd name="connsiteX3" fmla="*/ 683287 w 5365819"/>
              <a:gd name="connsiteY3" fmla="*/ 0 h 914400"/>
              <a:gd name="connsiteX0" fmla="*/ 711531 w 5394063"/>
              <a:gd name="connsiteY0" fmla="*/ 0 h 917930"/>
              <a:gd name="connsiteX1" fmla="*/ 5394063 w 5394063"/>
              <a:gd name="connsiteY1" fmla="*/ 904351 h 917930"/>
              <a:gd name="connsiteX2" fmla="*/ 0 w 5394063"/>
              <a:gd name="connsiteY2" fmla="*/ 917930 h 917930"/>
              <a:gd name="connsiteX3" fmla="*/ 711531 w 5394063"/>
              <a:gd name="connsiteY3" fmla="*/ 0 h 917930"/>
              <a:gd name="connsiteX0" fmla="*/ 725653 w 5394063"/>
              <a:gd name="connsiteY0" fmla="*/ 0 h 910869"/>
              <a:gd name="connsiteX1" fmla="*/ 5394063 w 5394063"/>
              <a:gd name="connsiteY1" fmla="*/ 897290 h 910869"/>
              <a:gd name="connsiteX2" fmla="*/ 0 w 5394063"/>
              <a:gd name="connsiteY2" fmla="*/ 910869 h 910869"/>
              <a:gd name="connsiteX3" fmla="*/ 725653 w 5394063"/>
              <a:gd name="connsiteY3" fmla="*/ 0 h 910869"/>
              <a:gd name="connsiteX0" fmla="*/ 725653 w 5376410"/>
              <a:gd name="connsiteY0" fmla="*/ 0 h 910869"/>
              <a:gd name="connsiteX1" fmla="*/ 5376410 w 5376410"/>
              <a:gd name="connsiteY1" fmla="*/ 907881 h 910869"/>
              <a:gd name="connsiteX2" fmla="*/ 0 w 5376410"/>
              <a:gd name="connsiteY2" fmla="*/ 910869 h 910869"/>
              <a:gd name="connsiteX3" fmla="*/ 725653 w 5376410"/>
              <a:gd name="connsiteY3" fmla="*/ 0 h 910869"/>
              <a:gd name="connsiteX0" fmla="*/ 783842 w 5376410"/>
              <a:gd name="connsiteY0" fmla="*/ 0 h 765396"/>
              <a:gd name="connsiteX1" fmla="*/ 5376410 w 5376410"/>
              <a:gd name="connsiteY1" fmla="*/ 762408 h 765396"/>
              <a:gd name="connsiteX2" fmla="*/ 0 w 5376410"/>
              <a:gd name="connsiteY2" fmla="*/ 765396 h 765396"/>
              <a:gd name="connsiteX3" fmla="*/ 783842 w 5376410"/>
              <a:gd name="connsiteY3" fmla="*/ 0 h 765396"/>
              <a:gd name="connsiteX0" fmla="*/ 729810 w 5376410"/>
              <a:gd name="connsiteY0" fmla="*/ 0 h 910869"/>
              <a:gd name="connsiteX1" fmla="*/ 5376410 w 5376410"/>
              <a:gd name="connsiteY1" fmla="*/ 907881 h 910869"/>
              <a:gd name="connsiteX2" fmla="*/ 0 w 5376410"/>
              <a:gd name="connsiteY2" fmla="*/ 910869 h 910869"/>
              <a:gd name="connsiteX3" fmla="*/ 729810 w 5376410"/>
              <a:gd name="connsiteY3" fmla="*/ 0 h 910869"/>
              <a:gd name="connsiteX0" fmla="*/ 714570 w 5376410"/>
              <a:gd name="connsiteY0" fmla="*/ 0 h 918489"/>
              <a:gd name="connsiteX1" fmla="*/ 5376410 w 5376410"/>
              <a:gd name="connsiteY1" fmla="*/ 915501 h 918489"/>
              <a:gd name="connsiteX2" fmla="*/ 0 w 5376410"/>
              <a:gd name="connsiteY2" fmla="*/ 918489 h 918489"/>
              <a:gd name="connsiteX3" fmla="*/ 714570 w 5376410"/>
              <a:gd name="connsiteY3" fmla="*/ 0 h 918489"/>
              <a:gd name="connsiteX0" fmla="*/ 809820 w 5376410"/>
              <a:gd name="connsiteY0" fmla="*/ 0 h 758469"/>
              <a:gd name="connsiteX1" fmla="*/ 5376410 w 5376410"/>
              <a:gd name="connsiteY1" fmla="*/ 755481 h 758469"/>
              <a:gd name="connsiteX2" fmla="*/ 0 w 5376410"/>
              <a:gd name="connsiteY2" fmla="*/ 758469 h 758469"/>
              <a:gd name="connsiteX3" fmla="*/ 809820 w 5376410"/>
              <a:gd name="connsiteY3" fmla="*/ 0 h 758469"/>
              <a:gd name="connsiteX0" fmla="*/ 710760 w 5376410"/>
              <a:gd name="connsiteY0" fmla="*/ 0 h 918489"/>
              <a:gd name="connsiteX1" fmla="*/ 5376410 w 5376410"/>
              <a:gd name="connsiteY1" fmla="*/ 915501 h 918489"/>
              <a:gd name="connsiteX2" fmla="*/ 0 w 5376410"/>
              <a:gd name="connsiteY2" fmla="*/ 918489 h 918489"/>
              <a:gd name="connsiteX3" fmla="*/ 710760 w 5376410"/>
              <a:gd name="connsiteY3" fmla="*/ 0 h 918489"/>
              <a:gd name="connsiteX0" fmla="*/ 722190 w 5376410"/>
              <a:gd name="connsiteY0" fmla="*/ 0 h 914679"/>
              <a:gd name="connsiteX1" fmla="*/ 5376410 w 5376410"/>
              <a:gd name="connsiteY1" fmla="*/ 911691 h 914679"/>
              <a:gd name="connsiteX2" fmla="*/ 0 w 5376410"/>
              <a:gd name="connsiteY2" fmla="*/ 914679 h 914679"/>
              <a:gd name="connsiteX3" fmla="*/ 722190 w 5376410"/>
              <a:gd name="connsiteY3" fmla="*/ 0 h 914679"/>
              <a:gd name="connsiteX0" fmla="*/ 735069 w 5389289"/>
              <a:gd name="connsiteY0" fmla="*/ 0 h 912104"/>
              <a:gd name="connsiteX1" fmla="*/ 5389289 w 5389289"/>
              <a:gd name="connsiteY1" fmla="*/ 911691 h 912104"/>
              <a:gd name="connsiteX2" fmla="*/ 0 w 5389289"/>
              <a:gd name="connsiteY2" fmla="*/ 912104 h 912104"/>
              <a:gd name="connsiteX3" fmla="*/ 735069 w 5389289"/>
              <a:gd name="connsiteY3" fmla="*/ 0 h 912104"/>
              <a:gd name="connsiteX0" fmla="*/ 735069 w 5389289"/>
              <a:gd name="connsiteY0" fmla="*/ 0 h 925339"/>
              <a:gd name="connsiteX1" fmla="*/ 5389289 w 5389289"/>
              <a:gd name="connsiteY1" fmla="*/ 925339 h 925339"/>
              <a:gd name="connsiteX2" fmla="*/ 0 w 5389289"/>
              <a:gd name="connsiteY2" fmla="*/ 912104 h 925339"/>
              <a:gd name="connsiteX3" fmla="*/ 735069 w 5389289"/>
              <a:gd name="connsiteY3" fmla="*/ 0 h 925339"/>
              <a:gd name="connsiteX0" fmla="*/ 762364 w 5416584"/>
              <a:gd name="connsiteY0" fmla="*/ 0 h 939400"/>
              <a:gd name="connsiteX1" fmla="*/ 5416584 w 5416584"/>
              <a:gd name="connsiteY1" fmla="*/ 925339 h 939400"/>
              <a:gd name="connsiteX2" fmla="*/ 0 w 5416584"/>
              <a:gd name="connsiteY2" fmla="*/ 939400 h 939400"/>
              <a:gd name="connsiteX3" fmla="*/ 762364 w 5416584"/>
              <a:gd name="connsiteY3" fmla="*/ 0 h 939400"/>
              <a:gd name="connsiteX0" fmla="*/ 762364 w 5416584"/>
              <a:gd name="connsiteY0" fmla="*/ 0 h 945010"/>
              <a:gd name="connsiteX1" fmla="*/ 5416584 w 5416584"/>
              <a:gd name="connsiteY1" fmla="*/ 930949 h 945010"/>
              <a:gd name="connsiteX2" fmla="*/ 0 w 5416584"/>
              <a:gd name="connsiteY2" fmla="*/ 945010 h 945010"/>
              <a:gd name="connsiteX3" fmla="*/ 762364 w 5416584"/>
              <a:gd name="connsiteY3" fmla="*/ 0 h 945010"/>
              <a:gd name="connsiteX0" fmla="*/ 762364 w 5416584"/>
              <a:gd name="connsiteY0" fmla="*/ 0 h 930949"/>
              <a:gd name="connsiteX1" fmla="*/ 5416584 w 5416584"/>
              <a:gd name="connsiteY1" fmla="*/ 930949 h 930949"/>
              <a:gd name="connsiteX2" fmla="*/ 0 w 5416584"/>
              <a:gd name="connsiteY2" fmla="*/ 921156 h 930949"/>
              <a:gd name="connsiteX3" fmla="*/ 762364 w 5416584"/>
              <a:gd name="connsiteY3" fmla="*/ 0 h 930949"/>
            </a:gdLst>
            <a:ahLst/>
            <a:cxnLst>
              <a:cxn ang="0">
                <a:pos x="connsiteX0" y="connsiteY0"/>
              </a:cxn>
              <a:cxn ang="0">
                <a:pos x="connsiteX1" y="connsiteY1"/>
              </a:cxn>
              <a:cxn ang="0">
                <a:pos x="connsiteX2" y="connsiteY2"/>
              </a:cxn>
              <a:cxn ang="0">
                <a:pos x="connsiteX3" y="connsiteY3"/>
              </a:cxn>
            </a:cxnLst>
            <a:rect l="l" t="t" r="r" b="b"/>
            <a:pathLst>
              <a:path w="5416584" h="930949">
                <a:moveTo>
                  <a:pt x="762364" y="0"/>
                </a:moveTo>
                <a:lnTo>
                  <a:pt x="5416584" y="930949"/>
                </a:lnTo>
                <a:lnTo>
                  <a:pt x="0" y="921156"/>
                </a:lnTo>
                <a:lnTo>
                  <a:pt x="762364" y="0"/>
                </a:lnTo>
                <a:close/>
              </a:path>
            </a:pathLst>
          </a:custGeom>
          <a:gradFill>
            <a:gsLst>
              <a:gs pos="4000">
                <a:schemeClr val="accent1"/>
              </a:gs>
              <a:gs pos="100000">
                <a:schemeClr val="accent2"/>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6" name="Freeform 25"/>
          <p:cNvSpPr/>
          <p:nvPr/>
        </p:nvSpPr>
        <p:spPr>
          <a:xfrm>
            <a:off x="10990536" y="3785435"/>
            <a:ext cx="1203845" cy="3091509"/>
          </a:xfrm>
          <a:custGeom>
            <a:avLst/>
            <a:gdLst>
              <a:gd name="connsiteX0" fmla="*/ 0 w 1182718"/>
              <a:gd name="connsiteY0" fmla="*/ 0 h 3032701"/>
              <a:gd name="connsiteX1" fmla="*/ 497800 w 1182718"/>
              <a:gd name="connsiteY1" fmla="*/ 3032701 h 3032701"/>
              <a:gd name="connsiteX2" fmla="*/ 1182718 w 1182718"/>
              <a:gd name="connsiteY2" fmla="*/ 515453 h 3032701"/>
              <a:gd name="connsiteX3" fmla="*/ 0 w 1182718"/>
              <a:gd name="connsiteY3" fmla="*/ 0 h 3032701"/>
              <a:gd name="connsiteX0" fmla="*/ 0 w 1179187"/>
              <a:gd name="connsiteY0" fmla="*/ 0 h 3029170"/>
              <a:gd name="connsiteX1" fmla="*/ 494269 w 1179187"/>
              <a:gd name="connsiteY1" fmla="*/ 3029170 h 3029170"/>
              <a:gd name="connsiteX2" fmla="*/ 1179187 w 1179187"/>
              <a:gd name="connsiteY2" fmla="*/ 511922 h 3029170"/>
              <a:gd name="connsiteX3" fmla="*/ 0 w 1179187"/>
              <a:gd name="connsiteY3" fmla="*/ 0 h 3029170"/>
              <a:gd name="connsiteX0" fmla="*/ 0 w 1179187"/>
              <a:gd name="connsiteY0" fmla="*/ 0 h 3039761"/>
              <a:gd name="connsiteX1" fmla="*/ 483677 w 1179187"/>
              <a:gd name="connsiteY1" fmla="*/ 3039761 h 3039761"/>
              <a:gd name="connsiteX2" fmla="*/ 1179187 w 1179187"/>
              <a:gd name="connsiteY2" fmla="*/ 511922 h 3039761"/>
              <a:gd name="connsiteX3" fmla="*/ 0 w 1179187"/>
              <a:gd name="connsiteY3" fmla="*/ 0 h 3039761"/>
              <a:gd name="connsiteX0" fmla="*/ 0 w 1190407"/>
              <a:gd name="connsiteY0" fmla="*/ 0 h 3039761"/>
              <a:gd name="connsiteX1" fmla="*/ 494897 w 1190407"/>
              <a:gd name="connsiteY1" fmla="*/ 3039761 h 3039761"/>
              <a:gd name="connsiteX2" fmla="*/ 1190407 w 1190407"/>
              <a:gd name="connsiteY2" fmla="*/ 511922 h 3039761"/>
              <a:gd name="connsiteX3" fmla="*/ 0 w 1190407"/>
              <a:gd name="connsiteY3" fmla="*/ 0 h 3039761"/>
              <a:gd name="connsiteX0" fmla="*/ 0 w 1203107"/>
              <a:gd name="connsiteY0" fmla="*/ 0 h 3065161"/>
              <a:gd name="connsiteX1" fmla="*/ 507597 w 1203107"/>
              <a:gd name="connsiteY1" fmla="*/ 3065161 h 3065161"/>
              <a:gd name="connsiteX2" fmla="*/ 1203107 w 1203107"/>
              <a:gd name="connsiteY2" fmla="*/ 537322 h 3065161"/>
              <a:gd name="connsiteX3" fmla="*/ 0 w 1203107"/>
              <a:gd name="connsiteY3" fmla="*/ 0 h 3065161"/>
              <a:gd name="connsiteX0" fmla="*/ 0 w 1209457"/>
              <a:gd name="connsiteY0" fmla="*/ 0 h 3065161"/>
              <a:gd name="connsiteX1" fmla="*/ 507597 w 1209457"/>
              <a:gd name="connsiteY1" fmla="*/ 3065161 h 3065161"/>
              <a:gd name="connsiteX2" fmla="*/ 1209457 w 1209457"/>
              <a:gd name="connsiteY2" fmla="*/ 543672 h 3065161"/>
              <a:gd name="connsiteX3" fmla="*/ 0 w 1209457"/>
              <a:gd name="connsiteY3" fmla="*/ 0 h 3065161"/>
              <a:gd name="connsiteX0" fmla="*/ 0 w 1215807"/>
              <a:gd name="connsiteY0" fmla="*/ 0 h 3065161"/>
              <a:gd name="connsiteX1" fmla="*/ 507597 w 1215807"/>
              <a:gd name="connsiteY1" fmla="*/ 3065161 h 3065161"/>
              <a:gd name="connsiteX2" fmla="*/ 1215807 w 1215807"/>
              <a:gd name="connsiteY2" fmla="*/ 537322 h 3065161"/>
              <a:gd name="connsiteX3" fmla="*/ 0 w 1215807"/>
              <a:gd name="connsiteY3" fmla="*/ 0 h 3065161"/>
              <a:gd name="connsiteX0" fmla="*/ 0 w 1209457"/>
              <a:gd name="connsiteY0" fmla="*/ 0 h 3077861"/>
              <a:gd name="connsiteX1" fmla="*/ 501247 w 1209457"/>
              <a:gd name="connsiteY1" fmla="*/ 3077861 h 3077861"/>
              <a:gd name="connsiteX2" fmla="*/ 1209457 w 1209457"/>
              <a:gd name="connsiteY2" fmla="*/ 550022 h 3077861"/>
              <a:gd name="connsiteX3" fmla="*/ 0 w 1209457"/>
              <a:gd name="connsiteY3" fmla="*/ 0 h 3077861"/>
              <a:gd name="connsiteX0" fmla="*/ 0 w 1209457"/>
              <a:gd name="connsiteY0" fmla="*/ 0 h 3091509"/>
              <a:gd name="connsiteX1" fmla="*/ 501247 w 1209457"/>
              <a:gd name="connsiteY1" fmla="*/ 3091509 h 3091509"/>
              <a:gd name="connsiteX2" fmla="*/ 1209457 w 1209457"/>
              <a:gd name="connsiteY2" fmla="*/ 550022 h 3091509"/>
              <a:gd name="connsiteX3" fmla="*/ 0 w 1209457"/>
              <a:gd name="connsiteY3" fmla="*/ 0 h 3091509"/>
            </a:gdLst>
            <a:ahLst/>
            <a:cxnLst>
              <a:cxn ang="0">
                <a:pos x="connsiteX0" y="connsiteY0"/>
              </a:cxn>
              <a:cxn ang="0">
                <a:pos x="connsiteX1" y="connsiteY1"/>
              </a:cxn>
              <a:cxn ang="0">
                <a:pos x="connsiteX2" y="connsiteY2"/>
              </a:cxn>
              <a:cxn ang="0">
                <a:pos x="connsiteX3" y="connsiteY3"/>
              </a:cxn>
            </a:cxnLst>
            <a:rect l="l" t="t" r="r" b="b"/>
            <a:pathLst>
              <a:path w="1209457" h="3091509">
                <a:moveTo>
                  <a:pt x="0" y="0"/>
                </a:moveTo>
                <a:lnTo>
                  <a:pt x="501247" y="3091509"/>
                </a:lnTo>
                <a:lnTo>
                  <a:pt x="1209457" y="550022"/>
                </a:lnTo>
                <a:lnTo>
                  <a:pt x="0" y="0"/>
                </a:lnTo>
                <a:close/>
              </a:path>
            </a:pathLst>
          </a:custGeom>
          <a:gradFill>
            <a:gsLst>
              <a:gs pos="34000">
                <a:schemeClr val="accent2"/>
              </a:gs>
              <a:gs pos="100000">
                <a:schemeClr val="accent1"/>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7" name="Freeform 26"/>
          <p:cNvSpPr/>
          <p:nvPr/>
        </p:nvSpPr>
        <p:spPr>
          <a:xfrm>
            <a:off x="11488254" y="4321334"/>
            <a:ext cx="708319" cy="2552078"/>
          </a:xfrm>
          <a:custGeom>
            <a:avLst/>
            <a:gdLst>
              <a:gd name="connsiteX0" fmla="*/ 691978 w 697728"/>
              <a:gd name="connsiteY0" fmla="*/ 0 h 2520778"/>
              <a:gd name="connsiteX1" fmla="*/ 0 w 697728"/>
              <a:gd name="connsiteY1" fmla="*/ 2520778 h 2520778"/>
              <a:gd name="connsiteX2" fmla="*/ 695509 w 697728"/>
              <a:gd name="connsiteY2" fmla="*/ 2517248 h 2520778"/>
              <a:gd name="connsiteX3" fmla="*/ 691978 w 697728"/>
              <a:gd name="connsiteY3" fmla="*/ 0 h 2520778"/>
              <a:gd name="connsiteX0" fmla="*/ 691978 w 697728"/>
              <a:gd name="connsiteY0" fmla="*/ 0 h 2531370"/>
              <a:gd name="connsiteX1" fmla="*/ 0 w 697728"/>
              <a:gd name="connsiteY1" fmla="*/ 2531370 h 2531370"/>
              <a:gd name="connsiteX2" fmla="*/ 695509 w 697728"/>
              <a:gd name="connsiteY2" fmla="*/ 2517248 h 2531370"/>
              <a:gd name="connsiteX3" fmla="*/ 691978 w 697728"/>
              <a:gd name="connsiteY3" fmla="*/ 0 h 2531370"/>
              <a:gd name="connsiteX0" fmla="*/ 691978 w 703175"/>
              <a:gd name="connsiteY0" fmla="*/ 0 h 2531370"/>
              <a:gd name="connsiteX1" fmla="*/ 0 w 703175"/>
              <a:gd name="connsiteY1" fmla="*/ 2531370 h 2531370"/>
              <a:gd name="connsiteX2" fmla="*/ 702570 w 703175"/>
              <a:gd name="connsiteY2" fmla="*/ 2527839 h 2531370"/>
              <a:gd name="connsiteX3" fmla="*/ 691978 w 703175"/>
              <a:gd name="connsiteY3" fmla="*/ 0 h 2531370"/>
              <a:gd name="connsiteX0" fmla="*/ 691978 w 703175"/>
              <a:gd name="connsiteY0" fmla="*/ 0 h 2531370"/>
              <a:gd name="connsiteX1" fmla="*/ 0 w 703175"/>
              <a:gd name="connsiteY1" fmla="*/ 2531370 h 2531370"/>
              <a:gd name="connsiteX2" fmla="*/ 702570 w 703175"/>
              <a:gd name="connsiteY2" fmla="*/ 2527839 h 2531370"/>
              <a:gd name="connsiteX3" fmla="*/ 691978 w 703175"/>
              <a:gd name="connsiteY3" fmla="*/ 0 h 2531370"/>
              <a:gd name="connsiteX0" fmla="*/ 699039 w 704789"/>
              <a:gd name="connsiteY0" fmla="*/ 0 h 2541962"/>
              <a:gd name="connsiteX1" fmla="*/ 0 w 704789"/>
              <a:gd name="connsiteY1" fmla="*/ 2541962 h 2541962"/>
              <a:gd name="connsiteX2" fmla="*/ 702570 w 704789"/>
              <a:gd name="connsiteY2" fmla="*/ 2538431 h 2541962"/>
              <a:gd name="connsiteX3" fmla="*/ 699039 w 704789"/>
              <a:gd name="connsiteY3" fmla="*/ 0 h 2541962"/>
              <a:gd name="connsiteX0" fmla="*/ 702569 w 708319"/>
              <a:gd name="connsiteY0" fmla="*/ 0 h 2538431"/>
              <a:gd name="connsiteX1" fmla="*/ 0 w 708319"/>
              <a:gd name="connsiteY1" fmla="*/ 2538431 h 2538431"/>
              <a:gd name="connsiteX2" fmla="*/ 706100 w 708319"/>
              <a:gd name="connsiteY2" fmla="*/ 2538431 h 2538431"/>
              <a:gd name="connsiteX3" fmla="*/ 702569 w 708319"/>
              <a:gd name="connsiteY3" fmla="*/ 0 h 2538431"/>
              <a:gd name="connsiteX0" fmla="*/ 667264 w 673014"/>
              <a:gd name="connsiteY0" fmla="*/ 0 h 2538431"/>
              <a:gd name="connsiteX1" fmla="*/ 0 w 673014"/>
              <a:gd name="connsiteY1" fmla="*/ 2252460 h 2538431"/>
              <a:gd name="connsiteX2" fmla="*/ 670795 w 673014"/>
              <a:gd name="connsiteY2" fmla="*/ 2538431 h 2538431"/>
              <a:gd name="connsiteX3" fmla="*/ 667264 w 673014"/>
              <a:gd name="connsiteY3" fmla="*/ 0 h 2538431"/>
              <a:gd name="connsiteX0" fmla="*/ 702569 w 708319"/>
              <a:gd name="connsiteY0" fmla="*/ 0 h 2541961"/>
              <a:gd name="connsiteX1" fmla="*/ 0 w 708319"/>
              <a:gd name="connsiteY1" fmla="*/ 2541961 h 2541961"/>
              <a:gd name="connsiteX2" fmla="*/ 706100 w 708319"/>
              <a:gd name="connsiteY2" fmla="*/ 2538431 h 2541961"/>
              <a:gd name="connsiteX3" fmla="*/ 702569 w 708319"/>
              <a:gd name="connsiteY3" fmla="*/ 0 h 2541961"/>
              <a:gd name="connsiteX0" fmla="*/ 702569 w 708319"/>
              <a:gd name="connsiteY0" fmla="*/ 0 h 2538431"/>
              <a:gd name="connsiteX1" fmla="*/ 0 w 708319"/>
              <a:gd name="connsiteY1" fmla="*/ 2534900 h 2538431"/>
              <a:gd name="connsiteX2" fmla="*/ 706100 w 708319"/>
              <a:gd name="connsiteY2" fmla="*/ 2538431 h 2538431"/>
              <a:gd name="connsiteX3" fmla="*/ 702569 w 708319"/>
              <a:gd name="connsiteY3" fmla="*/ 0 h 2538431"/>
              <a:gd name="connsiteX0" fmla="*/ 702569 w 708319"/>
              <a:gd name="connsiteY0" fmla="*/ 0 h 2548548"/>
              <a:gd name="connsiteX1" fmla="*/ 0 w 708319"/>
              <a:gd name="connsiteY1" fmla="*/ 2548548 h 2548548"/>
              <a:gd name="connsiteX2" fmla="*/ 706100 w 708319"/>
              <a:gd name="connsiteY2" fmla="*/ 2538431 h 2548548"/>
              <a:gd name="connsiteX3" fmla="*/ 702569 w 708319"/>
              <a:gd name="connsiteY3" fmla="*/ 0 h 2548548"/>
              <a:gd name="connsiteX0" fmla="*/ 702569 w 704906"/>
              <a:gd name="connsiteY0" fmla="*/ 0 h 2548548"/>
              <a:gd name="connsiteX1" fmla="*/ 0 w 704906"/>
              <a:gd name="connsiteY1" fmla="*/ 2548548 h 2548548"/>
              <a:gd name="connsiteX2" fmla="*/ 692452 w 704906"/>
              <a:gd name="connsiteY2" fmla="*/ 2538431 h 2548548"/>
              <a:gd name="connsiteX3" fmla="*/ 702569 w 704906"/>
              <a:gd name="connsiteY3" fmla="*/ 0 h 2548548"/>
              <a:gd name="connsiteX0" fmla="*/ 702569 w 708319"/>
              <a:gd name="connsiteY0" fmla="*/ 0 h 2565726"/>
              <a:gd name="connsiteX1" fmla="*/ 0 w 708319"/>
              <a:gd name="connsiteY1" fmla="*/ 2548548 h 2565726"/>
              <a:gd name="connsiteX2" fmla="*/ 706100 w 708319"/>
              <a:gd name="connsiteY2" fmla="*/ 2565726 h 2565726"/>
              <a:gd name="connsiteX3" fmla="*/ 702569 w 708319"/>
              <a:gd name="connsiteY3" fmla="*/ 0 h 2565726"/>
              <a:gd name="connsiteX0" fmla="*/ 702569 w 708319"/>
              <a:gd name="connsiteY0" fmla="*/ 0 h 2552078"/>
              <a:gd name="connsiteX1" fmla="*/ 0 w 708319"/>
              <a:gd name="connsiteY1" fmla="*/ 2548548 h 2552078"/>
              <a:gd name="connsiteX2" fmla="*/ 706100 w 708319"/>
              <a:gd name="connsiteY2" fmla="*/ 2552078 h 2552078"/>
              <a:gd name="connsiteX3" fmla="*/ 702569 w 708319"/>
              <a:gd name="connsiteY3" fmla="*/ 0 h 2552078"/>
            </a:gdLst>
            <a:ahLst/>
            <a:cxnLst>
              <a:cxn ang="0">
                <a:pos x="connsiteX0" y="connsiteY0"/>
              </a:cxn>
              <a:cxn ang="0">
                <a:pos x="connsiteX1" y="connsiteY1"/>
              </a:cxn>
              <a:cxn ang="0">
                <a:pos x="connsiteX2" y="connsiteY2"/>
              </a:cxn>
              <a:cxn ang="0">
                <a:pos x="connsiteX3" y="connsiteY3"/>
              </a:cxn>
            </a:cxnLst>
            <a:rect l="l" t="t" r="r" b="b"/>
            <a:pathLst>
              <a:path w="708319" h="2552078">
                <a:moveTo>
                  <a:pt x="702569" y="0"/>
                </a:moveTo>
                <a:lnTo>
                  <a:pt x="0" y="2548548"/>
                </a:lnTo>
                <a:lnTo>
                  <a:pt x="706100" y="2552078"/>
                </a:lnTo>
                <a:cubicBezTo>
                  <a:pt x="708454" y="1710642"/>
                  <a:pt x="710807" y="834375"/>
                  <a:pt x="702569" y="0"/>
                </a:cubicBezTo>
                <a:close/>
              </a:path>
            </a:pathLst>
          </a:custGeom>
          <a:gradFill>
            <a:gsLst>
              <a:gs pos="21000">
                <a:schemeClr val="accent2"/>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8" name="Freeform 27"/>
          <p:cNvSpPr/>
          <p:nvPr/>
        </p:nvSpPr>
        <p:spPr>
          <a:xfrm>
            <a:off x="8745794" y="2426110"/>
            <a:ext cx="2263877" cy="4424516"/>
          </a:xfrm>
          <a:custGeom>
            <a:avLst/>
            <a:gdLst>
              <a:gd name="connsiteX0" fmla="*/ 958645 w 2263877"/>
              <a:gd name="connsiteY0" fmla="*/ 0 h 4424516"/>
              <a:gd name="connsiteX1" fmla="*/ 2263877 w 2263877"/>
              <a:gd name="connsiteY1" fmla="*/ 1393722 h 4424516"/>
              <a:gd name="connsiteX2" fmla="*/ 0 w 2263877"/>
              <a:gd name="connsiteY2" fmla="*/ 4424516 h 4424516"/>
              <a:gd name="connsiteX3" fmla="*/ 958645 w 2263877"/>
              <a:gd name="connsiteY3" fmla="*/ 0 h 4424516"/>
            </a:gdLst>
            <a:ahLst/>
            <a:cxnLst>
              <a:cxn ang="0">
                <a:pos x="connsiteX0" y="connsiteY0"/>
              </a:cxn>
              <a:cxn ang="0">
                <a:pos x="connsiteX1" y="connsiteY1"/>
              </a:cxn>
              <a:cxn ang="0">
                <a:pos x="connsiteX2" y="connsiteY2"/>
              </a:cxn>
              <a:cxn ang="0">
                <a:pos x="connsiteX3" y="connsiteY3"/>
              </a:cxn>
            </a:cxnLst>
            <a:rect l="l" t="t" r="r" b="b"/>
            <a:pathLst>
              <a:path w="2263877" h="4424516">
                <a:moveTo>
                  <a:pt x="958645" y="0"/>
                </a:moveTo>
                <a:lnTo>
                  <a:pt x="2263877" y="1393722"/>
                </a:lnTo>
                <a:lnTo>
                  <a:pt x="0" y="4424516"/>
                </a:lnTo>
                <a:lnTo>
                  <a:pt x="958645" y="0"/>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9" name="Freeform 28"/>
          <p:cNvSpPr/>
          <p:nvPr/>
        </p:nvSpPr>
        <p:spPr>
          <a:xfrm>
            <a:off x="-1" y="-1"/>
            <a:ext cx="3153403" cy="1773715"/>
          </a:xfrm>
          <a:custGeom>
            <a:avLst/>
            <a:gdLst>
              <a:gd name="connsiteX0" fmla="*/ 0 w 3172858"/>
              <a:gd name="connsiteY0" fmla="*/ 0 h 1773716"/>
              <a:gd name="connsiteX1" fmla="*/ 1079653 w 3172858"/>
              <a:gd name="connsiteY1" fmla="*/ 1773716 h 1773716"/>
              <a:gd name="connsiteX2" fmla="*/ 3172858 w 3172858"/>
              <a:gd name="connsiteY2" fmla="*/ 1751682 h 1773716"/>
              <a:gd name="connsiteX3" fmla="*/ 0 w 3172858"/>
              <a:gd name="connsiteY3" fmla="*/ 0 h 1773716"/>
              <a:gd name="connsiteX0" fmla="*/ 0 w 3114492"/>
              <a:gd name="connsiteY0" fmla="*/ 0 h 1773716"/>
              <a:gd name="connsiteX1" fmla="*/ 1079653 w 3114492"/>
              <a:gd name="connsiteY1" fmla="*/ 1773716 h 1773716"/>
              <a:gd name="connsiteX2" fmla="*/ 3114492 w 3114492"/>
              <a:gd name="connsiteY2" fmla="*/ 1177750 h 1773716"/>
              <a:gd name="connsiteX3" fmla="*/ 0 w 3114492"/>
              <a:gd name="connsiteY3" fmla="*/ 0 h 1773716"/>
              <a:gd name="connsiteX0" fmla="*/ 0 w 3153403"/>
              <a:gd name="connsiteY0" fmla="*/ 0 h 1773716"/>
              <a:gd name="connsiteX1" fmla="*/ 1079653 w 3153403"/>
              <a:gd name="connsiteY1" fmla="*/ 1773716 h 1773716"/>
              <a:gd name="connsiteX2" fmla="*/ 3153403 w 3153403"/>
              <a:gd name="connsiteY2" fmla="*/ 1771137 h 1773716"/>
              <a:gd name="connsiteX3" fmla="*/ 0 w 3153403"/>
              <a:gd name="connsiteY3" fmla="*/ 0 h 1773716"/>
              <a:gd name="connsiteX0" fmla="*/ 0 w 3153403"/>
              <a:gd name="connsiteY0" fmla="*/ 0 h 1771137"/>
              <a:gd name="connsiteX1" fmla="*/ 1036790 w 3153403"/>
              <a:gd name="connsiteY1" fmla="*/ 1768953 h 1771137"/>
              <a:gd name="connsiteX2" fmla="*/ 3153403 w 3153403"/>
              <a:gd name="connsiteY2" fmla="*/ 1771137 h 1771137"/>
              <a:gd name="connsiteX3" fmla="*/ 0 w 3153403"/>
              <a:gd name="connsiteY3" fmla="*/ 0 h 1771137"/>
              <a:gd name="connsiteX0" fmla="*/ 0 w 3153403"/>
              <a:gd name="connsiteY0" fmla="*/ 0 h 1773715"/>
              <a:gd name="connsiteX1" fmla="*/ 1036790 w 3153403"/>
              <a:gd name="connsiteY1" fmla="*/ 1773715 h 1773715"/>
              <a:gd name="connsiteX2" fmla="*/ 3153403 w 3153403"/>
              <a:gd name="connsiteY2" fmla="*/ 1771137 h 1773715"/>
              <a:gd name="connsiteX3" fmla="*/ 0 w 3153403"/>
              <a:gd name="connsiteY3" fmla="*/ 0 h 1773715"/>
            </a:gdLst>
            <a:ahLst/>
            <a:cxnLst>
              <a:cxn ang="0">
                <a:pos x="connsiteX0" y="connsiteY0"/>
              </a:cxn>
              <a:cxn ang="0">
                <a:pos x="connsiteX1" y="connsiteY1"/>
              </a:cxn>
              <a:cxn ang="0">
                <a:pos x="connsiteX2" y="connsiteY2"/>
              </a:cxn>
              <a:cxn ang="0">
                <a:pos x="connsiteX3" y="connsiteY3"/>
              </a:cxn>
            </a:cxnLst>
            <a:rect l="l" t="t" r="r" b="b"/>
            <a:pathLst>
              <a:path w="3153403" h="1773715">
                <a:moveTo>
                  <a:pt x="0" y="0"/>
                </a:moveTo>
                <a:lnTo>
                  <a:pt x="1036790" y="1773715"/>
                </a:lnTo>
                <a:lnTo>
                  <a:pt x="3153403" y="1771137"/>
                </a:lnTo>
                <a:lnTo>
                  <a:pt x="0" y="0"/>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0" name="Freeform 29"/>
          <p:cNvSpPr/>
          <p:nvPr/>
        </p:nvSpPr>
        <p:spPr>
          <a:xfrm>
            <a:off x="-2381" y="-1"/>
            <a:ext cx="3112998" cy="1786065"/>
          </a:xfrm>
          <a:custGeom>
            <a:avLst/>
            <a:gdLst>
              <a:gd name="connsiteX0" fmla="*/ 0 w 3172858"/>
              <a:gd name="connsiteY0" fmla="*/ 0 h 1773716"/>
              <a:gd name="connsiteX1" fmla="*/ 1079653 w 3172858"/>
              <a:gd name="connsiteY1" fmla="*/ 1773716 h 1773716"/>
              <a:gd name="connsiteX2" fmla="*/ 3172858 w 3172858"/>
              <a:gd name="connsiteY2" fmla="*/ 1751682 h 1773716"/>
              <a:gd name="connsiteX3" fmla="*/ 0 w 3172858"/>
              <a:gd name="connsiteY3" fmla="*/ 0 h 1773716"/>
              <a:gd name="connsiteX0" fmla="*/ 0 w 3114492"/>
              <a:gd name="connsiteY0" fmla="*/ 0 h 1773716"/>
              <a:gd name="connsiteX1" fmla="*/ 1079653 w 3114492"/>
              <a:gd name="connsiteY1" fmla="*/ 1773716 h 1773716"/>
              <a:gd name="connsiteX2" fmla="*/ 3114492 w 3114492"/>
              <a:gd name="connsiteY2" fmla="*/ 1177750 h 1773716"/>
              <a:gd name="connsiteX3" fmla="*/ 0 w 3114492"/>
              <a:gd name="connsiteY3" fmla="*/ 0 h 1773716"/>
              <a:gd name="connsiteX0" fmla="*/ 0 w 3153403"/>
              <a:gd name="connsiteY0" fmla="*/ 0 h 1773716"/>
              <a:gd name="connsiteX1" fmla="*/ 1079653 w 3153403"/>
              <a:gd name="connsiteY1" fmla="*/ 1773716 h 1773716"/>
              <a:gd name="connsiteX2" fmla="*/ 3153403 w 3153403"/>
              <a:gd name="connsiteY2" fmla="*/ 1771137 h 1773716"/>
              <a:gd name="connsiteX3" fmla="*/ 0 w 3153403"/>
              <a:gd name="connsiteY3" fmla="*/ 0 h 1773716"/>
              <a:gd name="connsiteX0" fmla="*/ 0 w 3153403"/>
              <a:gd name="connsiteY0" fmla="*/ 0 h 1771137"/>
              <a:gd name="connsiteX1" fmla="*/ 1036790 w 3153403"/>
              <a:gd name="connsiteY1" fmla="*/ 1768953 h 1771137"/>
              <a:gd name="connsiteX2" fmla="*/ 3153403 w 3153403"/>
              <a:gd name="connsiteY2" fmla="*/ 1771137 h 1771137"/>
              <a:gd name="connsiteX3" fmla="*/ 0 w 3153403"/>
              <a:gd name="connsiteY3" fmla="*/ 0 h 1771137"/>
              <a:gd name="connsiteX0" fmla="*/ 0 w 3153403"/>
              <a:gd name="connsiteY0" fmla="*/ 0 h 1773715"/>
              <a:gd name="connsiteX1" fmla="*/ 1036790 w 3153403"/>
              <a:gd name="connsiteY1" fmla="*/ 1773715 h 1773715"/>
              <a:gd name="connsiteX2" fmla="*/ 3153403 w 3153403"/>
              <a:gd name="connsiteY2" fmla="*/ 1771137 h 1773715"/>
              <a:gd name="connsiteX3" fmla="*/ 0 w 3153403"/>
              <a:gd name="connsiteY3" fmla="*/ 0 h 1773715"/>
              <a:gd name="connsiteX0" fmla="*/ 0 w 3081965"/>
              <a:gd name="connsiteY0" fmla="*/ 0 h 1775900"/>
              <a:gd name="connsiteX1" fmla="*/ 1036790 w 3081965"/>
              <a:gd name="connsiteY1" fmla="*/ 1773715 h 1775900"/>
              <a:gd name="connsiteX2" fmla="*/ 3081965 w 3081965"/>
              <a:gd name="connsiteY2" fmla="*/ 1775900 h 1775900"/>
              <a:gd name="connsiteX3" fmla="*/ 0 w 3081965"/>
              <a:gd name="connsiteY3" fmla="*/ 0 h 1775900"/>
              <a:gd name="connsiteX0" fmla="*/ 0 w 3086728"/>
              <a:gd name="connsiteY0" fmla="*/ 0 h 1775900"/>
              <a:gd name="connsiteX1" fmla="*/ 1036790 w 3086728"/>
              <a:gd name="connsiteY1" fmla="*/ 1773715 h 1775900"/>
              <a:gd name="connsiteX2" fmla="*/ 3086728 w 3086728"/>
              <a:gd name="connsiteY2" fmla="*/ 1775900 h 1775900"/>
              <a:gd name="connsiteX3" fmla="*/ 0 w 3086728"/>
              <a:gd name="connsiteY3" fmla="*/ 0 h 1775900"/>
              <a:gd name="connsiteX0" fmla="*/ 0 w 3091491"/>
              <a:gd name="connsiteY0" fmla="*/ 0 h 1799713"/>
              <a:gd name="connsiteX1" fmla="*/ 1036790 w 3091491"/>
              <a:gd name="connsiteY1" fmla="*/ 1773715 h 1799713"/>
              <a:gd name="connsiteX2" fmla="*/ 3091491 w 3091491"/>
              <a:gd name="connsiteY2" fmla="*/ 1799713 h 1799713"/>
              <a:gd name="connsiteX3" fmla="*/ 0 w 3091491"/>
              <a:gd name="connsiteY3" fmla="*/ 0 h 1799713"/>
              <a:gd name="connsiteX0" fmla="*/ 0 w 3120066"/>
              <a:gd name="connsiteY0" fmla="*/ 0 h 1799713"/>
              <a:gd name="connsiteX1" fmla="*/ 1036790 w 3120066"/>
              <a:gd name="connsiteY1" fmla="*/ 1773715 h 1799713"/>
              <a:gd name="connsiteX2" fmla="*/ 3120066 w 3120066"/>
              <a:gd name="connsiteY2" fmla="*/ 1799713 h 1799713"/>
              <a:gd name="connsiteX3" fmla="*/ 0 w 3120066"/>
              <a:gd name="connsiteY3" fmla="*/ 0 h 1799713"/>
              <a:gd name="connsiteX0" fmla="*/ 0 w 3120066"/>
              <a:gd name="connsiteY0" fmla="*/ 0 h 1799713"/>
              <a:gd name="connsiteX1" fmla="*/ 1019730 w 3120066"/>
              <a:gd name="connsiteY1" fmla="*/ 1773715 h 1799713"/>
              <a:gd name="connsiteX2" fmla="*/ 3120066 w 3120066"/>
              <a:gd name="connsiteY2" fmla="*/ 1799713 h 1799713"/>
              <a:gd name="connsiteX3" fmla="*/ 0 w 3120066"/>
              <a:gd name="connsiteY3" fmla="*/ 0 h 1799713"/>
              <a:gd name="connsiteX0" fmla="*/ 0 w 3133714"/>
              <a:gd name="connsiteY0" fmla="*/ 0 h 1799713"/>
              <a:gd name="connsiteX1" fmla="*/ 1033378 w 3133714"/>
              <a:gd name="connsiteY1" fmla="*/ 1773715 h 1799713"/>
              <a:gd name="connsiteX2" fmla="*/ 3133714 w 3133714"/>
              <a:gd name="connsiteY2" fmla="*/ 1799713 h 1799713"/>
              <a:gd name="connsiteX3" fmla="*/ 0 w 3133714"/>
              <a:gd name="connsiteY3" fmla="*/ 0 h 1799713"/>
              <a:gd name="connsiteX0" fmla="*/ 0 w 3140538"/>
              <a:gd name="connsiteY0" fmla="*/ 0 h 1799713"/>
              <a:gd name="connsiteX1" fmla="*/ 1040202 w 3140538"/>
              <a:gd name="connsiteY1" fmla="*/ 1773715 h 1799713"/>
              <a:gd name="connsiteX2" fmla="*/ 3140538 w 3140538"/>
              <a:gd name="connsiteY2" fmla="*/ 1799713 h 1799713"/>
              <a:gd name="connsiteX3" fmla="*/ 0 w 3140538"/>
              <a:gd name="connsiteY3" fmla="*/ 0 h 1799713"/>
              <a:gd name="connsiteX0" fmla="*/ 0 w 3126890"/>
              <a:gd name="connsiteY0" fmla="*/ 0 h 1786065"/>
              <a:gd name="connsiteX1" fmla="*/ 1040202 w 3126890"/>
              <a:gd name="connsiteY1" fmla="*/ 1773715 h 1786065"/>
              <a:gd name="connsiteX2" fmla="*/ 3126890 w 3126890"/>
              <a:gd name="connsiteY2" fmla="*/ 1786065 h 1786065"/>
              <a:gd name="connsiteX3" fmla="*/ 0 w 3126890"/>
              <a:gd name="connsiteY3" fmla="*/ 0 h 1786065"/>
              <a:gd name="connsiteX0" fmla="*/ 0 w 3113242"/>
              <a:gd name="connsiteY0" fmla="*/ 0 h 1782653"/>
              <a:gd name="connsiteX1" fmla="*/ 1026554 w 3113242"/>
              <a:gd name="connsiteY1" fmla="*/ 1770303 h 1782653"/>
              <a:gd name="connsiteX2" fmla="*/ 3113242 w 3113242"/>
              <a:gd name="connsiteY2" fmla="*/ 1782653 h 1782653"/>
              <a:gd name="connsiteX3" fmla="*/ 0 w 3113242"/>
              <a:gd name="connsiteY3" fmla="*/ 0 h 1782653"/>
              <a:gd name="connsiteX0" fmla="*/ 0 w 3123478"/>
              <a:gd name="connsiteY0" fmla="*/ 0 h 1782653"/>
              <a:gd name="connsiteX1" fmla="*/ 1036790 w 3123478"/>
              <a:gd name="connsiteY1" fmla="*/ 1770303 h 1782653"/>
              <a:gd name="connsiteX2" fmla="*/ 3123478 w 3123478"/>
              <a:gd name="connsiteY2" fmla="*/ 1782653 h 1782653"/>
              <a:gd name="connsiteX3" fmla="*/ 0 w 3123478"/>
              <a:gd name="connsiteY3" fmla="*/ 0 h 1782653"/>
              <a:gd name="connsiteX0" fmla="*/ 0 w 3109830"/>
              <a:gd name="connsiteY0" fmla="*/ 0 h 1782653"/>
              <a:gd name="connsiteX1" fmla="*/ 1036790 w 3109830"/>
              <a:gd name="connsiteY1" fmla="*/ 1770303 h 1782653"/>
              <a:gd name="connsiteX2" fmla="*/ 3109830 w 3109830"/>
              <a:gd name="connsiteY2" fmla="*/ 1782653 h 1782653"/>
              <a:gd name="connsiteX3" fmla="*/ 0 w 3109830"/>
              <a:gd name="connsiteY3" fmla="*/ 0 h 1782653"/>
              <a:gd name="connsiteX0" fmla="*/ 0 w 3120462"/>
              <a:gd name="connsiteY0" fmla="*/ 0 h 1793286"/>
              <a:gd name="connsiteX1" fmla="*/ 1047422 w 3120462"/>
              <a:gd name="connsiteY1" fmla="*/ 1780936 h 1793286"/>
              <a:gd name="connsiteX2" fmla="*/ 3120462 w 3120462"/>
              <a:gd name="connsiteY2" fmla="*/ 1793286 h 1793286"/>
              <a:gd name="connsiteX3" fmla="*/ 0 w 3120462"/>
              <a:gd name="connsiteY3" fmla="*/ 0 h 1793286"/>
            </a:gdLst>
            <a:ahLst/>
            <a:cxnLst>
              <a:cxn ang="0">
                <a:pos x="connsiteX0" y="connsiteY0"/>
              </a:cxn>
              <a:cxn ang="0">
                <a:pos x="connsiteX1" y="connsiteY1"/>
              </a:cxn>
              <a:cxn ang="0">
                <a:pos x="connsiteX2" y="connsiteY2"/>
              </a:cxn>
              <a:cxn ang="0">
                <a:pos x="connsiteX3" y="connsiteY3"/>
              </a:cxn>
            </a:cxnLst>
            <a:rect l="l" t="t" r="r" b="b"/>
            <a:pathLst>
              <a:path w="3120462" h="1793286">
                <a:moveTo>
                  <a:pt x="0" y="0"/>
                </a:moveTo>
                <a:lnTo>
                  <a:pt x="1047422" y="1780936"/>
                </a:lnTo>
                <a:lnTo>
                  <a:pt x="3120462" y="1793286"/>
                </a:lnTo>
                <a:lnTo>
                  <a:pt x="0" y="0"/>
                </a:lnTo>
                <a:close/>
              </a:path>
            </a:pathLst>
          </a:custGeom>
          <a:gradFill>
            <a:gsLst>
              <a:gs pos="19000">
                <a:schemeClr val="accent2"/>
              </a:gs>
              <a:gs pos="94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1" name="Freeform 30"/>
          <p:cNvSpPr/>
          <p:nvPr/>
        </p:nvSpPr>
        <p:spPr>
          <a:xfrm>
            <a:off x="-3295" y="1769807"/>
            <a:ext cx="1407341" cy="5098422"/>
          </a:xfrm>
          <a:custGeom>
            <a:avLst/>
            <a:gdLst>
              <a:gd name="connsiteX0" fmla="*/ 1026488 w 1398147"/>
              <a:gd name="connsiteY0" fmla="*/ 0 h 5073445"/>
              <a:gd name="connsiteX1" fmla="*/ 1398147 w 1398147"/>
              <a:gd name="connsiteY1" fmla="*/ 1875995 h 5073445"/>
              <a:gd name="connsiteX2" fmla="*/ 0 w 1398147"/>
              <a:gd name="connsiteY2" fmla="*/ 5073445 h 5073445"/>
              <a:gd name="connsiteX3" fmla="*/ 1026488 w 1398147"/>
              <a:gd name="connsiteY3" fmla="*/ 0 h 5073445"/>
              <a:gd name="connsiteX0" fmla="*/ 1032388 w 1398147"/>
              <a:gd name="connsiteY0" fmla="*/ 0 h 5055747"/>
              <a:gd name="connsiteX1" fmla="*/ 1398147 w 1398147"/>
              <a:gd name="connsiteY1" fmla="*/ 1858297 h 5055747"/>
              <a:gd name="connsiteX2" fmla="*/ 0 w 1398147"/>
              <a:gd name="connsiteY2" fmla="*/ 5055747 h 5055747"/>
              <a:gd name="connsiteX3" fmla="*/ 1032388 w 1398147"/>
              <a:gd name="connsiteY3" fmla="*/ 0 h 5055747"/>
              <a:gd name="connsiteX0" fmla="*/ 1032388 w 1398147"/>
              <a:gd name="connsiteY0" fmla="*/ 0 h 5061646"/>
              <a:gd name="connsiteX1" fmla="*/ 1398147 w 1398147"/>
              <a:gd name="connsiteY1" fmla="*/ 1864196 h 5061646"/>
              <a:gd name="connsiteX2" fmla="*/ 0 w 1398147"/>
              <a:gd name="connsiteY2" fmla="*/ 5061646 h 5061646"/>
              <a:gd name="connsiteX3" fmla="*/ 1032388 w 1398147"/>
              <a:gd name="connsiteY3" fmla="*/ 0 h 5061646"/>
              <a:gd name="connsiteX0" fmla="*/ 1032388 w 1398147"/>
              <a:gd name="connsiteY0" fmla="*/ 0 h 5079344"/>
              <a:gd name="connsiteX1" fmla="*/ 1398147 w 1398147"/>
              <a:gd name="connsiteY1" fmla="*/ 1881894 h 5079344"/>
              <a:gd name="connsiteX2" fmla="*/ 0 w 1398147"/>
              <a:gd name="connsiteY2" fmla="*/ 5079344 h 5079344"/>
              <a:gd name="connsiteX3" fmla="*/ 1032388 w 1398147"/>
              <a:gd name="connsiteY3" fmla="*/ 0 h 5079344"/>
              <a:gd name="connsiteX0" fmla="*/ 1032388 w 1398147"/>
              <a:gd name="connsiteY0" fmla="*/ 0 h 5089936"/>
              <a:gd name="connsiteX1" fmla="*/ 1398147 w 1398147"/>
              <a:gd name="connsiteY1" fmla="*/ 1881894 h 5089936"/>
              <a:gd name="connsiteX2" fmla="*/ 0 w 1398147"/>
              <a:gd name="connsiteY2" fmla="*/ 5089936 h 5089936"/>
              <a:gd name="connsiteX3" fmla="*/ 1032388 w 1398147"/>
              <a:gd name="connsiteY3" fmla="*/ 0 h 5089936"/>
              <a:gd name="connsiteX0" fmla="*/ 1039450 w 1405209"/>
              <a:gd name="connsiteY0" fmla="*/ 0 h 5089936"/>
              <a:gd name="connsiteX1" fmla="*/ 1405209 w 1405209"/>
              <a:gd name="connsiteY1" fmla="*/ 1881894 h 5089936"/>
              <a:gd name="connsiteX2" fmla="*/ 0 w 1405209"/>
              <a:gd name="connsiteY2" fmla="*/ 5089936 h 5089936"/>
              <a:gd name="connsiteX3" fmla="*/ 1039450 w 1405209"/>
              <a:gd name="connsiteY3" fmla="*/ 0 h 5089936"/>
              <a:gd name="connsiteX0" fmla="*/ 1039450 w 1405209"/>
              <a:gd name="connsiteY0" fmla="*/ 0 h 5089936"/>
              <a:gd name="connsiteX1" fmla="*/ 1405209 w 1405209"/>
              <a:gd name="connsiteY1" fmla="*/ 1891419 h 5089936"/>
              <a:gd name="connsiteX2" fmla="*/ 0 w 1405209"/>
              <a:gd name="connsiteY2" fmla="*/ 5089936 h 5089936"/>
              <a:gd name="connsiteX3" fmla="*/ 1039450 w 1405209"/>
              <a:gd name="connsiteY3" fmla="*/ 0 h 5089936"/>
              <a:gd name="connsiteX0" fmla="*/ 1039450 w 1405209"/>
              <a:gd name="connsiteY0" fmla="*/ 0 h 5089936"/>
              <a:gd name="connsiteX1" fmla="*/ 1405209 w 1405209"/>
              <a:gd name="connsiteY1" fmla="*/ 1891419 h 5089936"/>
              <a:gd name="connsiteX2" fmla="*/ 0 w 1405209"/>
              <a:gd name="connsiteY2" fmla="*/ 5089936 h 5089936"/>
              <a:gd name="connsiteX3" fmla="*/ 8890 w 1405209"/>
              <a:gd name="connsiteY3" fmla="*/ 5081754 h 5089936"/>
              <a:gd name="connsiteX4" fmla="*/ 1039450 w 1405209"/>
              <a:gd name="connsiteY4" fmla="*/ 0 h 5089936"/>
              <a:gd name="connsiteX0" fmla="*/ 1041582 w 1407341"/>
              <a:gd name="connsiteY0" fmla="*/ 0 h 5098422"/>
              <a:gd name="connsiteX1" fmla="*/ 1407341 w 1407341"/>
              <a:gd name="connsiteY1" fmla="*/ 1891419 h 5098422"/>
              <a:gd name="connsiteX2" fmla="*/ 2132 w 1407341"/>
              <a:gd name="connsiteY2" fmla="*/ 5089936 h 5098422"/>
              <a:gd name="connsiteX3" fmla="*/ 719 w 1407341"/>
              <a:gd name="connsiteY3" fmla="*/ 5097208 h 5098422"/>
              <a:gd name="connsiteX4" fmla="*/ 1041582 w 1407341"/>
              <a:gd name="connsiteY4" fmla="*/ 0 h 5098422"/>
              <a:gd name="connsiteX0" fmla="*/ 1034758 w 1407341"/>
              <a:gd name="connsiteY0" fmla="*/ 0 h 5098422"/>
              <a:gd name="connsiteX1" fmla="*/ 1407341 w 1407341"/>
              <a:gd name="connsiteY1" fmla="*/ 1891419 h 5098422"/>
              <a:gd name="connsiteX2" fmla="*/ 2132 w 1407341"/>
              <a:gd name="connsiteY2" fmla="*/ 5089936 h 5098422"/>
              <a:gd name="connsiteX3" fmla="*/ 719 w 1407341"/>
              <a:gd name="connsiteY3" fmla="*/ 5097208 h 5098422"/>
              <a:gd name="connsiteX4" fmla="*/ 1034758 w 1407341"/>
              <a:gd name="connsiteY4" fmla="*/ 0 h 5098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7341" h="5098422">
                <a:moveTo>
                  <a:pt x="1034758" y="0"/>
                </a:moveTo>
                <a:lnTo>
                  <a:pt x="1407341" y="1891419"/>
                </a:lnTo>
                <a:lnTo>
                  <a:pt x="2132" y="5089936"/>
                </a:lnTo>
                <a:cubicBezTo>
                  <a:pt x="5095" y="5083774"/>
                  <a:pt x="-2244" y="5103370"/>
                  <a:pt x="719" y="5097208"/>
                </a:cubicBezTo>
                <a:lnTo>
                  <a:pt x="1034758" y="0"/>
                </a:lnTo>
                <a:close/>
              </a:path>
            </a:pathLst>
          </a:custGeom>
          <a:gradFill>
            <a:gsLst>
              <a:gs pos="15000">
                <a:schemeClr val="accent2"/>
              </a:gs>
              <a:gs pos="76000">
                <a:schemeClr val="accent1"/>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2" name="Freeform 31"/>
          <p:cNvSpPr/>
          <p:nvPr/>
        </p:nvSpPr>
        <p:spPr>
          <a:xfrm>
            <a:off x="8694845" y="2426110"/>
            <a:ext cx="2293341" cy="4440419"/>
          </a:xfrm>
          <a:custGeom>
            <a:avLst/>
            <a:gdLst>
              <a:gd name="connsiteX0" fmla="*/ 958645 w 2263877"/>
              <a:gd name="connsiteY0" fmla="*/ 0 h 4424516"/>
              <a:gd name="connsiteX1" fmla="*/ 2263877 w 2263877"/>
              <a:gd name="connsiteY1" fmla="*/ 1393722 h 4424516"/>
              <a:gd name="connsiteX2" fmla="*/ 0 w 2263877"/>
              <a:gd name="connsiteY2" fmla="*/ 4424516 h 4424516"/>
              <a:gd name="connsiteX3" fmla="*/ 958645 w 2263877"/>
              <a:gd name="connsiteY3" fmla="*/ 0 h 4424516"/>
              <a:gd name="connsiteX0" fmla="*/ 958645 w 2269487"/>
              <a:gd name="connsiteY0" fmla="*/ 0 h 4424516"/>
              <a:gd name="connsiteX1" fmla="*/ 2269487 w 2269487"/>
              <a:gd name="connsiteY1" fmla="*/ 1388112 h 4424516"/>
              <a:gd name="connsiteX2" fmla="*/ 0 w 2269487"/>
              <a:gd name="connsiteY2" fmla="*/ 4424516 h 4424516"/>
              <a:gd name="connsiteX3" fmla="*/ 958645 w 2269487"/>
              <a:gd name="connsiteY3" fmla="*/ 0 h 4424516"/>
              <a:gd name="connsiteX0" fmla="*/ 982499 w 2293341"/>
              <a:gd name="connsiteY0" fmla="*/ 0 h 4440419"/>
              <a:gd name="connsiteX1" fmla="*/ 2293341 w 2293341"/>
              <a:gd name="connsiteY1" fmla="*/ 1388112 h 4440419"/>
              <a:gd name="connsiteX2" fmla="*/ 0 w 2293341"/>
              <a:gd name="connsiteY2" fmla="*/ 4440419 h 4440419"/>
              <a:gd name="connsiteX3" fmla="*/ 982499 w 2293341"/>
              <a:gd name="connsiteY3" fmla="*/ 0 h 4440419"/>
            </a:gdLst>
            <a:ahLst/>
            <a:cxnLst>
              <a:cxn ang="0">
                <a:pos x="connsiteX0" y="connsiteY0"/>
              </a:cxn>
              <a:cxn ang="0">
                <a:pos x="connsiteX1" y="connsiteY1"/>
              </a:cxn>
              <a:cxn ang="0">
                <a:pos x="connsiteX2" y="connsiteY2"/>
              </a:cxn>
              <a:cxn ang="0">
                <a:pos x="connsiteX3" y="connsiteY3"/>
              </a:cxn>
            </a:cxnLst>
            <a:rect l="l" t="t" r="r" b="b"/>
            <a:pathLst>
              <a:path w="2293341" h="4440419">
                <a:moveTo>
                  <a:pt x="982499" y="0"/>
                </a:moveTo>
                <a:lnTo>
                  <a:pt x="2293341" y="1388112"/>
                </a:lnTo>
                <a:lnTo>
                  <a:pt x="0" y="4440419"/>
                </a:lnTo>
                <a:lnTo>
                  <a:pt x="982499" y="0"/>
                </a:lnTo>
                <a:close/>
              </a:path>
            </a:pathLst>
          </a:custGeom>
          <a:gradFill>
            <a:gsLst>
              <a:gs pos="34000">
                <a:schemeClr val="accent2"/>
              </a:gs>
              <a:gs pos="100000">
                <a:schemeClr val="accent1"/>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3" name="Freeform 32"/>
          <p:cNvSpPr/>
          <p:nvPr/>
        </p:nvSpPr>
        <p:spPr>
          <a:xfrm>
            <a:off x="9669015" y="1094096"/>
            <a:ext cx="2522985" cy="2734954"/>
          </a:xfrm>
          <a:custGeom>
            <a:avLst/>
            <a:gdLst>
              <a:gd name="connsiteX0" fmla="*/ 2481262 w 2481262"/>
              <a:gd name="connsiteY0" fmla="*/ 0 h 2762250"/>
              <a:gd name="connsiteX1" fmla="*/ 0 w 2481262"/>
              <a:gd name="connsiteY1" fmla="*/ 1371600 h 2762250"/>
              <a:gd name="connsiteX2" fmla="*/ 1309687 w 2481262"/>
              <a:gd name="connsiteY2" fmla="*/ 2762250 h 2762250"/>
              <a:gd name="connsiteX3" fmla="*/ 2481262 w 2481262"/>
              <a:gd name="connsiteY3" fmla="*/ 0 h 2762250"/>
              <a:gd name="connsiteX0" fmla="*/ 2481262 w 2481262"/>
              <a:gd name="connsiteY0" fmla="*/ 0 h 2762250"/>
              <a:gd name="connsiteX1" fmla="*/ 0 w 2481262"/>
              <a:gd name="connsiteY1" fmla="*/ 1371600 h 2762250"/>
              <a:gd name="connsiteX2" fmla="*/ 1292857 w 2481262"/>
              <a:gd name="connsiteY2" fmla="*/ 2762250 h 2762250"/>
              <a:gd name="connsiteX3" fmla="*/ 2481262 w 2481262"/>
              <a:gd name="connsiteY3" fmla="*/ 0 h 2762250"/>
              <a:gd name="connsiteX0" fmla="*/ 2509311 w 2509311"/>
              <a:gd name="connsiteY0" fmla="*/ 0 h 2762250"/>
              <a:gd name="connsiteX1" fmla="*/ 0 w 2509311"/>
              <a:gd name="connsiteY1" fmla="*/ 1354771 h 2762250"/>
              <a:gd name="connsiteX2" fmla="*/ 1320906 w 2509311"/>
              <a:gd name="connsiteY2" fmla="*/ 2762250 h 2762250"/>
              <a:gd name="connsiteX3" fmla="*/ 2509311 w 2509311"/>
              <a:gd name="connsiteY3" fmla="*/ 0 h 2762250"/>
              <a:gd name="connsiteX0" fmla="*/ 2519943 w 2519943"/>
              <a:gd name="connsiteY0" fmla="*/ 0 h 2762250"/>
              <a:gd name="connsiteX1" fmla="*/ 0 w 2519943"/>
              <a:gd name="connsiteY1" fmla="*/ 1354771 h 2762250"/>
              <a:gd name="connsiteX2" fmla="*/ 1320906 w 2519943"/>
              <a:gd name="connsiteY2" fmla="*/ 2762250 h 2762250"/>
              <a:gd name="connsiteX3" fmla="*/ 2519943 w 2519943"/>
              <a:gd name="connsiteY3" fmla="*/ 0 h 2762250"/>
              <a:gd name="connsiteX0" fmla="*/ 2530575 w 2530575"/>
              <a:gd name="connsiteY0" fmla="*/ 0 h 2762250"/>
              <a:gd name="connsiteX1" fmla="*/ 0 w 2530575"/>
              <a:gd name="connsiteY1" fmla="*/ 1354771 h 2762250"/>
              <a:gd name="connsiteX2" fmla="*/ 1320906 w 2530575"/>
              <a:gd name="connsiteY2" fmla="*/ 2762250 h 2762250"/>
              <a:gd name="connsiteX3" fmla="*/ 2530575 w 2530575"/>
              <a:gd name="connsiteY3" fmla="*/ 0 h 2762250"/>
            </a:gdLst>
            <a:ahLst/>
            <a:cxnLst>
              <a:cxn ang="0">
                <a:pos x="connsiteX0" y="connsiteY0"/>
              </a:cxn>
              <a:cxn ang="0">
                <a:pos x="connsiteX1" y="connsiteY1"/>
              </a:cxn>
              <a:cxn ang="0">
                <a:pos x="connsiteX2" y="connsiteY2"/>
              </a:cxn>
              <a:cxn ang="0">
                <a:pos x="connsiteX3" y="connsiteY3"/>
              </a:cxn>
            </a:cxnLst>
            <a:rect l="l" t="t" r="r" b="b"/>
            <a:pathLst>
              <a:path w="2530575" h="2762250">
                <a:moveTo>
                  <a:pt x="2530575" y="0"/>
                </a:moveTo>
                <a:lnTo>
                  <a:pt x="0" y="1354771"/>
                </a:lnTo>
                <a:lnTo>
                  <a:pt x="1320906" y="2762250"/>
                </a:lnTo>
                <a:lnTo>
                  <a:pt x="2530575" y="0"/>
                </a:lnTo>
                <a:close/>
              </a:path>
            </a:pathLst>
          </a:custGeom>
          <a:gradFill>
            <a:gsLst>
              <a:gs pos="2100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4" name="Freeform 33"/>
          <p:cNvSpPr/>
          <p:nvPr/>
        </p:nvSpPr>
        <p:spPr>
          <a:xfrm>
            <a:off x="3317358" y="-5316"/>
            <a:ext cx="4354033" cy="1222744"/>
          </a:xfrm>
          <a:custGeom>
            <a:avLst/>
            <a:gdLst>
              <a:gd name="connsiteX0" fmla="*/ 0 w 4354033"/>
              <a:gd name="connsiteY0" fmla="*/ 0 h 1217428"/>
              <a:gd name="connsiteX1" fmla="*/ 3067493 w 4354033"/>
              <a:gd name="connsiteY1" fmla="*/ 10632 h 1217428"/>
              <a:gd name="connsiteX2" fmla="*/ 4354033 w 4354033"/>
              <a:gd name="connsiteY2" fmla="*/ 1217428 h 1217428"/>
              <a:gd name="connsiteX3" fmla="*/ 0 w 4354033"/>
              <a:gd name="connsiteY3" fmla="*/ 0 h 1217428"/>
              <a:gd name="connsiteX0" fmla="*/ 0 w 4354033"/>
              <a:gd name="connsiteY0" fmla="*/ 0 h 1217428"/>
              <a:gd name="connsiteX1" fmla="*/ 3088758 w 4354033"/>
              <a:gd name="connsiteY1" fmla="*/ 10632 h 1217428"/>
              <a:gd name="connsiteX2" fmla="*/ 4354033 w 4354033"/>
              <a:gd name="connsiteY2" fmla="*/ 1217428 h 1217428"/>
              <a:gd name="connsiteX3" fmla="*/ 0 w 4354033"/>
              <a:gd name="connsiteY3" fmla="*/ 0 h 1217428"/>
              <a:gd name="connsiteX0" fmla="*/ 0 w 4375298"/>
              <a:gd name="connsiteY0" fmla="*/ 0 h 1217428"/>
              <a:gd name="connsiteX1" fmla="*/ 3088758 w 4375298"/>
              <a:gd name="connsiteY1" fmla="*/ 10632 h 1217428"/>
              <a:gd name="connsiteX2" fmla="*/ 4375298 w 4375298"/>
              <a:gd name="connsiteY2" fmla="*/ 1217428 h 1217428"/>
              <a:gd name="connsiteX3" fmla="*/ 0 w 4375298"/>
              <a:gd name="connsiteY3" fmla="*/ 0 h 1217428"/>
              <a:gd name="connsiteX0" fmla="*/ 0 w 4364666"/>
              <a:gd name="connsiteY0" fmla="*/ 0 h 1217428"/>
              <a:gd name="connsiteX1" fmla="*/ 3088758 w 4364666"/>
              <a:gd name="connsiteY1" fmla="*/ 10632 h 1217428"/>
              <a:gd name="connsiteX2" fmla="*/ 4364666 w 4364666"/>
              <a:gd name="connsiteY2" fmla="*/ 1217428 h 1217428"/>
              <a:gd name="connsiteX3" fmla="*/ 0 w 4364666"/>
              <a:gd name="connsiteY3" fmla="*/ 0 h 1217428"/>
              <a:gd name="connsiteX0" fmla="*/ 0 w 4354033"/>
              <a:gd name="connsiteY0" fmla="*/ 0 h 1222744"/>
              <a:gd name="connsiteX1" fmla="*/ 3088758 w 4354033"/>
              <a:gd name="connsiteY1" fmla="*/ 10632 h 1222744"/>
              <a:gd name="connsiteX2" fmla="*/ 4354033 w 4354033"/>
              <a:gd name="connsiteY2" fmla="*/ 1222744 h 1222744"/>
              <a:gd name="connsiteX3" fmla="*/ 0 w 4354033"/>
              <a:gd name="connsiteY3" fmla="*/ 0 h 1222744"/>
              <a:gd name="connsiteX0" fmla="*/ 0 w 4354033"/>
              <a:gd name="connsiteY0" fmla="*/ 5317 h 1228061"/>
              <a:gd name="connsiteX1" fmla="*/ 3083442 w 4354033"/>
              <a:gd name="connsiteY1" fmla="*/ 0 h 1228061"/>
              <a:gd name="connsiteX2" fmla="*/ 4354033 w 4354033"/>
              <a:gd name="connsiteY2" fmla="*/ 1228061 h 1228061"/>
              <a:gd name="connsiteX3" fmla="*/ 0 w 4354033"/>
              <a:gd name="connsiteY3" fmla="*/ 5317 h 1228061"/>
              <a:gd name="connsiteX0" fmla="*/ 0 w 4354033"/>
              <a:gd name="connsiteY0" fmla="*/ 0 h 1222744"/>
              <a:gd name="connsiteX1" fmla="*/ 3094074 w 4354033"/>
              <a:gd name="connsiteY1" fmla="*/ 5315 h 1222744"/>
              <a:gd name="connsiteX2" fmla="*/ 4354033 w 4354033"/>
              <a:gd name="connsiteY2" fmla="*/ 1222744 h 1222744"/>
              <a:gd name="connsiteX3" fmla="*/ 0 w 4354033"/>
              <a:gd name="connsiteY3" fmla="*/ 0 h 1222744"/>
            </a:gdLst>
            <a:ahLst/>
            <a:cxnLst>
              <a:cxn ang="0">
                <a:pos x="connsiteX0" y="connsiteY0"/>
              </a:cxn>
              <a:cxn ang="0">
                <a:pos x="connsiteX1" y="connsiteY1"/>
              </a:cxn>
              <a:cxn ang="0">
                <a:pos x="connsiteX2" y="connsiteY2"/>
              </a:cxn>
              <a:cxn ang="0">
                <a:pos x="connsiteX3" y="connsiteY3"/>
              </a:cxn>
            </a:cxnLst>
            <a:rect l="l" t="t" r="r" b="b"/>
            <a:pathLst>
              <a:path w="4354033" h="1222744">
                <a:moveTo>
                  <a:pt x="0" y="0"/>
                </a:moveTo>
                <a:lnTo>
                  <a:pt x="3094074" y="5315"/>
                </a:lnTo>
                <a:lnTo>
                  <a:pt x="4354033" y="1222744"/>
                </a:lnTo>
                <a:lnTo>
                  <a:pt x="0" y="0"/>
                </a:lnTo>
                <a:close/>
              </a:path>
            </a:pathLst>
          </a:custGeom>
          <a:gradFill>
            <a:gsLst>
              <a:gs pos="100000">
                <a:schemeClr val="accent2"/>
              </a:gs>
              <a:gs pos="44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34"/>
          <p:cNvSpPr/>
          <p:nvPr/>
        </p:nvSpPr>
        <p:spPr>
          <a:xfrm>
            <a:off x="8690615" y="3783805"/>
            <a:ext cx="2797640" cy="3086077"/>
          </a:xfrm>
          <a:custGeom>
            <a:avLst/>
            <a:gdLst>
              <a:gd name="connsiteX0" fmla="*/ 2270113 w 2753791"/>
              <a:gd name="connsiteY0" fmla="*/ 0 h 3029171"/>
              <a:gd name="connsiteX1" fmla="*/ 0 w 2753791"/>
              <a:gd name="connsiteY1" fmla="*/ 3025640 h 3029171"/>
              <a:gd name="connsiteX2" fmla="*/ 2753791 w 2753791"/>
              <a:gd name="connsiteY2" fmla="*/ 3029171 h 3029171"/>
              <a:gd name="connsiteX3" fmla="*/ 2270113 w 2753791"/>
              <a:gd name="connsiteY3" fmla="*/ 0 h 3029171"/>
              <a:gd name="connsiteX0" fmla="*/ 2247810 w 2753791"/>
              <a:gd name="connsiteY0" fmla="*/ 0 h 3073776"/>
              <a:gd name="connsiteX1" fmla="*/ 0 w 2753791"/>
              <a:gd name="connsiteY1" fmla="*/ 3070245 h 3073776"/>
              <a:gd name="connsiteX2" fmla="*/ 2753791 w 2753791"/>
              <a:gd name="connsiteY2" fmla="*/ 3073776 h 3073776"/>
              <a:gd name="connsiteX3" fmla="*/ 2247810 w 2753791"/>
              <a:gd name="connsiteY3" fmla="*/ 0 h 3073776"/>
              <a:gd name="connsiteX0" fmla="*/ 2311420 w 2817401"/>
              <a:gd name="connsiteY0" fmla="*/ 0 h 3073776"/>
              <a:gd name="connsiteX1" fmla="*/ 0 w 2817401"/>
              <a:gd name="connsiteY1" fmla="*/ 3062294 h 3073776"/>
              <a:gd name="connsiteX2" fmla="*/ 2817401 w 2817401"/>
              <a:gd name="connsiteY2" fmla="*/ 3073776 h 3073776"/>
              <a:gd name="connsiteX3" fmla="*/ 2311420 w 2817401"/>
              <a:gd name="connsiteY3" fmla="*/ 0 h 3073776"/>
              <a:gd name="connsiteX0" fmla="*/ 2311420 w 2817401"/>
              <a:gd name="connsiteY0" fmla="*/ 0 h 3089589"/>
              <a:gd name="connsiteX1" fmla="*/ 0 w 2817401"/>
              <a:gd name="connsiteY1" fmla="*/ 3089589 h 3089589"/>
              <a:gd name="connsiteX2" fmla="*/ 2817401 w 2817401"/>
              <a:gd name="connsiteY2" fmla="*/ 3073776 h 3089589"/>
              <a:gd name="connsiteX3" fmla="*/ 2311420 w 2817401"/>
              <a:gd name="connsiteY3" fmla="*/ 0 h 3089589"/>
              <a:gd name="connsiteX0" fmla="*/ 2306657 w 2812638"/>
              <a:gd name="connsiteY0" fmla="*/ 0 h 3089589"/>
              <a:gd name="connsiteX1" fmla="*/ 0 w 2812638"/>
              <a:gd name="connsiteY1" fmla="*/ 3089589 h 3089589"/>
              <a:gd name="connsiteX2" fmla="*/ 2812638 w 2812638"/>
              <a:gd name="connsiteY2" fmla="*/ 3073776 h 3089589"/>
              <a:gd name="connsiteX3" fmla="*/ 2306657 w 2812638"/>
              <a:gd name="connsiteY3" fmla="*/ 0 h 3089589"/>
              <a:gd name="connsiteX0" fmla="*/ 2306657 w 2812638"/>
              <a:gd name="connsiteY0" fmla="*/ 0 h 3084826"/>
              <a:gd name="connsiteX1" fmla="*/ 0 w 2812638"/>
              <a:gd name="connsiteY1" fmla="*/ 3084826 h 3084826"/>
              <a:gd name="connsiteX2" fmla="*/ 2812638 w 2812638"/>
              <a:gd name="connsiteY2" fmla="*/ 3073776 h 3084826"/>
              <a:gd name="connsiteX3" fmla="*/ 2306657 w 2812638"/>
              <a:gd name="connsiteY3" fmla="*/ 0 h 3084826"/>
              <a:gd name="connsiteX0" fmla="*/ 2292370 w 2798351"/>
              <a:gd name="connsiteY0" fmla="*/ 0 h 3084826"/>
              <a:gd name="connsiteX1" fmla="*/ 0 w 2798351"/>
              <a:gd name="connsiteY1" fmla="*/ 3084826 h 3084826"/>
              <a:gd name="connsiteX2" fmla="*/ 2798351 w 2798351"/>
              <a:gd name="connsiteY2" fmla="*/ 3073776 h 3084826"/>
              <a:gd name="connsiteX3" fmla="*/ 2292370 w 2798351"/>
              <a:gd name="connsiteY3" fmla="*/ 0 h 3084826"/>
              <a:gd name="connsiteX0" fmla="*/ 2298720 w 2804701"/>
              <a:gd name="connsiteY0" fmla="*/ 0 h 3084826"/>
              <a:gd name="connsiteX1" fmla="*/ 0 w 2804701"/>
              <a:gd name="connsiteY1" fmla="*/ 3084826 h 3084826"/>
              <a:gd name="connsiteX2" fmla="*/ 2804701 w 2804701"/>
              <a:gd name="connsiteY2" fmla="*/ 3073776 h 3084826"/>
              <a:gd name="connsiteX3" fmla="*/ 2298720 w 2804701"/>
              <a:gd name="connsiteY3" fmla="*/ 0 h 3084826"/>
              <a:gd name="connsiteX0" fmla="*/ 2298720 w 2804701"/>
              <a:gd name="connsiteY0" fmla="*/ 0 h 3084826"/>
              <a:gd name="connsiteX1" fmla="*/ 0 w 2804701"/>
              <a:gd name="connsiteY1" fmla="*/ 3084826 h 3084826"/>
              <a:gd name="connsiteX2" fmla="*/ 2804701 w 2804701"/>
              <a:gd name="connsiteY2" fmla="*/ 3073776 h 3084826"/>
              <a:gd name="connsiteX3" fmla="*/ 2298720 w 2804701"/>
              <a:gd name="connsiteY3" fmla="*/ 0 h 3084826"/>
              <a:gd name="connsiteX0" fmla="*/ 2311420 w 2804701"/>
              <a:gd name="connsiteY0" fmla="*/ 0 h 3084826"/>
              <a:gd name="connsiteX1" fmla="*/ 0 w 2804701"/>
              <a:gd name="connsiteY1" fmla="*/ 3084826 h 3084826"/>
              <a:gd name="connsiteX2" fmla="*/ 2804701 w 2804701"/>
              <a:gd name="connsiteY2" fmla="*/ 3073776 h 3084826"/>
              <a:gd name="connsiteX3" fmla="*/ 2311420 w 2804701"/>
              <a:gd name="connsiteY3" fmla="*/ 0 h 3084826"/>
              <a:gd name="connsiteX0" fmla="*/ 2311420 w 2804701"/>
              <a:gd name="connsiteY0" fmla="*/ 0 h 3087424"/>
              <a:gd name="connsiteX1" fmla="*/ 0 w 2804701"/>
              <a:gd name="connsiteY1" fmla="*/ 3084826 h 3087424"/>
              <a:gd name="connsiteX2" fmla="*/ 2804701 w 2804701"/>
              <a:gd name="connsiteY2" fmla="*/ 3087424 h 3087424"/>
              <a:gd name="connsiteX3" fmla="*/ 2311420 w 2804701"/>
              <a:gd name="connsiteY3" fmla="*/ 0 h 3087424"/>
              <a:gd name="connsiteX0" fmla="*/ 2311420 w 2818349"/>
              <a:gd name="connsiteY0" fmla="*/ 0 h 3087424"/>
              <a:gd name="connsiteX1" fmla="*/ 0 w 2818349"/>
              <a:gd name="connsiteY1" fmla="*/ 3084826 h 3087424"/>
              <a:gd name="connsiteX2" fmla="*/ 2818349 w 2818349"/>
              <a:gd name="connsiteY2" fmla="*/ 3087424 h 3087424"/>
              <a:gd name="connsiteX3" fmla="*/ 2311420 w 2818349"/>
              <a:gd name="connsiteY3" fmla="*/ 0 h 3087424"/>
            </a:gdLst>
            <a:ahLst/>
            <a:cxnLst>
              <a:cxn ang="0">
                <a:pos x="connsiteX0" y="connsiteY0"/>
              </a:cxn>
              <a:cxn ang="0">
                <a:pos x="connsiteX1" y="connsiteY1"/>
              </a:cxn>
              <a:cxn ang="0">
                <a:pos x="connsiteX2" y="connsiteY2"/>
              </a:cxn>
              <a:cxn ang="0">
                <a:pos x="connsiteX3" y="connsiteY3"/>
              </a:cxn>
            </a:cxnLst>
            <a:rect l="l" t="t" r="r" b="b"/>
            <a:pathLst>
              <a:path w="2818349" h="3087424">
                <a:moveTo>
                  <a:pt x="2311420" y="0"/>
                </a:moveTo>
                <a:lnTo>
                  <a:pt x="0" y="3084826"/>
                </a:lnTo>
                <a:lnTo>
                  <a:pt x="2818349" y="3087424"/>
                </a:lnTo>
                <a:lnTo>
                  <a:pt x="2311420" y="0"/>
                </a:lnTo>
                <a:close/>
              </a:path>
            </a:pathLst>
          </a:custGeom>
          <a:gradFill>
            <a:gsLst>
              <a:gs pos="11000">
                <a:schemeClr val="accent2"/>
              </a:gs>
              <a:gs pos="78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6" name="Freeform 35"/>
          <p:cNvSpPr/>
          <p:nvPr/>
        </p:nvSpPr>
        <p:spPr>
          <a:xfrm>
            <a:off x="7660347" y="1094096"/>
            <a:ext cx="4531653" cy="1344304"/>
          </a:xfrm>
          <a:custGeom>
            <a:avLst/>
            <a:gdLst>
              <a:gd name="connsiteX0" fmla="*/ 0 w 4533900"/>
              <a:gd name="connsiteY0" fmla="*/ 142875 h 1371600"/>
              <a:gd name="connsiteX1" fmla="*/ 4533900 w 4533900"/>
              <a:gd name="connsiteY1" fmla="*/ 0 h 1371600"/>
              <a:gd name="connsiteX2" fmla="*/ 2043113 w 4533900"/>
              <a:gd name="connsiteY2" fmla="*/ 1371600 h 1371600"/>
              <a:gd name="connsiteX3" fmla="*/ 0 w 4533900"/>
              <a:gd name="connsiteY3" fmla="*/ 142875 h 1371600"/>
              <a:gd name="connsiteX0" fmla="*/ 0 w 4533900"/>
              <a:gd name="connsiteY0" fmla="*/ 142875 h 1371600"/>
              <a:gd name="connsiteX1" fmla="*/ 4533900 w 4533900"/>
              <a:gd name="connsiteY1" fmla="*/ 0 h 1371600"/>
              <a:gd name="connsiteX2" fmla="*/ 2021848 w 4533900"/>
              <a:gd name="connsiteY2" fmla="*/ 1371600 h 1371600"/>
              <a:gd name="connsiteX3" fmla="*/ 0 w 4533900"/>
              <a:gd name="connsiteY3" fmla="*/ 142875 h 1371600"/>
              <a:gd name="connsiteX0" fmla="*/ 0 w 4544532"/>
              <a:gd name="connsiteY0" fmla="*/ 153508 h 1371600"/>
              <a:gd name="connsiteX1" fmla="*/ 4544532 w 4544532"/>
              <a:gd name="connsiteY1" fmla="*/ 0 h 1371600"/>
              <a:gd name="connsiteX2" fmla="*/ 2032480 w 4544532"/>
              <a:gd name="connsiteY2" fmla="*/ 1371600 h 1371600"/>
              <a:gd name="connsiteX3" fmla="*/ 0 w 4544532"/>
              <a:gd name="connsiteY3" fmla="*/ 153508 h 1371600"/>
              <a:gd name="connsiteX0" fmla="*/ 0 w 4544532"/>
              <a:gd name="connsiteY0" fmla="*/ 142875 h 1371600"/>
              <a:gd name="connsiteX1" fmla="*/ 4544532 w 4544532"/>
              <a:gd name="connsiteY1" fmla="*/ 0 h 1371600"/>
              <a:gd name="connsiteX2" fmla="*/ 2032480 w 4544532"/>
              <a:gd name="connsiteY2" fmla="*/ 1371600 h 1371600"/>
              <a:gd name="connsiteX3" fmla="*/ 0 w 4544532"/>
              <a:gd name="connsiteY3" fmla="*/ 142875 h 1371600"/>
              <a:gd name="connsiteX0" fmla="*/ 0 w 4536805"/>
              <a:gd name="connsiteY0" fmla="*/ 148026 h 1371600"/>
              <a:gd name="connsiteX1" fmla="*/ 4536805 w 4536805"/>
              <a:gd name="connsiteY1" fmla="*/ 0 h 1371600"/>
              <a:gd name="connsiteX2" fmla="*/ 2024753 w 4536805"/>
              <a:gd name="connsiteY2" fmla="*/ 1371600 h 1371600"/>
              <a:gd name="connsiteX3" fmla="*/ 0 w 4536805"/>
              <a:gd name="connsiteY3" fmla="*/ 148026 h 1371600"/>
              <a:gd name="connsiteX0" fmla="*/ 0 w 4531653"/>
              <a:gd name="connsiteY0" fmla="*/ 142874 h 1371600"/>
              <a:gd name="connsiteX1" fmla="*/ 4531653 w 4531653"/>
              <a:gd name="connsiteY1" fmla="*/ 0 h 1371600"/>
              <a:gd name="connsiteX2" fmla="*/ 2019601 w 4531653"/>
              <a:gd name="connsiteY2" fmla="*/ 1371600 h 1371600"/>
              <a:gd name="connsiteX3" fmla="*/ 0 w 4531653"/>
              <a:gd name="connsiteY3" fmla="*/ 142874 h 1371600"/>
              <a:gd name="connsiteX0" fmla="*/ 0 w 3944799"/>
              <a:gd name="connsiteY0" fmla="*/ 33692 h 1262418"/>
              <a:gd name="connsiteX1" fmla="*/ 3944799 w 3944799"/>
              <a:gd name="connsiteY1" fmla="*/ 0 h 1262418"/>
              <a:gd name="connsiteX2" fmla="*/ 2019601 w 3944799"/>
              <a:gd name="connsiteY2" fmla="*/ 1262418 h 1262418"/>
              <a:gd name="connsiteX3" fmla="*/ 0 w 3944799"/>
              <a:gd name="connsiteY3" fmla="*/ 33692 h 1262418"/>
              <a:gd name="connsiteX0" fmla="*/ 0 w 4531653"/>
              <a:gd name="connsiteY0" fmla="*/ 115578 h 1344304"/>
              <a:gd name="connsiteX1" fmla="*/ 4531653 w 4531653"/>
              <a:gd name="connsiteY1" fmla="*/ 0 h 1344304"/>
              <a:gd name="connsiteX2" fmla="*/ 2019601 w 4531653"/>
              <a:gd name="connsiteY2" fmla="*/ 1344304 h 1344304"/>
              <a:gd name="connsiteX3" fmla="*/ 0 w 4531653"/>
              <a:gd name="connsiteY3" fmla="*/ 115578 h 1344304"/>
            </a:gdLst>
            <a:ahLst/>
            <a:cxnLst>
              <a:cxn ang="0">
                <a:pos x="connsiteX0" y="connsiteY0"/>
              </a:cxn>
              <a:cxn ang="0">
                <a:pos x="connsiteX1" y="connsiteY1"/>
              </a:cxn>
              <a:cxn ang="0">
                <a:pos x="connsiteX2" y="connsiteY2"/>
              </a:cxn>
              <a:cxn ang="0">
                <a:pos x="connsiteX3" y="connsiteY3"/>
              </a:cxn>
            </a:cxnLst>
            <a:rect l="l" t="t" r="r" b="b"/>
            <a:pathLst>
              <a:path w="4531653" h="1344304">
                <a:moveTo>
                  <a:pt x="0" y="115578"/>
                </a:moveTo>
                <a:lnTo>
                  <a:pt x="4531653" y="0"/>
                </a:lnTo>
                <a:lnTo>
                  <a:pt x="2019601" y="1344304"/>
                </a:lnTo>
                <a:lnTo>
                  <a:pt x="0" y="115578"/>
                </a:lnTo>
                <a:close/>
              </a:path>
            </a:pathLst>
          </a:custGeom>
          <a:gradFill>
            <a:gsLst>
              <a:gs pos="9000">
                <a:schemeClr val="accent1"/>
              </a:gs>
              <a:gs pos="100000">
                <a:schemeClr val="accent2"/>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7" name="Freeform 36"/>
          <p:cNvSpPr/>
          <p:nvPr/>
        </p:nvSpPr>
        <p:spPr>
          <a:xfrm>
            <a:off x="4067336" y="4705135"/>
            <a:ext cx="4628534" cy="2161794"/>
          </a:xfrm>
          <a:custGeom>
            <a:avLst/>
            <a:gdLst>
              <a:gd name="connsiteX0" fmla="*/ 0 w 4632158"/>
              <a:gd name="connsiteY0" fmla="*/ 1239253 h 2129590"/>
              <a:gd name="connsiteX1" fmla="*/ 3645569 w 4632158"/>
              <a:gd name="connsiteY1" fmla="*/ 0 h 2129590"/>
              <a:gd name="connsiteX2" fmla="*/ 4632158 w 4632158"/>
              <a:gd name="connsiteY2" fmla="*/ 2129590 h 2129590"/>
              <a:gd name="connsiteX3" fmla="*/ 0 w 4632158"/>
              <a:gd name="connsiteY3" fmla="*/ 1239253 h 2129590"/>
              <a:gd name="connsiteX0" fmla="*/ 0 w 4632158"/>
              <a:gd name="connsiteY0" fmla="*/ 1243228 h 2133565"/>
              <a:gd name="connsiteX1" fmla="*/ 3641593 w 4632158"/>
              <a:gd name="connsiteY1" fmla="*/ 0 h 2133565"/>
              <a:gd name="connsiteX2" fmla="*/ 4632158 w 4632158"/>
              <a:gd name="connsiteY2" fmla="*/ 2133565 h 2133565"/>
              <a:gd name="connsiteX3" fmla="*/ 0 w 4632158"/>
              <a:gd name="connsiteY3" fmla="*/ 1243228 h 2133565"/>
              <a:gd name="connsiteX0" fmla="*/ 0 w 4656011"/>
              <a:gd name="connsiteY0" fmla="*/ 1243228 h 2157419"/>
              <a:gd name="connsiteX1" fmla="*/ 3641593 w 4656011"/>
              <a:gd name="connsiteY1" fmla="*/ 0 h 2157419"/>
              <a:gd name="connsiteX2" fmla="*/ 4656011 w 4656011"/>
              <a:gd name="connsiteY2" fmla="*/ 2157419 h 2157419"/>
              <a:gd name="connsiteX3" fmla="*/ 0 w 4656011"/>
              <a:gd name="connsiteY3" fmla="*/ 1243228 h 2157419"/>
              <a:gd name="connsiteX0" fmla="*/ 0 w 4659987"/>
              <a:gd name="connsiteY0" fmla="*/ 1247204 h 2157419"/>
              <a:gd name="connsiteX1" fmla="*/ 3645569 w 4659987"/>
              <a:gd name="connsiteY1" fmla="*/ 0 h 2157419"/>
              <a:gd name="connsiteX2" fmla="*/ 4659987 w 4659987"/>
              <a:gd name="connsiteY2" fmla="*/ 2157419 h 2157419"/>
              <a:gd name="connsiteX3" fmla="*/ 0 w 4659987"/>
              <a:gd name="connsiteY3" fmla="*/ 1247204 h 2157419"/>
              <a:gd name="connsiteX0" fmla="*/ 0 w 4667938"/>
              <a:gd name="connsiteY0" fmla="*/ 1263107 h 2157419"/>
              <a:gd name="connsiteX1" fmla="*/ 3653520 w 4667938"/>
              <a:gd name="connsiteY1" fmla="*/ 0 h 2157419"/>
              <a:gd name="connsiteX2" fmla="*/ 4667938 w 4667938"/>
              <a:gd name="connsiteY2" fmla="*/ 2157419 h 2157419"/>
              <a:gd name="connsiteX3" fmla="*/ 0 w 4667938"/>
              <a:gd name="connsiteY3" fmla="*/ 1263107 h 2157419"/>
              <a:gd name="connsiteX0" fmla="*/ 0 w 4667938"/>
              <a:gd name="connsiteY0" fmla="*/ 1259132 h 2157419"/>
              <a:gd name="connsiteX1" fmla="*/ 3653520 w 4667938"/>
              <a:gd name="connsiteY1" fmla="*/ 0 h 2157419"/>
              <a:gd name="connsiteX2" fmla="*/ 4667938 w 4667938"/>
              <a:gd name="connsiteY2" fmla="*/ 2157419 h 2157419"/>
              <a:gd name="connsiteX3" fmla="*/ 0 w 4667938"/>
              <a:gd name="connsiteY3" fmla="*/ 1259132 h 2157419"/>
              <a:gd name="connsiteX0" fmla="*/ 0 w 4667938"/>
              <a:gd name="connsiteY0" fmla="*/ 1259132 h 2157419"/>
              <a:gd name="connsiteX1" fmla="*/ 3653520 w 4667938"/>
              <a:gd name="connsiteY1" fmla="*/ 0 h 2157419"/>
              <a:gd name="connsiteX2" fmla="*/ 4667938 w 4667938"/>
              <a:gd name="connsiteY2" fmla="*/ 2157419 h 2157419"/>
              <a:gd name="connsiteX3" fmla="*/ 0 w 4667938"/>
              <a:gd name="connsiteY3" fmla="*/ 1259132 h 2157419"/>
              <a:gd name="connsiteX0" fmla="*/ 0 w 4659987"/>
              <a:gd name="connsiteY0" fmla="*/ 1251181 h 2157419"/>
              <a:gd name="connsiteX1" fmla="*/ 3645569 w 4659987"/>
              <a:gd name="connsiteY1" fmla="*/ 0 h 2157419"/>
              <a:gd name="connsiteX2" fmla="*/ 4659987 w 4659987"/>
              <a:gd name="connsiteY2" fmla="*/ 2157419 h 2157419"/>
              <a:gd name="connsiteX3" fmla="*/ 0 w 4659987"/>
              <a:gd name="connsiteY3" fmla="*/ 1251181 h 2157419"/>
              <a:gd name="connsiteX0" fmla="*/ 0 w 4674275"/>
              <a:gd name="connsiteY0" fmla="*/ 1251181 h 2157419"/>
              <a:gd name="connsiteX1" fmla="*/ 3645569 w 4674275"/>
              <a:gd name="connsiteY1" fmla="*/ 0 h 2157419"/>
              <a:gd name="connsiteX2" fmla="*/ 4674275 w 4674275"/>
              <a:gd name="connsiteY2" fmla="*/ 2157419 h 2157419"/>
              <a:gd name="connsiteX3" fmla="*/ 0 w 4674275"/>
              <a:gd name="connsiteY3" fmla="*/ 1251181 h 2157419"/>
              <a:gd name="connsiteX0" fmla="*/ 0 w 4683800"/>
              <a:gd name="connsiteY0" fmla="*/ 1251181 h 2157419"/>
              <a:gd name="connsiteX1" fmla="*/ 3655094 w 4683800"/>
              <a:gd name="connsiteY1" fmla="*/ 0 h 2157419"/>
              <a:gd name="connsiteX2" fmla="*/ 4683800 w 4683800"/>
              <a:gd name="connsiteY2" fmla="*/ 2157419 h 2157419"/>
              <a:gd name="connsiteX3" fmla="*/ 0 w 4683800"/>
              <a:gd name="connsiteY3" fmla="*/ 1251181 h 2157419"/>
              <a:gd name="connsiteX0" fmla="*/ 0 w 4695230"/>
              <a:gd name="connsiteY0" fmla="*/ 1251181 h 2157419"/>
              <a:gd name="connsiteX1" fmla="*/ 3666524 w 4695230"/>
              <a:gd name="connsiteY1" fmla="*/ 0 h 2157419"/>
              <a:gd name="connsiteX2" fmla="*/ 4695230 w 4695230"/>
              <a:gd name="connsiteY2" fmla="*/ 2157419 h 2157419"/>
              <a:gd name="connsiteX3" fmla="*/ 0 w 4695230"/>
              <a:gd name="connsiteY3" fmla="*/ 1251181 h 2157419"/>
              <a:gd name="connsiteX0" fmla="*/ 0 w 4695230"/>
              <a:gd name="connsiteY0" fmla="*/ 1251181 h 2171067"/>
              <a:gd name="connsiteX1" fmla="*/ 3666524 w 4695230"/>
              <a:gd name="connsiteY1" fmla="*/ 0 h 2171067"/>
              <a:gd name="connsiteX2" fmla="*/ 4695230 w 4695230"/>
              <a:gd name="connsiteY2" fmla="*/ 2171067 h 2171067"/>
              <a:gd name="connsiteX3" fmla="*/ 0 w 4695230"/>
              <a:gd name="connsiteY3" fmla="*/ 1251181 h 2171067"/>
              <a:gd name="connsiteX0" fmla="*/ 0 w 4708878"/>
              <a:gd name="connsiteY0" fmla="*/ 1251181 h 2184715"/>
              <a:gd name="connsiteX1" fmla="*/ 3666524 w 4708878"/>
              <a:gd name="connsiteY1" fmla="*/ 0 h 2184715"/>
              <a:gd name="connsiteX2" fmla="*/ 4708878 w 4708878"/>
              <a:gd name="connsiteY2" fmla="*/ 2184715 h 2184715"/>
              <a:gd name="connsiteX3" fmla="*/ 0 w 4708878"/>
              <a:gd name="connsiteY3" fmla="*/ 1251181 h 2184715"/>
              <a:gd name="connsiteX0" fmla="*/ 0 w 4722526"/>
              <a:gd name="connsiteY0" fmla="*/ 1251181 h 2198363"/>
              <a:gd name="connsiteX1" fmla="*/ 3666524 w 4722526"/>
              <a:gd name="connsiteY1" fmla="*/ 0 h 2198363"/>
              <a:gd name="connsiteX2" fmla="*/ 4722526 w 4722526"/>
              <a:gd name="connsiteY2" fmla="*/ 2198363 h 2198363"/>
              <a:gd name="connsiteX3" fmla="*/ 0 w 4722526"/>
              <a:gd name="connsiteY3" fmla="*/ 1251181 h 2198363"/>
              <a:gd name="connsiteX0" fmla="*/ 0 w 4658916"/>
              <a:gd name="connsiteY0" fmla="*/ 1251181 h 2190411"/>
              <a:gd name="connsiteX1" fmla="*/ 3666524 w 4658916"/>
              <a:gd name="connsiteY1" fmla="*/ 0 h 2190411"/>
              <a:gd name="connsiteX2" fmla="*/ 4658916 w 4658916"/>
              <a:gd name="connsiteY2" fmla="*/ 2190411 h 2190411"/>
              <a:gd name="connsiteX3" fmla="*/ 0 w 4658916"/>
              <a:gd name="connsiteY3" fmla="*/ 1251181 h 2190411"/>
              <a:gd name="connsiteX0" fmla="*/ 0 w 4658916"/>
              <a:gd name="connsiteY0" fmla="*/ 1251181 h 2166557"/>
              <a:gd name="connsiteX1" fmla="*/ 3666524 w 4658916"/>
              <a:gd name="connsiteY1" fmla="*/ 0 h 2166557"/>
              <a:gd name="connsiteX2" fmla="*/ 4658916 w 4658916"/>
              <a:gd name="connsiteY2" fmla="*/ 2166557 h 2166557"/>
              <a:gd name="connsiteX3" fmla="*/ 0 w 4658916"/>
              <a:gd name="connsiteY3" fmla="*/ 1251181 h 2166557"/>
              <a:gd name="connsiteX0" fmla="*/ 0 w 4670136"/>
              <a:gd name="connsiteY0" fmla="*/ 1251181 h 2166557"/>
              <a:gd name="connsiteX1" fmla="*/ 3677744 w 4670136"/>
              <a:gd name="connsiteY1" fmla="*/ 0 h 2166557"/>
              <a:gd name="connsiteX2" fmla="*/ 4670136 w 4670136"/>
              <a:gd name="connsiteY2" fmla="*/ 2166557 h 2166557"/>
              <a:gd name="connsiteX3" fmla="*/ 0 w 4670136"/>
              <a:gd name="connsiteY3" fmla="*/ 1251181 h 2166557"/>
              <a:gd name="connsiteX0" fmla="*/ 0 w 4653306"/>
              <a:gd name="connsiteY0" fmla="*/ 1251181 h 2166557"/>
              <a:gd name="connsiteX1" fmla="*/ 3660914 w 4653306"/>
              <a:gd name="connsiteY1" fmla="*/ 0 h 2166557"/>
              <a:gd name="connsiteX2" fmla="*/ 4653306 w 4653306"/>
              <a:gd name="connsiteY2" fmla="*/ 2166557 h 2166557"/>
              <a:gd name="connsiteX3" fmla="*/ 0 w 4653306"/>
              <a:gd name="connsiteY3" fmla="*/ 1251181 h 2166557"/>
              <a:gd name="connsiteX0" fmla="*/ 0 w 4001299"/>
              <a:gd name="connsiteY0" fmla="*/ 869518 h 2166557"/>
              <a:gd name="connsiteX1" fmla="*/ 3008907 w 4001299"/>
              <a:gd name="connsiteY1" fmla="*/ 0 h 2166557"/>
              <a:gd name="connsiteX2" fmla="*/ 4001299 w 4001299"/>
              <a:gd name="connsiteY2" fmla="*/ 2166557 h 2166557"/>
              <a:gd name="connsiteX3" fmla="*/ 0 w 4001299"/>
              <a:gd name="connsiteY3" fmla="*/ 869518 h 2166557"/>
              <a:gd name="connsiteX0" fmla="*/ 0 w 4645354"/>
              <a:gd name="connsiteY0" fmla="*/ 1251181 h 2166557"/>
              <a:gd name="connsiteX1" fmla="*/ 3652962 w 4645354"/>
              <a:gd name="connsiteY1" fmla="*/ 0 h 2166557"/>
              <a:gd name="connsiteX2" fmla="*/ 4645354 w 4645354"/>
              <a:gd name="connsiteY2" fmla="*/ 2166557 h 2166557"/>
              <a:gd name="connsiteX3" fmla="*/ 0 w 4645354"/>
              <a:gd name="connsiteY3" fmla="*/ 1251181 h 2166557"/>
              <a:gd name="connsiteX0" fmla="*/ 0 w 4645354"/>
              <a:gd name="connsiteY0" fmla="*/ 1243230 h 2166557"/>
              <a:gd name="connsiteX1" fmla="*/ 3652962 w 4645354"/>
              <a:gd name="connsiteY1" fmla="*/ 0 h 2166557"/>
              <a:gd name="connsiteX2" fmla="*/ 4645354 w 4645354"/>
              <a:gd name="connsiteY2" fmla="*/ 2166557 h 2166557"/>
              <a:gd name="connsiteX3" fmla="*/ 0 w 4645354"/>
              <a:gd name="connsiteY3" fmla="*/ 1243230 h 2166557"/>
              <a:gd name="connsiteX0" fmla="*/ 0 w 4645354"/>
              <a:gd name="connsiteY0" fmla="*/ 1238467 h 2161794"/>
              <a:gd name="connsiteX1" fmla="*/ 3664911 w 4645354"/>
              <a:gd name="connsiteY1" fmla="*/ 0 h 2161794"/>
              <a:gd name="connsiteX2" fmla="*/ 4645354 w 4645354"/>
              <a:gd name="connsiteY2" fmla="*/ 2161794 h 2161794"/>
              <a:gd name="connsiteX3" fmla="*/ 0 w 4645354"/>
              <a:gd name="connsiteY3" fmla="*/ 1238467 h 2161794"/>
            </a:gdLst>
            <a:ahLst/>
            <a:cxnLst>
              <a:cxn ang="0">
                <a:pos x="connsiteX0" y="connsiteY0"/>
              </a:cxn>
              <a:cxn ang="0">
                <a:pos x="connsiteX1" y="connsiteY1"/>
              </a:cxn>
              <a:cxn ang="0">
                <a:pos x="connsiteX2" y="connsiteY2"/>
              </a:cxn>
              <a:cxn ang="0">
                <a:pos x="connsiteX3" y="connsiteY3"/>
              </a:cxn>
            </a:cxnLst>
            <a:rect l="l" t="t" r="r" b="b"/>
            <a:pathLst>
              <a:path w="4645354" h="2161794">
                <a:moveTo>
                  <a:pt x="0" y="1238467"/>
                </a:moveTo>
                <a:lnTo>
                  <a:pt x="3664911" y="0"/>
                </a:lnTo>
                <a:lnTo>
                  <a:pt x="4645354" y="2161794"/>
                </a:lnTo>
                <a:lnTo>
                  <a:pt x="0" y="1238467"/>
                </a:lnTo>
                <a:close/>
              </a:path>
            </a:pathLst>
          </a:custGeom>
          <a:gradFill>
            <a:gsLst>
              <a:gs pos="2000">
                <a:schemeClr val="accent1"/>
              </a:gs>
              <a:gs pos="100000">
                <a:schemeClr val="accent2"/>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8" name="Freeform 37"/>
          <p:cNvSpPr/>
          <p:nvPr/>
        </p:nvSpPr>
        <p:spPr>
          <a:xfrm>
            <a:off x="3541852" y="3007895"/>
            <a:ext cx="2834884" cy="2947737"/>
          </a:xfrm>
          <a:custGeom>
            <a:avLst/>
            <a:gdLst>
              <a:gd name="connsiteX0" fmla="*/ 0 w 2791326"/>
              <a:gd name="connsiteY0" fmla="*/ 1816768 h 2947737"/>
              <a:gd name="connsiteX1" fmla="*/ 493294 w 2791326"/>
              <a:gd name="connsiteY1" fmla="*/ 2947737 h 2947737"/>
              <a:gd name="connsiteX2" fmla="*/ 2791326 w 2791326"/>
              <a:gd name="connsiteY2" fmla="*/ 0 h 2947737"/>
              <a:gd name="connsiteX3" fmla="*/ 0 w 2791326"/>
              <a:gd name="connsiteY3" fmla="*/ 1816768 h 2947737"/>
              <a:gd name="connsiteX0" fmla="*/ 0 w 2799638"/>
              <a:gd name="connsiteY0" fmla="*/ 1845863 h 2947737"/>
              <a:gd name="connsiteX1" fmla="*/ 501606 w 2799638"/>
              <a:gd name="connsiteY1" fmla="*/ 2947737 h 2947737"/>
              <a:gd name="connsiteX2" fmla="*/ 2799638 w 2799638"/>
              <a:gd name="connsiteY2" fmla="*/ 0 h 2947737"/>
              <a:gd name="connsiteX3" fmla="*/ 0 w 2799638"/>
              <a:gd name="connsiteY3" fmla="*/ 1845863 h 2947737"/>
              <a:gd name="connsiteX0" fmla="*/ 0 w 2826933"/>
              <a:gd name="connsiteY0" fmla="*/ 1886806 h 2947737"/>
              <a:gd name="connsiteX1" fmla="*/ 528901 w 2826933"/>
              <a:gd name="connsiteY1" fmla="*/ 2947737 h 2947737"/>
              <a:gd name="connsiteX2" fmla="*/ 2826933 w 2826933"/>
              <a:gd name="connsiteY2" fmla="*/ 0 h 2947737"/>
              <a:gd name="connsiteX3" fmla="*/ 0 w 2826933"/>
              <a:gd name="connsiteY3" fmla="*/ 1886806 h 2947737"/>
              <a:gd name="connsiteX0" fmla="*/ 0 w 2826933"/>
              <a:gd name="connsiteY0" fmla="*/ 1859510 h 2947737"/>
              <a:gd name="connsiteX1" fmla="*/ 528901 w 2826933"/>
              <a:gd name="connsiteY1" fmla="*/ 2947737 h 2947737"/>
              <a:gd name="connsiteX2" fmla="*/ 2826933 w 2826933"/>
              <a:gd name="connsiteY2" fmla="*/ 0 h 2947737"/>
              <a:gd name="connsiteX3" fmla="*/ 0 w 2826933"/>
              <a:gd name="connsiteY3" fmla="*/ 1859510 h 2947737"/>
              <a:gd name="connsiteX0" fmla="*/ 0 w 2826933"/>
              <a:gd name="connsiteY0" fmla="*/ 1859510 h 2947737"/>
              <a:gd name="connsiteX1" fmla="*/ 523291 w 2826933"/>
              <a:gd name="connsiteY1" fmla="*/ 2947737 h 2947737"/>
              <a:gd name="connsiteX2" fmla="*/ 2826933 w 2826933"/>
              <a:gd name="connsiteY2" fmla="*/ 0 h 2947737"/>
              <a:gd name="connsiteX3" fmla="*/ 0 w 2826933"/>
              <a:gd name="connsiteY3" fmla="*/ 1859510 h 2947737"/>
              <a:gd name="connsiteX0" fmla="*/ 0 w 2834884"/>
              <a:gd name="connsiteY0" fmla="*/ 1867462 h 2947737"/>
              <a:gd name="connsiteX1" fmla="*/ 531242 w 2834884"/>
              <a:gd name="connsiteY1" fmla="*/ 2947737 h 2947737"/>
              <a:gd name="connsiteX2" fmla="*/ 2834884 w 2834884"/>
              <a:gd name="connsiteY2" fmla="*/ 0 h 2947737"/>
              <a:gd name="connsiteX3" fmla="*/ 0 w 2834884"/>
              <a:gd name="connsiteY3" fmla="*/ 1867462 h 2947737"/>
            </a:gdLst>
            <a:ahLst/>
            <a:cxnLst>
              <a:cxn ang="0">
                <a:pos x="connsiteX0" y="connsiteY0"/>
              </a:cxn>
              <a:cxn ang="0">
                <a:pos x="connsiteX1" y="connsiteY1"/>
              </a:cxn>
              <a:cxn ang="0">
                <a:pos x="connsiteX2" y="connsiteY2"/>
              </a:cxn>
              <a:cxn ang="0">
                <a:pos x="connsiteX3" y="connsiteY3"/>
              </a:cxn>
            </a:cxnLst>
            <a:rect l="l" t="t" r="r" b="b"/>
            <a:pathLst>
              <a:path w="2834884" h="2947737">
                <a:moveTo>
                  <a:pt x="0" y="1867462"/>
                </a:moveTo>
                <a:lnTo>
                  <a:pt x="531242" y="2947737"/>
                </a:lnTo>
                <a:lnTo>
                  <a:pt x="2834884" y="0"/>
                </a:lnTo>
                <a:lnTo>
                  <a:pt x="0" y="1867462"/>
                </a:lnTo>
                <a:close/>
              </a:path>
            </a:pathLst>
          </a:custGeom>
          <a:gradFill>
            <a:gsLst>
              <a:gs pos="15000">
                <a:schemeClr val="accent2"/>
              </a:gs>
              <a:gs pos="97000">
                <a:schemeClr val="accent1"/>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 name="Title 1"/>
          <p:cNvSpPr>
            <a:spLocks noGrp="1"/>
          </p:cNvSpPr>
          <p:nvPr userDrawn="1">
            <p:ph type="title"/>
          </p:nvPr>
        </p:nvSpPr>
        <p:spPr>
          <a:xfrm>
            <a:off x="379413" y="1333500"/>
            <a:ext cx="9521825" cy="4127499"/>
          </a:xfrm>
        </p:spPr>
        <p:txBody>
          <a:bodyPr rIns="0" anchor="t"/>
          <a:lstStyle>
            <a:lvl1pPr>
              <a:defRPr sz="4800">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2775950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Section Header Option 2">
    <p:spTree>
      <p:nvGrpSpPr>
        <p:cNvPr id="1" name=""/>
        <p:cNvGrpSpPr/>
        <p:nvPr/>
      </p:nvGrpSpPr>
      <p:grpSpPr>
        <a:xfrm>
          <a:off x="0" y="0"/>
          <a:ext cx="0" cy="0"/>
          <a:chOff x="0" y="0"/>
          <a:chExt cx="0" cy="0"/>
        </a:xfrm>
      </p:grpSpPr>
      <p:sp>
        <p:nvSpPr>
          <p:cNvPr id="41" name="Rectangle 40"/>
          <p:cNvSpPr/>
          <p:nvPr userDrawn="1"/>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grpSp>
        <p:nvGrpSpPr>
          <p:cNvPr id="3" name="Group 2"/>
          <p:cNvGrpSpPr/>
          <p:nvPr userDrawn="1"/>
        </p:nvGrpSpPr>
        <p:grpSpPr>
          <a:xfrm>
            <a:off x="-9845" y="-7221"/>
            <a:ext cx="12210731" cy="6884165"/>
            <a:chOff x="-9845" y="-7221"/>
            <a:chExt cx="12210731" cy="6884165"/>
          </a:xfrm>
        </p:grpSpPr>
        <p:sp>
          <p:nvSpPr>
            <p:cNvPr id="6" name="Freeform 5"/>
            <p:cNvSpPr/>
            <p:nvPr/>
          </p:nvSpPr>
          <p:spPr>
            <a:xfrm>
              <a:off x="-6314" y="3602940"/>
              <a:ext cx="3593122" cy="3267566"/>
            </a:xfrm>
            <a:custGeom>
              <a:avLst/>
              <a:gdLst>
                <a:gd name="connsiteX0" fmla="*/ 1392248 w 3580909"/>
                <a:gd name="connsiteY0" fmla="*/ 0 h 3209249"/>
                <a:gd name="connsiteX1" fmla="*/ 0 w 3580909"/>
                <a:gd name="connsiteY1" fmla="*/ 3209249 h 3209249"/>
                <a:gd name="connsiteX2" fmla="*/ 3580909 w 3580909"/>
                <a:gd name="connsiteY2" fmla="*/ 1215267 h 3209249"/>
                <a:gd name="connsiteX3" fmla="*/ 1392248 w 3580909"/>
                <a:gd name="connsiteY3" fmla="*/ 0 h 3209249"/>
                <a:gd name="connsiteX0" fmla="*/ 1406371 w 3595032"/>
                <a:gd name="connsiteY0" fmla="*/ 0 h 3209249"/>
                <a:gd name="connsiteX1" fmla="*/ 0 w 3595032"/>
                <a:gd name="connsiteY1" fmla="*/ 3209249 h 3209249"/>
                <a:gd name="connsiteX2" fmla="*/ 3595032 w 3595032"/>
                <a:gd name="connsiteY2" fmla="*/ 1215267 h 3209249"/>
                <a:gd name="connsiteX3" fmla="*/ 1406371 w 3595032"/>
                <a:gd name="connsiteY3" fmla="*/ 0 h 3209249"/>
                <a:gd name="connsiteX0" fmla="*/ 1399310 w 3587971"/>
                <a:gd name="connsiteY0" fmla="*/ 0 h 3209249"/>
                <a:gd name="connsiteX1" fmla="*/ 0 w 3587971"/>
                <a:gd name="connsiteY1" fmla="*/ 3209249 h 3209249"/>
                <a:gd name="connsiteX2" fmla="*/ 3587971 w 3587971"/>
                <a:gd name="connsiteY2" fmla="*/ 1215267 h 3209249"/>
                <a:gd name="connsiteX3" fmla="*/ 1399310 w 3587971"/>
                <a:gd name="connsiteY3" fmla="*/ 0 h 3209249"/>
                <a:gd name="connsiteX0" fmla="*/ 1399310 w 3587971"/>
                <a:gd name="connsiteY0" fmla="*/ 0 h 3252111"/>
                <a:gd name="connsiteX1" fmla="*/ 0 w 3587971"/>
                <a:gd name="connsiteY1" fmla="*/ 3252111 h 3252111"/>
                <a:gd name="connsiteX2" fmla="*/ 3587971 w 3587971"/>
                <a:gd name="connsiteY2" fmla="*/ 1258129 h 3252111"/>
                <a:gd name="connsiteX3" fmla="*/ 1399310 w 3587971"/>
                <a:gd name="connsiteY3" fmla="*/ 0 h 3252111"/>
                <a:gd name="connsiteX0" fmla="*/ 1396734 w 3585395"/>
                <a:gd name="connsiteY0" fmla="*/ 0 h 3264990"/>
                <a:gd name="connsiteX1" fmla="*/ 0 w 3585395"/>
                <a:gd name="connsiteY1" fmla="*/ 3264990 h 3264990"/>
                <a:gd name="connsiteX2" fmla="*/ 3585395 w 3585395"/>
                <a:gd name="connsiteY2" fmla="*/ 1258129 h 3264990"/>
                <a:gd name="connsiteX3" fmla="*/ 1396734 w 3585395"/>
                <a:gd name="connsiteY3" fmla="*/ 0 h 3264990"/>
                <a:gd name="connsiteX0" fmla="*/ 1404461 w 3593122"/>
                <a:gd name="connsiteY0" fmla="*/ 0 h 3267566"/>
                <a:gd name="connsiteX1" fmla="*/ 0 w 3593122"/>
                <a:gd name="connsiteY1" fmla="*/ 3267566 h 3267566"/>
                <a:gd name="connsiteX2" fmla="*/ 3593122 w 3593122"/>
                <a:gd name="connsiteY2" fmla="*/ 1258129 h 3267566"/>
                <a:gd name="connsiteX3" fmla="*/ 1404461 w 3593122"/>
                <a:gd name="connsiteY3" fmla="*/ 0 h 3267566"/>
              </a:gdLst>
              <a:ahLst/>
              <a:cxnLst>
                <a:cxn ang="0">
                  <a:pos x="connsiteX0" y="connsiteY0"/>
                </a:cxn>
                <a:cxn ang="0">
                  <a:pos x="connsiteX1" y="connsiteY1"/>
                </a:cxn>
                <a:cxn ang="0">
                  <a:pos x="connsiteX2" y="connsiteY2"/>
                </a:cxn>
                <a:cxn ang="0">
                  <a:pos x="connsiteX3" y="connsiteY3"/>
                </a:cxn>
              </a:cxnLst>
              <a:rect l="l" t="t" r="r" b="b"/>
              <a:pathLst>
                <a:path w="3593122" h="3267566">
                  <a:moveTo>
                    <a:pt x="1404461" y="0"/>
                  </a:moveTo>
                  <a:lnTo>
                    <a:pt x="0" y="3267566"/>
                  </a:lnTo>
                  <a:lnTo>
                    <a:pt x="3593122" y="1258129"/>
                  </a:lnTo>
                  <a:lnTo>
                    <a:pt x="1404461" y="0"/>
                  </a:lnTo>
                  <a:close/>
                </a:path>
              </a:pathLst>
            </a:custGeom>
            <a:gradFill>
              <a:gsLst>
                <a:gs pos="100000">
                  <a:schemeClr val="accent3"/>
                </a:gs>
                <a:gs pos="44000">
                  <a:schemeClr val="accent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7" name="Freeform 6"/>
            <p:cNvSpPr/>
            <p:nvPr/>
          </p:nvSpPr>
          <p:spPr>
            <a:xfrm>
              <a:off x="1390330" y="1741468"/>
              <a:ext cx="2199979" cy="3164694"/>
            </a:xfrm>
            <a:custGeom>
              <a:avLst/>
              <a:gdLst>
                <a:gd name="connsiteX0" fmla="*/ 1739462 w 2186152"/>
                <a:gd name="connsiteY0" fmla="*/ 0 h 3095296"/>
                <a:gd name="connsiteX1" fmla="*/ 0 w 2186152"/>
                <a:gd name="connsiteY1" fmla="*/ 1891862 h 3095296"/>
                <a:gd name="connsiteX2" fmla="*/ 2186152 w 2186152"/>
                <a:gd name="connsiteY2" fmla="*/ 3095296 h 3095296"/>
                <a:gd name="connsiteX3" fmla="*/ 1739462 w 2186152"/>
                <a:gd name="connsiteY3" fmla="*/ 0 h 3095296"/>
                <a:gd name="connsiteX0" fmla="*/ 1733563 w 2186152"/>
                <a:gd name="connsiteY0" fmla="*/ 0 h 3112994"/>
                <a:gd name="connsiteX1" fmla="*/ 0 w 2186152"/>
                <a:gd name="connsiteY1" fmla="*/ 1909560 h 3112994"/>
                <a:gd name="connsiteX2" fmla="*/ 2186152 w 2186152"/>
                <a:gd name="connsiteY2" fmla="*/ 3112994 h 3112994"/>
                <a:gd name="connsiteX3" fmla="*/ 1733563 w 2186152"/>
                <a:gd name="connsiteY3" fmla="*/ 0 h 3112994"/>
                <a:gd name="connsiteX0" fmla="*/ 1752613 w 2186152"/>
                <a:gd name="connsiteY0" fmla="*/ 0 h 3108232"/>
                <a:gd name="connsiteX1" fmla="*/ 0 w 2186152"/>
                <a:gd name="connsiteY1" fmla="*/ 1904798 h 3108232"/>
                <a:gd name="connsiteX2" fmla="*/ 2186152 w 2186152"/>
                <a:gd name="connsiteY2" fmla="*/ 3108232 h 3108232"/>
                <a:gd name="connsiteX3" fmla="*/ 1752613 w 2186152"/>
                <a:gd name="connsiteY3" fmla="*/ 0 h 3108232"/>
                <a:gd name="connsiteX0" fmla="*/ 1738326 w 2186152"/>
                <a:gd name="connsiteY0" fmla="*/ 0 h 3108232"/>
                <a:gd name="connsiteX1" fmla="*/ 0 w 2186152"/>
                <a:gd name="connsiteY1" fmla="*/ 1904798 h 3108232"/>
                <a:gd name="connsiteX2" fmla="*/ 2186152 w 2186152"/>
                <a:gd name="connsiteY2" fmla="*/ 3108232 h 3108232"/>
                <a:gd name="connsiteX3" fmla="*/ 1738326 w 2186152"/>
                <a:gd name="connsiteY3" fmla="*/ 0 h 3108232"/>
                <a:gd name="connsiteX0" fmla="*/ 1724039 w 2186152"/>
                <a:gd name="connsiteY0" fmla="*/ 0 h 3089182"/>
                <a:gd name="connsiteX1" fmla="*/ 0 w 2186152"/>
                <a:gd name="connsiteY1" fmla="*/ 1885748 h 3089182"/>
                <a:gd name="connsiteX2" fmla="*/ 2186152 w 2186152"/>
                <a:gd name="connsiteY2" fmla="*/ 3089182 h 3089182"/>
                <a:gd name="connsiteX3" fmla="*/ 1724039 w 2186152"/>
                <a:gd name="connsiteY3" fmla="*/ 0 h 3089182"/>
                <a:gd name="connsiteX0" fmla="*/ 1743089 w 2205202"/>
                <a:gd name="connsiteY0" fmla="*/ 0 h 3089182"/>
                <a:gd name="connsiteX1" fmla="*/ 0 w 2205202"/>
                <a:gd name="connsiteY1" fmla="*/ 1861935 h 3089182"/>
                <a:gd name="connsiteX2" fmla="*/ 2205202 w 2205202"/>
                <a:gd name="connsiteY2" fmla="*/ 3089182 h 3089182"/>
                <a:gd name="connsiteX3" fmla="*/ 1743089 w 2205202"/>
                <a:gd name="connsiteY3" fmla="*/ 0 h 3089182"/>
                <a:gd name="connsiteX0" fmla="*/ 1733564 w 2205202"/>
                <a:gd name="connsiteY0" fmla="*/ 0 h 3079657"/>
                <a:gd name="connsiteX1" fmla="*/ 0 w 2205202"/>
                <a:gd name="connsiteY1" fmla="*/ 1852410 h 3079657"/>
                <a:gd name="connsiteX2" fmla="*/ 2205202 w 2205202"/>
                <a:gd name="connsiteY2" fmla="*/ 3079657 h 3079657"/>
                <a:gd name="connsiteX3" fmla="*/ 1733564 w 2205202"/>
                <a:gd name="connsiteY3" fmla="*/ 0 h 3079657"/>
                <a:gd name="connsiteX0" fmla="*/ 1695464 w 2167102"/>
                <a:gd name="connsiteY0" fmla="*/ 0 h 3079657"/>
                <a:gd name="connsiteX1" fmla="*/ 0 w 2167102"/>
                <a:gd name="connsiteY1" fmla="*/ 1871460 h 3079657"/>
                <a:gd name="connsiteX2" fmla="*/ 2167102 w 2167102"/>
                <a:gd name="connsiteY2" fmla="*/ 3079657 h 3079657"/>
                <a:gd name="connsiteX3" fmla="*/ 1695464 w 2167102"/>
                <a:gd name="connsiteY3" fmla="*/ 0 h 3079657"/>
                <a:gd name="connsiteX0" fmla="*/ 1724039 w 2195677"/>
                <a:gd name="connsiteY0" fmla="*/ 0 h 3079657"/>
                <a:gd name="connsiteX1" fmla="*/ 0 w 2195677"/>
                <a:gd name="connsiteY1" fmla="*/ 1866698 h 3079657"/>
                <a:gd name="connsiteX2" fmla="*/ 2195677 w 2195677"/>
                <a:gd name="connsiteY2" fmla="*/ 3079657 h 3079657"/>
                <a:gd name="connsiteX3" fmla="*/ 1724039 w 2195677"/>
                <a:gd name="connsiteY3" fmla="*/ 0 h 3079657"/>
                <a:gd name="connsiteX0" fmla="*/ 1746073 w 2195677"/>
                <a:gd name="connsiteY0" fmla="*/ 0 h 3079657"/>
                <a:gd name="connsiteX1" fmla="*/ 0 w 2195677"/>
                <a:gd name="connsiteY1" fmla="*/ 1866698 h 3079657"/>
                <a:gd name="connsiteX2" fmla="*/ 2195677 w 2195677"/>
                <a:gd name="connsiteY2" fmla="*/ 3079657 h 3079657"/>
                <a:gd name="connsiteX3" fmla="*/ 1746073 w 2195677"/>
                <a:gd name="connsiteY3" fmla="*/ 0 h 3079657"/>
                <a:gd name="connsiteX0" fmla="*/ 1714323 w 2195677"/>
                <a:gd name="connsiteY0" fmla="*/ 0 h 3098707"/>
                <a:gd name="connsiteX1" fmla="*/ 0 w 2195677"/>
                <a:gd name="connsiteY1" fmla="*/ 1885748 h 3098707"/>
                <a:gd name="connsiteX2" fmla="*/ 2195677 w 2195677"/>
                <a:gd name="connsiteY2" fmla="*/ 3098707 h 3098707"/>
                <a:gd name="connsiteX3" fmla="*/ 1714323 w 2195677"/>
                <a:gd name="connsiteY3" fmla="*/ 0 h 3098707"/>
                <a:gd name="connsiteX0" fmla="*/ 1720673 w 2195677"/>
                <a:gd name="connsiteY0" fmla="*/ 0 h 3092357"/>
                <a:gd name="connsiteX1" fmla="*/ 0 w 2195677"/>
                <a:gd name="connsiteY1" fmla="*/ 1879398 h 3092357"/>
                <a:gd name="connsiteX2" fmla="*/ 2195677 w 2195677"/>
                <a:gd name="connsiteY2" fmla="*/ 3092357 h 3092357"/>
                <a:gd name="connsiteX3" fmla="*/ 1720673 w 2195677"/>
                <a:gd name="connsiteY3" fmla="*/ 0 h 3092357"/>
                <a:gd name="connsiteX0" fmla="*/ 1739723 w 2195677"/>
                <a:gd name="connsiteY0" fmla="*/ 0 h 3086007"/>
                <a:gd name="connsiteX1" fmla="*/ 0 w 2195677"/>
                <a:gd name="connsiteY1" fmla="*/ 1873048 h 3086007"/>
                <a:gd name="connsiteX2" fmla="*/ 2195677 w 2195677"/>
                <a:gd name="connsiteY2" fmla="*/ 3086007 h 3086007"/>
                <a:gd name="connsiteX3" fmla="*/ 1739723 w 2195677"/>
                <a:gd name="connsiteY3" fmla="*/ 0 h 3086007"/>
                <a:gd name="connsiteX0" fmla="*/ 1720673 w 2195677"/>
                <a:gd name="connsiteY0" fmla="*/ 0 h 3155857"/>
                <a:gd name="connsiteX1" fmla="*/ 0 w 2195677"/>
                <a:gd name="connsiteY1" fmla="*/ 1942898 h 3155857"/>
                <a:gd name="connsiteX2" fmla="*/ 2195677 w 2195677"/>
                <a:gd name="connsiteY2" fmla="*/ 3155857 h 3155857"/>
                <a:gd name="connsiteX3" fmla="*/ 1720673 w 2195677"/>
                <a:gd name="connsiteY3" fmla="*/ 0 h 3155857"/>
                <a:gd name="connsiteX0" fmla="*/ 1720673 w 2195677"/>
                <a:gd name="connsiteY0" fmla="*/ 0 h 3079657"/>
                <a:gd name="connsiteX1" fmla="*/ 0 w 2195677"/>
                <a:gd name="connsiteY1" fmla="*/ 1866698 h 3079657"/>
                <a:gd name="connsiteX2" fmla="*/ 2195677 w 2195677"/>
                <a:gd name="connsiteY2" fmla="*/ 3079657 h 3079657"/>
                <a:gd name="connsiteX3" fmla="*/ 1720673 w 2195677"/>
                <a:gd name="connsiteY3" fmla="*/ 0 h 3079657"/>
                <a:gd name="connsiteX0" fmla="*/ 1720673 w 2195677"/>
                <a:gd name="connsiteY0" fmla="*/ 0 h 3149507"/>
                <a:gd name="connsiteX1" fmla="*/ 0 w 2195677"/>
                <a:gd name="connsiteY1" fmla="*/ 1936548 h 3149507"/>
                <a:gd name="connsiteX2" fmla="*/ 2195677 w 2195677"/>
                <a:gd name="connsiteY2" fmla="*/ 3149507 h 3149507"/>
                <a:gd name="connsiteX3" fmla="*/ 1720673 w 2195677"/>
                <a:gd name="connsiteY3" fmla="*/ 0 h 3149507"/>
                <a:gd name="connsiteX0" fmla="*/ 1739723 w 2214727"/>
                <a:gd name="connsiteY0" fmla="*/ 0 h 3149507"/>
                <a:gd name="connsiteX1" fmla="*/ 0 w 2214727"/>
                <a:gd name="connsiteY1" fmla="*/ 1936548 h 3149507"/>
                <a:gd name="connsiteX2" fmla="*/ 2214727 w 2214727"/>
                <a:gd name="connsiteY2" fmla="*/ 3149507 h 3149507"/>
                <a:gd name="connsiteX3" fmla="*/ 1739723 w 2214727"/>
                <a:gd name="connsiteY3" fmla="*/ 0 h 3149507"/>
                <a:gd name="connsiteX0" fmla="*/ 1739723 w 2214727"/>
                <a:gd name="connsiteY0" fmla="*/ 0 h 3149507"/>
                <a:gd name="connsiteX1" fmla="*/ 0 w 2214727"/>
                <a:gd name="connsiteY1" fmla="*/ 1936548 h 3149507"/>
                <a:gd name="connsiteX2" fmla="*/ 2214727 w 2214727"/>
                <a:gd name="connsiteY2" fmla="*/ 3149507 h 3149507"/>
                <a:gd name="connsiteX3" fmla="*/ 1739723 w 2214727"/>
                <a:gd name="connsiteY3" fmla="*/ 0 h 3149507"/>
                <a:gd name="connsiteX0" fmla="*/ 1724975 w 2199979"/>
                <a:gd name="connsiteY0" fmla="*/ 0 h 3149507"/>
                <a:gd name="connsiteX1" fmla="*/ 0 w 2199979"/>
                <a:gd name="connsiteY1" fmla="*/ 1921800 h 3149507"/>
                <a:gd name="connsiteX2" fmla="*/ 2199979 w 2199979"/>
                <a:gd name="connsiteY2" fmla="*/ 3149507 h 3149507"/>
                <a:gd name="connsiteX3" fmla="*/ 1724975 w 2199979"/>
                <a:gd name="connsiteY3" fmla="*/ 0 h 3149507"/>
                <a:gd name="connsiteX0" fmla="*/ 1722399 w 2199979"/>
                <a:gd name="connsiteY0" fmla="*/ 0 h 3072234"/>
                <a:gd name="connsiteX1" fmla="*/ 0 w 2199979"/>
                <a:gd name="connsiteY1" fmla="*/ 1844527 h 3072234"/>
                <a:gd name="connsiteX2" fmla="*/ 2199979 w 2199979"/>
                <a:gd name="connsiteY2" fmla="*/ 3072234 h 3072234"/>
                <a:gd name="connsiteX3" fmla="*/ 1722399 w 2199979"/>
                <a:gd name="connsiteY3" fmla="*/ 0 h 3072234"/>
                <a:gd name="connsiteX0" fmla="*/ 1722399 w 2199979"/>
                <a:gd name="connsiteY0" fmla="*/ 0 h 3123750"/>
                <a:gd name="connsiteX1" fmla="*/ 0 w 2199979"/>
                <a:gd name="connsiteY1" fmla="*/ 1896043 h 3123750"/>
                <a:gd name="connsiteX2" fmla="*/ 2199979 w 2199979"/>
                <a:gd name="connsiteY2" fmla="*/ 3123750 h 3123750"/>
                <a:gd name="connsiteX3" fmla="*/ 1722399 w 2199979"/>
                <a:gd name="connsiteY3" fmla="*/ 0 h 3123750"/>
                <a:gd name="connsiteX0" fmla="*/ 1736047 w 2199979"/>
                <a:gd name="connsiteY0" fmla="*/ 0 h 3164694"/>
                <a:gd name="connsiteX1" fmla="*/ 0 w 2199979"/>
                <a:gd name="connsiteY1" fmla="*/ 1936987 h 3164694"/>
                <a:gd name="connsiteX2" fmla="*/ 2199979 w 2199979"/>
                <a:gd name="connsiteY2" fmla="*/ 3164694 h 3164694"/>
                <a:gd name="connsiteX3" fmla="*/ 1736047 w 2199979"/>
                <a:gd name="connsiteY3" fmla="*/ 0 h 3164694"/>
              </a:gdLst>
              <a:ahLst/>
              <a:cxnLst>
                <a:cxn ang="0">
                  <a:pos x="connsiteX0" y="connsiteY0"/>
                </a:cxn>
                <a:cxn ang="0">
                  <a:pos x="connsiteX1" y="connsiteY1"/>
                </a:cxn>
                <a:cxn ang="0">
                  <a:pos x="connsiteX2" y="connsiteY2"/>
                </a:cxn>
                <a:cxn ang="0">
                  <a:pos x="connsiteX3" y="connsiteY3"/>
                </a:cxn>
              </a:cxnLst>
              <a:rect l="l" t="t" r="r" b="b"/>
              <a:pathLst>
                <a:path w="2199979" h="3164694">
                  <a:moveTo>
                    <a:pt x="1736047" y="0"/>
                  </a:moveTo>
                  <a:lnTo>
                    <a:pt x="0" y="1936987"/>
                  </a:lnTo>
                  <a:lnTo>
                    <a:pt x="2199979" y="3164694"/>
                  </a:lnTo>
                  <a:lnTo>
                    <a:pt x="1736047" y="0"/>
                  </a:lnTo>
                  <a:close/>
                </a:path>
              </a:pathLst>
            </a:custGeom>
            <a:gradFill>
              <a:gsLst>
                <a:gs pos="100000">
                  <a:schemeClr val="accent3"/>
                </a:gs>
                <a:gs pos="44000">
                  <a:schemeClr val="accent2"/>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8" name="Freeform 7"/>
            <p:cNvSpPr/>
            <p:nvPr/>
          </p:nvSpPr>
          <p:spPr>
            <a:xfrm>
              <a:off x="6375805" y="1"/>
              <a:ext cx="4644129" cy="1222744"/>
            </a:xfrm>
            <a:custGeom>
              <a:avLst/>
              <a:gdLst>
                <a:gd name="connsiteX0" fmla="*/ 0 w 4550735"/>
                <a:gd name="connsiteY0" fmla="*/ 0 h 1222745"/>
                <a:gd name="connsiteX1" fmla="*/ 1222744 w 4550735"/>
                <a:gd name="connsiteY1" fmla="*/ 1222745 h 1222745"/>
                <a:gd name="connsiteX2" fmla="*/ 4550735 w 4550735"/>
                <a:gd name="connsiteY2" fmla="*/ 10633 h 1222745"/>
                <a:gd name="connsiteX3" fmla="*/ 0 w 4550735"/>
                <a:gd name="connsiteY3" fmla="*/ 0 h 1222745"/>
                <a:gd name="connsiteX0" fmla="*/ 0 w 4582633"/>
                <a:gd name="connsiteY0" fmla="*/ 10633 h 1212112"/>
                <a:gd name="connsiteX1" fmla="*/ 1254642 w 4582633"/>
                <a:gd name="connsiteY1" fmla="*/ 1212112 h 1212112"/>
                <a:gd name="connsiteX2" fmla="*/ 4582633 w 4582633"/>
                <a:gd name="connsiteY2" fmla="*/ 0 h 1212112"/>
                <a:gd name="connsiteX3" fmla="*/ 0 w 4582633"/>
                <a:gd name="connsiteY3" fmla="*/ 10633 h 1212112"/>
                <a:gd name="connsiteX0" fmla="*/ 0 w 4566685"/>
                <a:gd name="connsiteY0" fmla="*/ 0 h 1228061"/>
                <a:gd name="connsiteX1" fmla="*/ 1238694 w 4566685"/>
                <a:gd name="connsiteY1" fmla="*/ 1228061 h 1228061"/>
                <a:gd name="connsiteX2" fmla="*/ 4566685 w 4566685"/>
                <a:gd name="connsiteY2" fmla="*/ 15949 h 1228061"/>
                <a:gd name="connsiteX3" fmla="*/ 0 w 4566685"/>
                <a:gd name="connsiteY3" fmla="*/ 0 h 1228061"/>
                <a:gd name="connsiteX0" fmla="*/ 0 w 4566685"/>
                <a:gd name="connsiteY0" fmla="*/ 0 h 1217428"/>
                <a:gd name="connsiteX1" fmla="*/ 1238694 w 4566685"/>
                <a:gd name="connsiteY1" fmla="*/ 1217428 h 1217428"/>
                <a:gd name="connsiteX2" fmla="*/ 4566685 w 4566685"/>
                <a:gd name="connsiteY2" fmla="*/ 5316 h 1217428"/>
                <a:gd name="connsiteX3" fmla="*/ 0 w 4566685"/>
                <a:gd name="connsiteY3" fmla="*/ 0 h 1217428"/>
                <a:gd name="connsiteX0" fmla="*/ 0 w 4614532"/>
                <a:gd name="connsiteY0" fmla="*/ 0 h 1217428"/>
                <a:gd name="connsiteX1" fmla="*/ 1238694 w 4614532"/>
                <a:gd name="connsiteY1" fmla="*/ 1217428 h 1217428"/>
                <a:gd name="connsiteX2" fmla="*/ 4614532 w 4614532"/>
                <a:gd name="connsiteY2" fmla="*/ 5316 h 1217428"/>
                <a:gd name="connsiteX3" fmla="*/ 0 w 4614532"/>
                <a:gd name="connsiteY3" fmla="*/ 0 h 1217428"/>
                <a:gd name="connsiteX0" fmla="*/ 0 w 4614532"/>
                <a:gd name="connsiteY0" fmla="*/ 0 h 1228060"/>
                <a:gd name="connsiteX1" fmla="*/ 1286541 w 4614532"/>
                <a:gd name="connsiteY1" fmla="*/ 1228060 h 1228060"/>
                <a:gd name="connsiteX2" fmla="*/ 4614532 w 4614532"/>
                <a:gd name="connsiteY2" fmla="*/ 5316 h 1228060"/>
                <a:gd name="connsiteX3" fmla="*/ 0 w 4614532"/>
                <a:gd name="connsiteY3" fmla="*/ 0 h 1228060"/>
                <a:gd name="connsiteX0" fmla="*/ 0 w 4614532"/>
                <a:gd name="connsiteY0" fmla="*/ 10633 h 1222744"/>
                <a:gd name="connsiteX1" fmla="*/ 1286541 w 4614532"/>
                <a:gd name="connsiteY1" fmla="*/ 1222744 h 1222744"/>
                <a:gd name="connsiteX2" fmla="*/ 4614532 w 4614532"/>
                <a:gd name="connsiteY2" fmla="*/ 0 h 1222744"/>
                <a:gd name="connsiteX3" fmla="*/ 0 w 4614532"/>
                <a:gd name="connsiteY3" fmla="*/ 10633 h 1222744"/>
                <a:gd name="connsiteX0" fmla="*/ 0 w 4614532"/>
                <a:gd name="connsiteY0" fmla="*/ 10633 h 1201479"/>
                <a:gd name="connsiteX1" fmla="*/ 1238695 w 4614532"/>
                <a:gd name="connsiteY1" fmla="*/ 1201479 h 1201479"/>
                <a:gd name="connsiteX2" fmla="*/ 4614532 w 4614532"/>
                <a:gd name="connsiteY2" fmla="*/ 0 h 1201479"/>
                <a:gd name="connsiteX3" fmla="*/ 0 w 4614532"/>
                <a:gd name="connsiteY3" fmla="*/ 10633 h 1201479"/>
                <a:gd name="connsiteX0" fmla="*/ 0 w 4614532"/>
                <a:gd name="connsiteY0" fmla="*/ 10633 h 1222744"/>
                <a:gd name="connsiteX1" fmla="*/ 1249328 w 4614532"/>
                <a:gd name="connsiteY1" fmla="*/ 1222744 h 1222744"/>
                <a:gd name="connsiteX2" fmla="*/ 4614532 w 4614532"/>
                <a:gd name="connsiteY2" fmla="*/ 0 h 1222744"/>
                <a:gd name="connsiteX3" fmla="*/ 0 w 4614532"/>
                <a:gd name="connsiteY3" fmla="*/ 10633 h 1222744"/>
                <a:gd name="connsiteX0" fmla="*/ 0 w 4614532"/>
                <a:gd name="connsiteY0" fmla="*/ 0 h 1222744"/>
                <a:gd name="connsiteX1" fmla="*/ 1249328 w 4614532"/>
                <a:gd name="connsiteY1" fmla="*/ 1222744 h 1222744"/>
                <a:gd name="connsiteX2" fmla="*/ 4614532 w 4614532"/>
                <a:gd name="connsiteY2" fmla="*/ 0 h 1222744"/>
                <a:gd name="connsiteX3" fmla="*/ 0 w 4614532"/>
                <a:gd name="connsiteY3" fmla="*/ 0 h 1222744"/>
                <a:gd name="connsiteX0" fmla="*/ 0 w 4630481"/>
                <a:gd name="connsiteY0" fmla="*/ 0 h 1222744"/>
                <a:gd name="connsiteX1" fmla="*/ 1249328 w 4630481"/>
                <a:gd name="connsiteY1" fmla="*/ 1222744 h 1222744"/>
                <a:gd name="connsiteX2" fmla="*/ 4630481 w 4630481"/>
                <a:gd name="connsiteY2" fmla="*/ 0 h 1222744"/>
                <a:gd name="connsiteX3" fmla="*/ 0 w 4630481"/>
                <a:gd name="connsiteY3" fmla="*/ 0 h 1222744"/>
                <a:gd name="connsiteX0" fmla="*/ 0 w 4671425"/>
                <a:gd name="connsiteY0" fmla="*/ 0 h 1222744"/>
                <a:gd name="connsiteX1" fmla="*/ 1290272 w 4671425"/>
                <a:gd name="connsiteY1" fmla="*/ 1222744 h 1222744"/>
                <a:gd name="connsiteX2" fmla="*/ 4671425 w 4671425"/>
                <a:gd name="connsiteY2" fmla="*/ 0 h 1222744"/>
                <a:gd name="connsiteX3" fmla="*/ 0 w 4671425"/>
                <a:gd name="connsiteY3" fmla="*/ 0 h 1222744"/>
                <a:gd name="connsiteX0" fmla="*/ 0 w 4671425"/>
                <a:gd name="connsiteY0" fmla="*/ 0 h 1222744"/>
                <a:gd name="connsiteX1" fmla="*/ 1290272 w 4671425"/>
                <a:gd name="connsiteY1" fmla="*/ 1222744 h 1222744"/>
                <a:gd name="connsiteX2" fmla="*/ 4671425 w 4671425"/>
                <a:gd name="connsiteY2" fmla="*/ 614149 h 1222744"/>
                <a:gd name="connsiteX3" fmla="*/ 0 w 4671425"/>
                <a:gd name="connsiteY3" fmla="*/ 0 h 1222744"/>
                <a:gd name="connsiteX0" fmla="*/ 0 w 4657777"/>
                <a:gd name="connsiteY0" fmla="*/ 13648 h 1236392"/>
                <a:gd name="connsiteX1" fmla="*/ 1290272 w 4657777"/>
                <a:gd name="connsiteY1" fmla="*/ 1236392 h 1236392"/>
                <a:gd name="connsiteX2" fmla="*/ 4657777 w 4657777"/>
                <a:gd name="connsiteY2" fmla="*/ 0 h 1236392"/>
                <a:gd name="connsiteX3" fmla="*/ 0 w 4657777"/>
                <a:gd name="connsiteY3" fmla="*/ 13648 h 1236392"/>
                <a:gd name="connsiteX0" fmla="*/ 0 w 4644129"/>
                <a:gd name="connsiteY0" fmla="*/ 0 h 1222744"/>
                <a:gd name="connsiteX1" fmla="*/ 1290272 w 4644129"/>
                <a:gd name="connsiteY1" fmla="*/ 1222744 h 1222744"/>
                <a:gd name="connsiteX2" fmla="*/ 4644129 w 4644129"/>
                <a:gd name="connsiteY2" fmla="*/ 0 h 1222744"/>
                <a:gd name="connsiteX3" fmla="*/ 0 w 4644129"/>
                <a:gd name="connsiteY3" fmla="*/ 0 h 1222744"/>
              </a:gdLst>
              <a:ahLst/>
              <a:cxnLst>
                <a:cxn ang="0">
                  <a:pos x="connsiteX0" y="connsiteY0"/>
                </a:cxn>
                <a:cxn ang="0">
                  <a:pos x="connsiteX1" y="connsiteY1"/>
                </a:cxn>
                <a:cxn ang="0">
                  <a:pos x="connsiteX2" y="connsiteY2"/>
                </a:cxn>
                <a:cxn ang="0">
                  <a:pos x="connsiteX3" y="connsiteY3"/>
                </a:cxn>
              </a:cxnLst>
              <a:rect l="l" t="t" r="r" b="b"/>
              <a:pathLst>
                <a:path w="4644129" h="1222744">
                  <a:moveTo>
                    <a:pt x="0" y="0"/>
                  </a:moveTo>
                  <a:lnTo>
                    <a:pt x="1290272" y="1222744"/>
                  </a:lnTo>
                  <a:lnTo>
                    <a:pt x="4644129" y="0"/>
                  </a:lnTo>
                  <a:lnTo>
                    <a:pt x="0" y="0"/>
                  </a:lnTo>
                  <a:close/>
                </a:path>
              </a:pathLst>
            </a:custGeom>
            <a:gradFill>
              <a:gsLst>
                <a:gs pos="100000">
                  <a:schemeClr val="accent3"/>
                </a:gs>
                <a:gs pos="35000">
                  <a:schemeClr val="accent2"/>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4052439" y="2989173"/>
              <a:ext cx="3708351" cy="2971471"/>
            </a:xfrm>
            <a:custGeom>
              <a:avLst/>
              <a:gdLst>
                <a:gd name="connsiteX0" fmla="*/ 2291255 w 3641834"/>
                <a:gd name="connsiteY0" fmla="*/ 0 h 2958662"/>
                <a:gd name="connsiteX1" fmla="*/ 3641834 w 3641834"/>
                <a:gd name="connsiteY1" fmla="*/ 1692165 h 2958662"/>
                <a:gd name="connsiteX2" fmla="*/ 0 w 3641834"/>
                <a:gd name="connsiteY2" fmla="*/ 2958662 h 2958662"/>
                <a:gd name="connsiteX3" fmla="*/ 2291255 w 3641834"/>
                <a:gd name="connsiteY3" fmla="*/ 0 h 2958662"/>
                <a:gd name="connsiteX0" fmla="*/ 2291255 w 3641834"/>
                <a:gd name="connsiteY0" fmla="*/ 0 h 2963917"/>
                <a:gd name="connsiteX1" fmla="*/ 3641834 w 3641834"/>
                <a:gd name="connsiteY1" fmla="*/ 1697420 h 2963917"/>
                <a:gd name="connsiteX2" fmla="*/ 0 w 3641834"/>
                <a:gd name="connsiteY2" fmla="*/ 2963917 h 2963917"/>
                <a:gd name="connsiteX3" fmla="*/ 2291255 w 3641834"/>
                <a:gd name="connsiteY3" fmla="*/ 0 h 2963917"/>
                <a:gd name="connsiteX0" fmla="*/ 2301765 w 3641834"/>
                <a:gd name="connsiteY0" fmla="*/ 0 h 2948152"/>
                <a:gd name="connsiteX1" fmla="*/ 3641834 w 3641834"/>
                <a:gd name="connsiteY1" fmla="*/ 1681655 h 2948152"/>
                <a:gd name="connsiteX2" fmla="*/ 0 w 3641834"/>
                <a:gd name="connsiteY2" fmla="*/ 2948152 h 2948152"/>
                <a:gd name="connsiteX3" fmla="*/ 2301765 w 3641834"/>
                <a:gd name="connsiteY3" fmla="*/ 0 h 2948152"/>
                <a:gd name="connsiteX0" fmla="*/ 2293452 w 3641834"/>
                <a:gd name="connsiteY0" fmla="*/ 0 h 2948152"/>
                <a:gd name="connsiteX1" fmla="*/ 3641834 w 3641834"/>
                <a:gd name="connsiteY1" fmla="*/ 1681655 h 2948152"/>
                <a:gd name="connsiteX2" fmla="*/ 0 w 3641834"/>
                <a:gd name="connsiteY2" fmla="*/ 2948152 h 2948152"/>
                <a:gd name="connsiteX3" fmla="*/ 2293452 w 3641834"/>
                <a:gd name="connsiteY3" fmla="*/ 0 h 2948152"/>
                <a:gd name="connsiteX0" fmla="*/ 2305379 w 3653761"/>
                <a:gd name="connsiteY0" fmla="*/ 0 h 2944176"/>
                <a:gd name="connsiteX1" fmla="*/ 3653761 w 3653761"/>
                <a:gd name="connsiteY1" fmla="*/ 1681655 h 2944176"/>
                <a:gd name="connsiteX2" fmla="*/ 0 w 3653761"/>
                <a:gd name="connsiteY2" fmla="*/ 2944176 h 2944176"/>
                <a:gd name="connsiteX3" fmla="*/ 2305379 w 3653761"/>
                <a:gd name="connsiteY3" fmla="*/ 0 h 2944176"/>
                <a:gd name="connsiteX0" fmla="*/ 2291731 w 3653761"/>
                <a:gd name="connsiteY0" fmla="*/ 0 h 2944176"/>
                <a:gd name="connsiteX1" fmla="*/ 3653761 w 3653761"/>
                <a:gd name="connsiteY1" fmla="*/ 1681655 h 2944176"/>
                <a:gd name="connsiteX2" fmla="*/ 0 w 3653761"/>
                <a:gd name="connsiteY2" fmla="*/ 2944176 h 2944176"/>
                <a:gd name="connsiteX3" fmla="*/ 2291731 w 3653761"/>
                <a:gd name="connsiteY3" fmla="*/ 0 h 2944176"/>
                <a:gd name="connsiteX0" fmla="*/ 2305378 w 3653761"/>
                <a:gd name="connsiteY0" fmla="*/ 0 h 2971471"/>
                <a:gd name="connsiteX1" fmla="*/ 3653761 w 3653761"/>
                <a:gd name="connsiteY1" fmla="*/ 1708950 h 2971471"/>
                <a:gd name="connsiteX2" fmla="*/ 0 w 3653761"/>
                <a:gd name="connsiteY2" fmla="*/ 2971471 h 2971471"/>
                <a:gd name="connsiteX3" fmla="*/ 2305378 w 3653761"/>
                <a:gd name="connsiteY3" fmla="*/ 0 h 2971471"/>
                <a:gd name="connsiteX0" fmla="*/ 2305378 w 3694704"/>
                <a:gd name="connsiteY0" fmla="*/ 0 h 2971471"/>
                <a:gd name="connsiteX1" fmla="*/ 3694704 w 3694704"/>
                <a:gd name="connsiteY1" fmla="*/ 1722598 h 2971471"/>
                <a:gd name="connsiteX2" fmla="*/ 0 w 3694704"/>
                <a:gd name="connsiteY2" fmla="*/ 2971471 h 2971471"/>
                <a:gd name="connsiteX3" fmla="*/ 2305378 w 3694704"/>
                <a:gd name="connsiteY3" fmla="*/ 0 h 2971471"/>
                <a:gd name="connsiteX0" fmla="*/ 2319025 w 3708351"/>
                <a:gd name="connsiteY0" fmla="*/ 0 h 2971471"/>
                <a:gd name="connsiteX1" fmla="*/ 3708351 w 3708351"/>
                <a:gd name="connsiteY1" fmla="*/ 1722598 h 2971471"/>
                <a:gd name="connsiteX2" fmla="*/ 0 w 3708351"/>
                <a:gd name="connsiteY2" fmla="*/ 2971471 h 2971471"/>
                <a:gd name="connsiteX3" fmla="*/ 2319025 w 3708351"/>
                <a:gd name="connsiteY3" fmla="*/ 0 h 2971471"/>
              </a:gdLst>
              <a:ahLst/>
              <a:cxnLst>
                <a:cxn ang="0">
                  <a:pos x="connsiteX0" y="connsiteY0"/>
                </a:cxn>
                <a:cxn ang="0">
                  <a:pos x="connsiteX1" y="connsiteY1"/>
                </a:cxn>
                <a:cxn ang="0">
                  <a:pos x="connsiteX2" y="connsiteY2"/>
                </a:cxn>
                <a:cxn ang="0">
                  <a:pos x="connsiteX3" y="connsiteY3"/>
                </a:cxn>
              </a:cxnLst>
              <a:rect l="l" t="t" r="r" b="b"/>
              <a:pathLst>
                <a:path w="3708351" h="2971471">
                  <a:moveTo>
                    <a:pt x="2319025" y="0"/>
                  </a:moveTo>
                  <a:lnTo>
                    <a:pt x="3708351" y="1722598"/>
                  </a:lnTo>
                  <a:lnTo>
                    <a:pt x="0" y="2971471"/>
                  </a:lnTo>
                  <a:lnTo>
                    <a:pt x="2319025" y="0"/>
                  </a:lnTo>
                  <a:close/>
                </a:path>
              </a:pathLst>
            </a:custGeom>
            <a:gradFill>
              <a:gsLst>
                <a:gs pos="100000">
                  <a:schemeClr val="accent3"/>
                </a:gs>
                <a:gs pos="44000">
                  <a:schemeClr val="accent2"/>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0" name="Freeform 9"/>
            <p:cNvSpPr/>
            <p:nvPr/>
          </p:nvSpPr>
          <p:spPr>
            <a:xfrm>
              <a:off x="-3085" y="0"/>
              <a:ext cx="3366670" cy="1804474"/>
            </a:xfrm>
            <a:custGeom>
              <a:avLst/>
              <a:gdLst>
                <a:gd name="connsiteX0" fmla="*/ 0 w 3172858"/>
                <a:gd name="connsiteY0" fmla="*/ 0 h 1773716"/>
                <a:gd name="connsiteX1" fmla="*/ 1079653 w 3172858"/>
                <a:gd name="connsiteY1" fmla="*/ 1773716 h 1773716"/>
                <a:gd name="connsiteX2" fmla="*/ 3172858 w 3172858"/>
                <a:gd name="connsiteY2" fmla="*/ 1751682 h 1773716"/>
                <a:gd name="connsiteX3" fmla="*/ 0 w 3172858"/>
                <a:gd name="connsiteY3" fmla="*/ 0 h 1773716"/>
                <a:gd name="connsiteX0" fmla="*/ 0 w 3114492"/>
                <a:gd name="connsiteY0" fmla="*/ 0 h 1773716"/>
                <a:gd name="connsiteX1" fmla="*/ 1079653 w 3114492"/>
                <a:gd name="connsiteY1" fmla="*/ 1773716 h 1773716"/>
                <a:gd name="connsiteX2" fmla="*/ 3114492 w 3114492"/>
                <a:gd name="connsiteY2" fmla="*/ 1177750 h 1773716"/>
                <a:gd name="connsiteX3" fmla="*/ 0 w 3114492"/>
                <a:gd name="connsiteY3" fmla="*/ 0 h 1773716"/>
                <a:gd name="connsiteX0" fmla="*/ 0 w 3153403"/>
                <a:gd name="connsiteY0" fmla="*/ 0 h 1773716"/>
                <a:gd name="connsiteX1" fmla="*/ 1079653 w 3153403"/>
                <a:gd name="connsiteY1" fmla="*/ 1773716 h 1773716"/>
                <a:gd name="connsiteX2" fmla="*/ 3153403 w 3153403"/>
                <a:gd name="connsiteY2" fmla="*/ 1771137 h 1773716"/>
                <a:gd name="connsiteX3" fmla="*/ 0 w 3153403"/>
                <a:gd name="connsiteY3" fmla="*/ 0 h 1773716"/>
                <a:gd name="connsiteX0" fmla="*/ 0 w 3346198"/>
                <a:gd name="connsiteY0" fmla="*/ 0 h 1771137"/>
                <a:gd name="connsiteX1" fmla="*/ 3346198 w 3346198"/>
                <a:gd name="connsiteY1" fmla="*/ 3282 h 1771137"/>
                <a:gd name="connsiteX2" fmla="*/ 3153403 w 3346198"/>
                <a:gd name="connsiteY2" fmla="*/ 1771137 h 1771137"/>
                <a:gd name="connsiteX3" fmla="*/ 0 w 3346198"/>
                <a:gd name="connsiteY3" fmla="*/ 0 h 1771137"/>
                <a:gd name="connsiteX0" fmla="*/ 0 w 3346198"/>
                <a:gd name="connsiteY0" fmla="*/ 0 h 1766374"/>
                <a:gd name="connsiteX1" fmla="*/ 3346198 w 3346198"/>
                <a:gd name="connsiteY1" fmla="*/ 3282 h 1766374"/>
                <a:gd name="connsiteX2" fmla="*/ 3110540 w 3346198"/>
                <a:gd name="connsiteY2" fmla="*/ 1766374 h 1766374"/>
                <a:gd name="connsiteX3" fmla="*/ 0 w 3346198"/>
                <a:gd name="connsiteY3" fmla="*/ 0 h 1766374"/>
                <a:gd name="connsiteX0" fmla="*/ 0 w 3346198"/>
                <a:gd name="connsiteY0" fmla="*/ 0 h 1780662"/>
                <a:gd name="connsiteX1" fmla="*/ 3346198 w 3346198"/>
                <a:gd name="connsiteY1" fmla="*/ 3282 h 1780662"/>
                <a:gd name="connsiteX2" fmla="*/ 3091490 w 3346198"/>
                <a:gd name="connsiteY2" fmla="*/ 1780662 h 1780662"/>
                <a:gd name="connsiteX3" fmla="*/ 0 w 3346198"/>
                <a:gd name="connsiteY3" fmla="*/ 0 h 1780662"/>
                <a:gd name="connsiteX0" fmla="*/ 0 w 3346198"/>
                <a:gd name="connsiteY0" fmla="*/ 0 h 1804474"/>
                <a:gd name="connsiteX1" fmla="*/ 3346198 w 3346198"/>
                <a:gd name="connsiteY1" fmla="*/ 3282 h 1804474"/>
                <a:gd name="connsiteX2" fmla="*/ 3115303 w 3346198"/>
                <a:gd name="connsiteY2" fmla="*/ 1804474 h 1804474"/>
                <a:gd name="connsiteX3" fmla="*/ 0 w 3346198"/>
                <a:gd name="connsiteY3" fmla="*/ 0 h 1804474"/>
                <a:gd name="connsiteX0" fmla="*/ 0 w 3346198"/>
                <a:gd name="connsiteY0" fmla="*/ 10366 h 1801192"/>
                <a:gd name="connsiteX1" fmla="*/ 3346198 w 3346198"/>
                <a:gd name="connsiteY1" fmla="*/ 0 h 1801192"/>
                <a:gd name="connsiteX2" fmla="*/ 3115303 w 3346198"/>
                <a:gd name="connsiteY2" fmla="*/ 1801192 h 1801192"/>
                <a:gd name="connsiteX3" fmla="*/ 0 w 3346198"/>
                <a:gd name="connsiteY3" fmla="*/ 10366 h 1801192"/>
                <a:gd name="connsiteX0" fmla="*/ 0 w 3366670"/>
                <a:gd name="connsiteY0" fmla="*/ 0 h 1818122"/>
                <a:gd name="connsiteX1" fmla="*/ 3366670 w 3366670"/>
                <a:gd name="connsiteY1" fmla="*/ 16930 h 1818122"/>
                <a:gd name="connsiteX2" fmla="*/ 3135775 w 3366670"/>
                <a:gd name="connsiteY2" fmla="*/ 1818122 h 1818122"/>
                <a:gd name="connsiteX3" fmla="*/ 0 w 3366670"/>
                <a:gd name="connsiteY3" fmla="*/ 0 h 1818122"/>
                <a:gd name="connsiteX0" fmla="*/ 0 w 3363258"/>
                <a:gd name="connsiteY0" fmla="*/ 0 h 1811298"/>
                <a:gd name="connsiteX1" fmla="*/ 3363258 w 3363258"/>
                <a:gd name="connsiteY1" fmla="*/ 10106 h 1811298"/>
                <a:gd name="connsiteX2" fmla="*/ 3132363 w 3363258"/>
                <a:gd name="connsiteY2" fmla="*/ 1811298 h 1811298"/>
                <a:gd name="connsiteX3" fmla="*/ 0 w 3363258"/>
                <a:gd name="connsiteY3" fmla="*/ 0 h 1811298"/>
                <a:gd name="connsiteX0" fmla="*/ 0 w 3363258"/>
                <a:gd name="connsiteY0" fmla="*/ 0 h 1807886"/>
                <a:gd name="connsiteX1" fmla="*/ 3363258 w 3363258"/>
                <a:gd name="connsiteY1" fmla="*/ 6694 h 1807886"/>
                <a:gd name="connsiteX2" fmla="*/ 3132363 w 3363258"/>
                <a:gd name="connsiteY2" fmla="*/ 1807886 h 1807886"/>
                <a:gd name="connsiteX3" fmla="*/ 0 w 3363258"/>
                <a:gd name="connsiteY3" fmla="*/ 0 h 1807886"/>
                <a:gd name="connsiteX0" fmla="*/ 0 w 3363258"/>
                <a:gd name="connsiteY0" fmla="*/ 3542 h 1801192"/>
                <a:gd name="connsiteX1" fmla="*/ 3363258 w 3363258"/>
                <a:gd name="connsiteY1" fmla="*/ 0 h 1801192"/>
                <a:gd name="connsiteX2" fmla="*/ 3132363 w 3363258"/>
                <a:gd name="connsiteY2" fmla="*/ 1801192 h 1801192"/>
                <a:gd name="connsiteX3" fmla="*/ 0 w 3363258"/>
                <a:gd name="connsiteY3" fmla="*/ 3542 h 1801192"/>
                <a:gd name="connsiteX0" fmla="*/ 0 w 3366670"/>
                <a:gd name="connsiteY0" fmla="*/ 0 h 1804474"/>
                <a:gd name="connsiteX1" fmla="*/ 3366670 w 3366670"/>
                <a:gd name="connsiteY1" fmla="*/ 3282 h 1804474"/>
                <a:gd name="connsiteX2" fmla="*/ 3135775 w 3366670"/>
                <a:gd name="connsiteY2" fmla="*/ 1804474 h 1804474"/>
                <a:gd name="connsiteX3" fmla="*/ 0 w 3366670"/>
                <a:gd name="connsiteY3" fmla="*/ 0 h 1804474"/>
              </a:gdLst>
              <a:ahLst/>
              <a:cxnLst>
                <a:cxn ang="0">
                  <a:pos x="connsiteX0" y="connsiteY0"/>
                </a:cxn>
                <a:cxn ang="0">
                  <a:pos x="connsiteX1" y="connsiteY1"/>
                </a:cxn>
                <a:cxn ang="0">
                  <a:pos x="connsiteX2" y="connsiteY2"/>
                </a:cxn>
                <a:cxn ang="0">
                  <a:pos x="connsiteX3" y="connsiteY3"/>
                </a:cxn>
              </a:cxnLst>
              <a:rect l="l" t="t" r="r" b="b"/>
              <a:pathLst>
                <a:path w="3366670" h="1804474">
                  <a:moveTo>
                    <a:pt x="0" y="0"/>
                  </a:moveTo>
                  <a:lnTo>
                    <a:pt x="3366670" y="3282"/>
                  </a:lnTo>
                  <a:lnTo>
                    <a:pt x="3135775" y="1804474"/>
                  </a:lnTo>
                  <a:lnTo>
                    <a:pt x="0" y="0"/>
                  </a:lnTo>
                  <a:close/>
                </a:path>
              </a:pathLst>
            </a:custGeom>
            <a:gradFill>
              <a:gsLst>
                <a:gs pos="100000">
                  <a:schemeClr val="accent3"/>
                </a:gs>
                <a:gs pos="39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1" name="Freeform 10"/>
            <p:cNvSpPr/>
            <p:nvPr/>
          </p:nvSpPr>
          <p:spPr>
            <a:xfrm>
              <a:off x="3111696" y="1778988"/>
              <a:ext cx="3269644" cy="3085357"/>
            </a:xfrm>
            <a:custGeom>
              <a:avLst/>
              <a:gdLst>
                <a:gd name="connsiteX0" fmla="*/ 0 w 3237186"/>
                <a:gd name="connsiteY0" fmla="*/ 0 h 3095296"/>
                <a:gd name="connsiteX1" fmla="*/ 441434 w 3237186"/>
                <a:gd name="connsiteY1" fmla="*/ 3095296 h 3095296"/>
                <a:gd name="connsiteX2" fmla="*/ 3237186 w 3237186"/>
                <a:gd name="connsiteY2" fmla="*/ 1255986 h 3095296"/>
                <a:gd name="connsiteX3" fmla="*/ 0 w 3237186"/>
                <a:gd name="connsiteY3" fmla="*/ 0 h 3095296"/>
                <a:gd name="connsiteX0" fmla="*/ 0 w 3237186"/>
                <a:gd name="connsiteY0" fmla="*/ 0 h 3109584"/>
                <a:gd name="connsiteX1" fmla="*/ 441434 w 3237186"/>
                <a:gd name="connsiteY1" fmla="*/ 3109584 h 3109584"/>
                <a:gd name="connsiteX2" fmla="*/ 3237186 w 3237186"/>
                <a:gd name="connsiteY2" fmla="*/ 1270274 h 3109584"/>
                <a:gd name="connsiteX3" fmla="*/ 0 w 3237186"/>
                <a:gd name="connsiteY3" fmla="*/ 0 h 3109584"/>
                <a:gd name="connsiteX0" fmla="*/ 0 w 3237186"/>
                <a:gd name="connsiteY0" fmla="*/ 0 h 3085764"/>
                <a:gd name="connsiteX1" fmla="*/ 441434 w 3237186"/>
                <a:gd name="connsiteY1" fmla="*/ 3085764 h 3085764"/>
                <a:gd name="connsiteX2" fmla="*/ 3237186 w 3237186"/>
                <a:gd name="connsiteY2" fmla="*/ 1246454 h 3085764"/>
                <a:gd name="connsiteX3" fmla="*/ 0 w 3237186"/>
                <a:gd name="connsiteY3" fmla="*/ 0 h 3085764"/>
                <a:gd name="connsiteX0" fmla="*/ 0 w 3255520"/>
                <a:gd name="connsiteY0" fmla="*/ 0 h 3085764"/>
                <a:gd name="connsiteX1" fmla="*/ 441434 w 3255520"/>
                <a:gd name="connsiteY1" fmla="*/ 3085764 h 3085764"/>
                <a:gd name="connsiteX2" fmla="*/ 3255520 w 3255520"/>
                <a:gd name="connsiteY2" fmla="*/ 1239108 h 3085764"/>
                <a:gd name="connsiteX3" fmla="*/ 0 w 3255520"/>
                <a:gd name="connsiteY3" fmla="*/ 0 h 3085764"/>
                <a:gd name="connsiteX0" fmla="*/ 0 w 3255520"/>
                <a:gd name="connsiteY0" fmla="*/ 0 h 3088940"/>
                <a:gd name="connsiteX1" fmla="*/ 460457 w 3255520"/>
                <a:gd name="connsiteY1" fmla="*/ 3088940 h 3088940"/>
                <a:gd name="connsiteX2" fmla="*/ 3255520 w 3255520"/>
                <a:gd name="connsiteY2" fmla="*/ 1239108 h 3088940"/>
                <a:gd name="connsiteX3" fmla="*/ 0 w 3255520"/>
                <a:gd name="connsiteY3" fmla="*/ 0 h 3088940"/>
                <a:gd name="connsiteX0" fmla="*/ 0 w 3262334"/>
                <a:gd name="connsiteY0" fmla="*/ 0 h 3088940"/>
                <a:gd name="connsiteX1" fmla="*/ 460457 w 3262334"/>
                <a:gd name="connsiteY1" fmla="*/ 3088940 h 3088940"/>
                <a:gd name="connsiteX2" fmla="*/ 3262334 w 3262334"/>
                <a:gd name="connsiteY2" fmla="*/ 1239108 h 3088940"/>
                <a:gd name="connsiteX3" fmla="*/ 0 w 3262334"/>
                <a:gd name="connsiteY3" fmla="*/ 0 h 3088940"/>
                <a:gd name="connsiteX0" fmla="*/ 0 w 3264905"/>
                <a:gd name="connsiteY0" fmla="*/ 0 h 3086363"/>
                <a:gd name="connsiteX1" fmla="*/ 463028 w 3264905"/>
                <a:gd name="connsiteY1" fmla="*/ 3086363 h 3086363"/>
                <a:gd name="connsiteX2" fmla="*/ 3264905 w 3264905"/>
                <a:gd name="connsiteY2" fmla="*/ 1236531 h 3086363"/>
                <a:gd name="connsiteX3" fmla="*/ 0 w 3264905"/>
                <a:gd name="connsiteY3" fmla="*/ 0 h 3086363"/>
              </a:gdLst>
              <a:ahLst/>
              <a:cxnLst>
                <a:cxn ang="0">
                  <a:pos x="connsiteX0" y="connsiteY0"/>
                </a:cxn>
                <a:cxn ang="0">
                  <a:pos x="connsiteX1" y="connsiteY1"/>
                </a:cxn>
                <a:cxn ang="0">
                  <a:pos x="connsiteX2" y="connsiteY2"/>
                </a:cxn>
                <a:cxn ang="0">
                  <a:pos x="connsiteX3" y="connsiteY3"/>
                </a:cxn>
              </a:cxnLst>
              <a:rect l="l" t="t" r="r" b="b"/>
              <a:pathLst>
                <a:path w="3264905" h="3086363">
                  <a:moveTo>
                    <a:pt x="0" y="0"/>
                  </a:moveTo>
                  <a:lnTo>
                    <a:pt x="463028" y="3086363"/>
                  </a:lnTo>
                  <a:lnTo>
                    <a:pt x="3264905" y="1236531"/>
                  </a:lnTo>
                  <a:lnTo>
                    <a:pt x="0" y="0"/>
                  </a:lnTo>
                  <a:close/>
                </a:path>
              </a:pathLst>
            </a:custGeom>
            <a:gradFill>
              <a:gsLst>
                <a:gs pos="100000">
                  <a:schemeClr val="accent3"/>
                </a:gs>
                <a:gs pos="44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2" name="Freeform 11"/>
            <p:cNvSpPr/>
            <p:nvPr/>
          </p:nvSpPr>
          <p:spPr>
            <a:xfrm>
              <a:off x="7713406" y="2411362"/>
              <a:ext cx="1983659" cy="4457360"/>
            </a:xfrm>
            <a:custGeom>
              <a:avLst/>
              <a:gdLst>
                <a:gd name="connsiteX0" fmla="*/ 1983659 w 1983659"/>
                <a:gd name="connsiteY0" fmla="*/ 0 h 4431891"/>
                <a:gd name="connsiteX1" fmla="*/ 1032388 w 1983659"/>
                <a:gd name="connsiteY1" fmla="*/ 4431891 h 4431891"/>
                <a:gd name="connsiteX2" fmla="*/ 0 w 1983659"/>
                <a:gd name="connsiteY2" fmla="*/ 2286000 h 4431891"/>
                <a:gd name="connsiteX3" fmla="*/ 1983659 w 1983659"/>
                <a:gd name="connsiteY3" fmla="*/ 0 h 4431891"/>
                <a:gd name="connsiteX0" fmla="*/ 1983659 w 1983659"/>
                <a:gd name="connsiteY0" fmla="*/ 0 h 4439842"/>
                <a:gd name="connsiteX1" fmla="*/ 1000583 w 1983659"/>
                <a:gd name="connsiteY1" fmla="*/ 4439842 h 4439842"/>
                <a:gd name="connsiteX2" fmla="*/ 0 w 1983659"/>
                <a:gd name="connsiteY2" fmla="*/ 2286000 h 4439842"/>
                <a:gd name="connsiteX3" fmla="*/ 1983659 w 1983659"/>
                <a:gd name="connsiteY3" fmla="*/ 0 h 4439842"/>
                <a:gd name="connsiteX0" fmla="*/ 1983659 w 1983659"/>
                <a:gd name="connsiteY0" fmla="*/ 0 h 4447794"/>
                <a:gd name="connsiteX1" fmla="*/ 1000583 w 1983659"/>
                <a:gd name="connsiteY1" fmla="*/ 4447794 h 4447794"/>
                <a:gd name="connsiteX2" fmla="*/ 0 w 1983659"/>
                <a:gd name="connsiteY2" fmla="*/ 2286000 h 4447794"/>
                <a:gd name="connsiteX3" fmla="*/ 1983659 w 1983659"/>
                <a:gd name="connsiteY3" fmla="*/ 0 h 4447794"/>
                <a:gd name="connsiteX0" fmla="*/ 1983659 w 1983659"/>
                <a:gd name="connsiteY0" fmla="*/ 0 h 4471648"/>
                <a:gd name="connsiteX1" fmla="*/ 1000583 w 1983659"/>
                <a:gd name="connsiteY1" fmla="*/ 4471648 h 4471648"/>
                <a:gd name="connsiteX2" fmla="*/ 0 w 1983659"/>
                <a:gd name="connsiteY2" fmla="*/ 2286000 h 4471648"/>
                <a:gd name="connsiteX3" fmla="*/ 1983659 w 1983659"/>
                <a:gd name="connsiteY3" fmla="*/ 0 h 4471648"/>
                <a:gd name="connsiteX0" fmla="*/ 1983659 w 1983659"/>
                <a:gd name="connsiteY0" fmla="*/ 0 h 4457360"/>
                <a:gd name="connsiteX1" fmla="*/ 995820 w 1983659"/>
                <a:gd name="connsiteY1" fmla="*/ 4457360 h 4457360"/>
                <a:gd name="connsiteX2" fmla="*/ 0 w 1983659"/>
                <a:gd name="connsiteY2" fmla="*/ 2286000 h 4457360"/>
                <a:gd name="connsiteX3" fmla="*/ 1983659 w 1983659"/>
                <a:gd name="connsiteY3" fmla="*/ 0 h 4457360"/>
                <a:gd name="connsiteX0" fmla="*/ 1983659 w 1983659"/>
                <a:gd name="connsiteY0" fmla="*/ 0 h 4457360"/>
                <a:gd name="connsiteX1" fmla="*/ 991058 w 1983659"/>
                <a:gd name="connsiteY1" fmla="*/ 4457360 h 4457360"/>
                <a:gd name="connsiteX2" fmla="*/ 0 w 1983659"/>
                <a:gd name="connsiteY2" fmla="*/ 2286000 h 4457360"/>
                <a:gd name="connsiteX3" fmla="*/ 1983659 w 1983659"/>
                <a:gd name="connsiteY3" fmla="*/ 0 h 4457360"/>
              </a:gdLst>
              <a:ahLst/>
              <a:cxnLst>
                <a:cxn ang="0">
                  <a:pos x="connsiteX0" y="connsiteY0"/>
                </a:cxn>
                <a:cxn ang="0">
                  <a:pos x="connsiteX1" y="connsiteY1"/>
                </a:cxn>
                <a:cxn ang="0">
                  <a:pos x="connsiteX2" y="connsiteY2"/>
                </a:cxn>
                <a:cxn ang="0">
                  <a:pos x="connsiteX3" y="connsiteY3"/>
                </a:cxn>
              </a:cxnLst>
              <a:rect l="l" t="t" r="r" b="b"/>
              <a:pathLst>
                <a:path w="1983659" h="4457360">
                  <a:moveTo>
                    <a:pt x="1983659" y="0"/>
                  </a:moveTo>
                  <a:lnTo>
                    <a:pt x="991058" y="4457360"/>
                  </a:lnTo>
                  <a:lnTo>
                    <a:pt x="0" y="2286000"/>
                  </a:lnTo>
                  <a:lnTo>
                    <a:pt x="1983659" y="0"/>
                  </a:lnTo>
                  <a:close/>
                </a:path>
              </a:pathLst>
            </a:custGeom>
            <a:gradFill>
              <a:gsLst>
                <a:gs pos="100000">
                  <a:schemeClr val="accent3"/>
                </a:gs>
                <a:gs pos="3600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3" name="Freeform 12"/>
            <p:cNvSpPr/>
            <p:nvPr/>
          </p:nvSpPr>
          <p:spPr>
            <a:xfrm>
              <a:off x="6341757" y="1209676"/>
              <a:ext cx="3359456" cy="1822946"/>
            </a:xfrm>
            <a:custGeom>
              <a:avLst/>
              <a:gdLst>
                <a:gd name="connsiteX0" fmla="*/ 1271587 w 3305175"/>
                <a:gd name="connsiteY0" fmla="*/ 0 h 1809750"/>
                <a:gd name="connsiteX1" fmla="*/ 3305175 w 3305175"/>
                <a:gd name="connsiteY1" fmla="*/ 1233487 h 1809750"/>
                <a:gd name="connsiteX2" fmla="*/ 0 w 3305175"/>
                <a:gd name="connsiteY2" fmla="*/ 1809750 h 1809750"/>
                <a:gd name="connsiteX3" fmla="*/ 1271587 w 3305175"/>
                <a:gd name="connsiteY3" fmla="*/ 0 h 1809750"/>
                <a:gd name="connsiteX0" fmla="*/ 1281112 w 3314700"/>
                <a:gd name="connsiteY0" fmla="*/ 0 h 1828800"/>
                <a:gd name="connsiteX1" fmla="*/ 3314700 w 3314700"/>
                <a:gd name="connsiteY1" fmla="*/ 1233487 h 1828800"/>
                <a:gd name="connsiteX2" fmla="*/ 0 w 3314700"/>
                <a:gd name="connsiteY2" fmla="*/ 1828800 h 1828800"/>
                <a:gd name="connsiteX3" fmla="*/ 1281112 w 3314700"/>
                <a:gd name="connsiteY3" fmla="*/ 0 h 1828800"/>
                <a:gd name="connsiteX0" fmla="*/ 1300162 w 3333750"/>
                <a:gd name="connsiteY0" fmla="*/ 0 h 1824037"/>
                <a:gd name="connsiteX1" fmla="*/ 3333750 w 3333750"/>
                <a:gd name="connsiteY1" fmla="*/ 1233487 h 1824037"/>
                <a:gd name="connsiteX2" fmla="*/ 0 w 3333750"/>
                <a:gd name="connsiteY2" fmla="*/ 1824037 h 1824037"/>
                <a:gd name="connsiteX3" fmla="*/ 1300162 w 3333750"/>
                <a:gd name="connsiteY3" fmla="*/ 0 h 1824037"/>
                <a:gd name="connsiteX0" fmla="*/ 1314449 w 3333750"/>
                <a:gd name="connsiteY0" fmla="*/ 0 h 1381124"/>
                <a:gd name="connsiteX1" fmla="*/ 3333750 w 3333750"/>
                <a:gd name="connsiteY1" fmla="*/ 790574 h 1381124"/>
                <a:gd name="connsiteX2" fmla="*/ 0 w 3333750"/>
                <a:gd name="connsiteY2" fmla="*/ 1381124 h 1381124"/>
                <a:gd name="connsiteX3" fmla="*/ 1314449 w 3333750"/>
                <a:gd name="connsiteY3" fmla="*/ 0 h 1381124"/>
                <a:gd name="connsiteX0" fmla="*/ 1300162 w 3333750"/>
                <a:gd name="connsiteY0" fmla="*/ 0 h 1819274"/>
                <a:gd name="connsiteX1" fmla="*/ 3333750 w 3333750"/>
                <a:gd name="connsiteY1" fmla="*/ 1228724 h 1819274"/>
                <a:gd name="connsiteX2" fmla="*/ 0 w 3333750"/>
                <a:gd name="connsiteY2" fmla="*/ 1819274 h 1819274"/>
                <a:gd name="connsiteX3" fmla="*/ 1300162 w 3333750"/>
                <a:gd name="connsiteY3" fmla="*/ 0 h 1819274"/>
                <a:gd name="connsiteX0" fmla="*/ 1300162 w 3333750"/>
                <a:gd name="connsiteY0" fmla="*/ 0 h 1819274"/>
                <a:gd name="connsiteX1" fmla="*/ 3333750 w 3333750"/>
                <a:gd name="connsiteY1" fmla="*/ 1228724 h 1819274"/>
                <a:gd name="connsiteX2" fmla="*/ 0 w 3333750"/>
                <a:gd name="connsiteY2" fmla="*/ 1819274 h 1819274"/>
                <a:gd name="connsiteX3" fmla="*/ 1300162 w 3333750"/>
                <a:gd name="connsiteY3" fmla="*/ 0 h 1819274"/>
                <a:gd name="connsiteX0" fmla="*/ 1325868 w 3359456"/>
                <a:gd name="connsiteY0" fmla="*/ 0 h 1822946"/>
                <a:gd name="connsiteX1" fmla="*/ 3359456 w 3359456"/>
                <a:gd name="connsiteY1" fmla="*/ 1228724 h 1822946"/>
                <a:gd name="connsiteX2" fmla="*/ 0 w 3359456"/>
                <a:gd name="connsiteY2" fmla="*/ 1822946 h 1822946"/>
                <a:gd name="connsiteX3" fmla="*/ 1325868 w 3359456"/>
                <a:gd name="connsiteY3" fmla="*/ 0 h 1822946"/>
                <a:gd name="connsiteX0" fmla="*/ 1325868 w 3359456"/>
                <a:gd name="connsiteY0" fmla="*/ 0 h 1822946"/>
                <a:gd name="connsiteX1" fmla="*/ 3359456 w 3359456"/>
                <a:gd name="connsiteY1" fmla="*/ 1228724 h 1822946"/>
                <a:gd name="connsiteX2" fmla="*/ 0 w 3359456"/>
                <a:gd name="connsiteY2" fmla="*/ 1822946 h 1822946"/>
                <a:gd name="connsiteX3" fmla="*/ 1325868 w 3359456"/>
                <a:gd name="connsiteY3" fmla="*/ 0 h 1822946"/>
              </a:gdLst>
              <a:ahLst/>
              <a:cxnLst>
                <a:cxn ang="0">
                  <a:pos x="connsiteX0" y="connsiteY0"/>
                </a:cxn>
                <a:cxn ang="0">
                  <a:pos x="connsiteX1" y="connsiteY1"/>
                </a:cxn>
                <a:cxn ang="0">
                  <a:pos x="connsiteX2" y="connsiteY2"/>
                </a:cxn>
                <a:cxn ang="0">
                  <a:pos x="connsiteX3" y="connsiteY3"/>
                </a:cxn>
              </a:cxnLst>
              <a:rect l="l" t="t" r="r" b="b"/>
              <a:pathLst>
                <a:path w="3359456" h="1822946">
                  <a:moveTo>
                    <a:pt x="1325868" y="0"/>
                  </a:moveTo>
                  <a:lnTo>
                    <a:pt x="3359456" y="1228724"/>
                  </a:lnTo>
                  <a:lnTo>
                    <a:pt x="0" y="1822946"/>
                  </a:lnTo>
                  <a:lnTo>
                    <a:pt x="1325868" y="0"/>
                  </a:lnTo>
                  <a:close/>
                </a:path>
              </a:pathLst>
            </a:custGeom>
            <a:gradFill>
              <a:gsLst>
                <a:gs pos="100000">
                  <a:schemeClr val="accent3"/>
                </a:gs>
                <a:gs pos="44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4" name="Freeform 13"/>
            <p:cNvSpPr/>
            <p:nvPr/>
          </p:nvSpPr>
          <p:spPr>
            <a:xfrm>
              <a:off x="-227" y="-2"/>
              <a:ext cx="1040749" cy="6875699"/>
            </a:xfrm>
            <a:custGeom>
              <a:avLst/>
              <a:gdLst>
                <a:gd name="connsiteX0" fmla="*/ 0 w 1076445"/>
                <a:gd name="connsiteY0" fmla="*/ 0 h 6817489"/>
                <a:gd name="connsiteX1" fmla="*/ 1076445 w 1076445"/>
                <a:gd name="connsiteY1" fmla="*/ 1805651 h 6817489"/>
                <a:gd name="connsiteX2" fmla="*/ 11574 w 1076445"/>
                <a:gd name="connsiteY2" fmla="*/ 6817489 h 6817489"/>
                <a:gd name="connsiteX3" fmla="*/ 0 w 1076445"/>
                <a:gd name="connsiteY3" fmla="*/ 0 h 6817489"/>
                <a:gd name="connsiteX0" fmla="*/ 0 w 873245"/>
                <a:gd name="connsiteY0" fmla="*/ 0 h 6817489"/>
                <a:gd name="connsiteX1" fmla="*/ 873245 w 873245"/>
                <a:gd name="connsiteY1" fmla="*/ 1764376 h 6817489"/>
                <a:gd name="connsiteX2" fmla="*/ 11574 w 873245"/>
                <a:gd name="connsiteY2" fmla="*/ 6817489 h 6817489"/>
                <a:gd name="connsiteX3" fmla="*/ 0 w 873245"/>
                <a:gd name="connsiteY3" fmla="*/ 0 h 6817489"/>
                <a:gd name="connsiteX0" fmla="*/ 0 w 1047870"/>
                <a:gd name="connsiteY0" fmla="*/ 0 h 6817489"/>
                <a:gd name="connsiteX1" fmla="*/ 1047870 w 1047870"/>
                <a:gd name="connsiteY1" fmla="*/ 1770726 h 6817489"/>
                <a:gd name="connsiteX2" fmla="*/ 11574 w 1047870"/>
                <a:gd name="connsiteY2" fmla="*/ 6817489 h 6817489"/>
                <a:gd name="connsiteX3" fmla="*/ 0 w 1047870"/>
                <a:gd name="connsiteY3" fmla="*/ 0 h 6817489"/>
                <a:gd name="connsiteX0" fmla="*/ 0 w 698013"/>
                <a:gd name="connsiteY0" fmla="*/ 0 h 6817489"/>
                <a:gd name="connsiteX1" fmla="*/ 698013 w 698013"/>
                <a:gd name="connsiteY1" fmla="*/ 2181752 h 6817489"/>
                <a:gd name="connsiteX2" fmla="*/ 11574 w 698013"/>
                <a:gd name="connsiteY2" fmla="*/ 6817489 h 6817489"/>
                <a:gd name="connsiteX3" fmla="*/ 0 w 698013"/>
                <a:gd name="connsiteY3" fmla="*/ 0 h 6817489"/>
                <a:gd name="connsiteX0" fmla="*/ 0 w 1039919"/>
                <a:gd name="connsiteY0" fmla="*/ 0 h 6817489"/>
                <a:gd name="connsiteX1" fmla="*/ 1039919 w 1039919"/>
                <a:gd name="connsiteY1" fmla="*/ 1762823 h 6817489"/>
                <a:gd name="connsiteX2" fmla="*/ 11574 w 1039919"/>
                <a:gd name="connsiteY2" fmla="*/ 6817489 h 6817489"/>
                <a:gd name="connsiteX3" fmla="*/ 0 w 1039919"/>
                <a:gd name="connsiteY3" fmla="*/ 0 h 6817489"/>
                <a:gd name="connsiteX0" fmla="*/ 0 w 823788"/>
                <a:gd name="connsiteY0" fmla="*/ 0 h 6817489"/>
                <a:gd name="connsiteX1" fmla="*/ 823788 w 823788"/>
                <a:gd name="connsiteY1" fmla="*/ 1820668 h 6817489"/>
                <a:gd name="connsiteX2" fmla="*/ 11574 w 823788"/>
                <a:gd name="connsiteY2" fmla="*/ 6817489 h 6817489"/>
                <a:gd name="connsiteX3" fmla="*/ 0 w 823788"/>
                <a:gd name="connsiteY3" fmla="*/ 0 h 6817489"/>
                <a:gd name="connsiteX0" fmla="*/ 0 w 1035762"/>
                <a:gd name="connsiteY0" fmla="*/ 0 h 6817489"/>
                <a:gd name="connsiteX1" fmla="*/ 1035762 w 1035762"/>
                <a:gd name="connsiteY1" fmla="*/ 1766955 h 6817489"/>
                <a:gd name="connsiteX2" fmla="*/ 11574 w 1035762"/>
                <a:gd name="connsiteY2" fmla="*/ 6817489 h 6817489"/>
                <a:gd name="connsiteX3" fmla="*/ 0 w 1035762"/>
                <a:gd name="connsiteY3" fmla="*/ 0 h 6817489"/>
                <a:gd name="connsiteX0" fmla="*/ 0 w 1040524"/>
                <a:gd name="connsiteY0" fmla="*/ 0 h 6817489"/>
                <a:gd name="connsiteX1" fmla="*/ 1040524 w 1040524"/>
                <a:gd name="connsiteY1" fmla="*/ 1762221 h 6817489"/>
                <a:gd name="connsiteX2" fmla="*/ 11574 w 1040524"/>
                <a:gd name="connsiteY2" fmla="*/ 6817489 h 6817489"/>
                <a:gd name="connsiteX3" fmla="*/ 0 w 1040524"/>
                <a:gd name="connsiteY3" fmla="*/ 0 h 6817489"/>
                <a:gd name="connsiteX0" fmla="*/ 225 w 1040749"/>
                <a:gd name="connsiteY0" fmla="*/ 0 h 6858541"/>
                <a:gd name="connsiteX1" fmla="*/ 1040749 w 1040749"/>
                <a:gd name="connsiteY1" fmla="*/ 1762221 h 6858541"/>
                <a:gd name="connsiteX2" fmla="*/ 0 w 1040749"/>
                <a:gd name="connsiteY2" fmla="*/ 6858541 h 6858541"/>
                <a:gd name="connsiteX3" fmla="*/ 225 w 1040749"/>
                <a:gd name="connsiteY3" fmla="*/ 0 h 6858541"/>
                <a:gd name="connsiteX0" fmla="*/ 225 w 1040749"/>
                <a:gd name="connsiteY0" fmla="*/ 0 h 6835083"/>
                <a:gd name="connsiteX1" fmla="*/ 1040749 w 1040749"/>
                <a:gd name="connsiteY1" fmla="*/ 1762221 h 6835083"/>
                <a:gd name="connsiteX2" fmla="*/ 0 w 1040749"/>
                <a:gd name="connsiteY2" fmla="*/ 6835083 h 6835083"/>
                <a:gd name="connsiteX3" fmla="*/ 225 w 1040749"/>
                <a:gd name="connsiteY3" fmla="*/ 0 h 6835083"/>
              </a:gdLst>
              <a:ahLst/>
              <a:cxnLst>
                <a:cxn ang="0">
                  <a:pos x="connsiteX0" y="connsiteY0"/>
                </a:cxn>
                <a:cxn ang="0">
                  <a:pos x="connsiteX1" y="connsiteY1"/>
                </a:cxn>
                <a:cxn ang="0">
                  <a:pos x="connsiteX2" y="connsiteY2"/>
                </a:cxn>
                <a:cxn ang="0">
                  <a:pos x="connsiteX3" y="connsiteY3"/>
                </a:cxn>
              </a:cxnLst>
              <a:rect l="l" t="t" r="r" b="b"/>
              <a:pathLst>
                <a:path w="1040749" h="6835083">
                  <a:moveTo>
                    <a:pt x="225" y="0"/>
                  </a:moveTo>
                  <a:lnTo>
                    <a:pt x="1040749" y="1762221"/>
                  </a:lnTo>
                  <a:lnTo>
                    <a:pt x="0" y="6835083"/>
                  </a:lnTo>
                  <a:lnTo>
                    <a:pt x="225" y="0"/>
                  </a:lnTo>
                  <a:close/>
                </a:path>
              </a:pathLst>
            </a:custGeom>
            <a:gradFill>
              <a:gsLst>
                <a:gs pos="96000">
                  <a:schemeClr val="accent3"/>
                </a:gs>
                <a:gs pos="18000">
                  <a:schemeClr val="accent2"/>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5" name="Freeform 14"/>
            <p:cNvSpPr/>
            <p:nvPr/>
          </p:nvSpPr>
          <p:spPr>
            <a:xfrm>
              <a:off x="3119436" y="-1"/>
              <a:ext cx="3260163" cy="3022037"/>
            </a:xfrm>
            <a:custGeom>
              <a:avLst/>
              <a:gdLst>
                <a:gd name="connsiteX0" fmla="*/ 185737 w 3228975"/>
                <a:gd name="connsiteY0" fmla="*/ 0 h 3024188"/>
                <a:gd name="connsiteX1" fmla="*/ 0 w 3228975"/>
                <a:gd name="connsiteY1" fmla="*/ 1771650 h 3024188"/>
                <a:gd name="connsiteX2" fmla="*/ 3228975 w 3228975"/>
                <a:gd name="connsiteY2" fmla="*/ 3024188 h 3024188"/>
                <a:gd name="connsiteX3" fmla="*/ 185737 w 3228975"/>
                <a:gd name="connsiteY3" fmla="*/ 0 h 3024188"/>
                <a:gd name="connsiteX0" fmla="*/ 185737 w 3228975"/>
                <a:gd name="connsiteY0" fmla="*/ 0 h 3024188"/>
                <a:gd name="connsiteX1" fmla="*/ 0 w 3228975"/>
                <a:gd name="connsiteY1" fmla="*/ 1771650 h 3024188"/>
                <a:gd name="connsiteX2" fmla="*/ 3228975 w 3228975"/>
                <a:gd name="connsiteY2" fmla="*/ 3024188 h 3024188"/>
                <a:gd name="connsiteX3" fmla="*/ 1976437 w 3228975"/>
                <a:gd name="connsiteY3" fmla="*/ 1776413 h 3024188"/>
                <a:gd name="connsiteX4" fmla="*/ 185737 w 3228975"/>
                <a:gd name="connsiteY4" fmla="*/ 0 h 3024188"/>
                <a:gd name="connsiteX0" fmla="*/ 185737 w 3228975"/>
                <a:gd name="connsiteY0" fmla="*/ 0 h 3024188"/>
                <a:gd name="connsiteX1" fmla="*/ 0 w 3228975"/>
                <a:gd name="connsiteY1" fmla="*/ 1771650 h 3024188"/>
                <a:gd name="connsiteX2" fmla="*/ 3228975 w 3228975"/>
                <a:gd name="connsiteY2" fmla="*/ 3024188 h 3024188"/>
                <a:gd name="connsiteX3" fmla="*/ 2733674 w 3228975"/>
                <a:gd name="connsiteY3" fmla="*/ 1281113 h 3024188"/>
                <a:gd name="connsiteX4" fmla="*/ 185737 w 3228975"/>
                <a:gd name="connsiteY4" fmla="*/ 0 h 3024188"/>
                <a:gd name="connsiteX0" fmla="*/ 185737 w 3181350"/>
                <a:gd name="connsiteY0" fmla="*/ 0 h 2481263"/>
                <a:gd name="connsiteX1" fmla="*/ 0 w 3181350"/>
                <a:gd name="connsiteY1" fmla="*/ 1771650 h 2481263"/>
                <a:gd name="connsiteX2" fmla="*/ 3181350 w 3181350"/>
                <a:gd name="connsiteY2" fmla="*/ 2481263 h 2481263"/>
                <a:gd name="connsiteX3" fmla="*/ 2733674 w 3181350"/>
                <a:gd name="connsiteY3" fmla="*/ 1281113 h 2481263"/>
                <a:gd name="connsiteX4" fmla="*/ 185737 w 3181350"/>
                <a:gd name="connsiteY4" fmla="*/ 0 h 2481263"/>
                <a:gd name="connsiteX0" fmla="*/ 185737 w 3214688"/>
                <a:gd name="connsiteY0" fmla="*/ 0 h 3014663"/>
                <a:gd name="connsiteX1" fmla="*/ 0 w 3214688"/>
                <a:gd name="connsiteY1" fmla="*/ 1771650 h 3014663"/>
                <a:gd name="connsiteX2" fmla="*/ 3214688 w 3214688"/>
                <a:gd name="connsiteY2" fmla="*/ 3014663 h 3014663"/>
                <a:gd name="connsiteX3" fmla="*/ 2733674 w 3214688"/>
                <a:gd name="connsiteY3" fmla="*/ 1281113 h 3014663"/>
                <a:gd name="connsiteX4" fmla="*/ 185737 w 3214688"/>
                <a:gd name="connsiteY4" fmla="*/ 0 h 3014663"/>
                <a:gd name="connsiteX0" fmla="*/ 185737 w 3214688"/>
                <a:gd name="connsiteY0" fmla="*/ 0 h 3014663"/>
                <a:gd name="connsiteX1" fmla="*/ 0 w 3214688"/>
                <a:gd name="connsiteY1" fmla="*/ 1771650 h 3014663"/>
                <a:gd name="connsiteX2" fmla="*/ 3214688 w 3214688"/>
                <a:gd name="connsiteY2" fmla="*/ 3014663 h 3014663"/>
                <a:gd name="connsiteX3" fmla="*/ 2733674 w 3214688"/>
                <a:gd name="connsiteY3" fmla="*/ 1285876 h 3014663"/>
                <a:gd name="connsiteX4" fmla="*/ 185737 w 3214688"/>
                <a:gd name="connsiteY4" fmla="*/ 0 h 3014663"/>
                <a:gd name="connsiteX0" fmla="*/ 185737 w 3214688"/>
                <a:gd name="connsiteY0" fmla="*/ 0 h 3014663"/>
                <a:gd name="connsiteX1" fmla="*/ 0 w 3214688"/>
                <a:gd name="connsiteY1" fmla="*/ 1771650 h 3014663"/>
                <a:gd name="connsiteX2" fmla="*/ 3214688 w 3214688"/>
                <a:gd name="connsiteY2" fmla="*/ 3014663 h 3014663"/>
                <a:gd name="connsiteX3" fmla="*/ 185737 w 3214688"/>
                <a:gd name="connsiteY3" fmla="*/ 0 h 3014663"/>
                <a:gd name="connsiteX0" fmla="*/ 190500 w 3219451"/>
                <a:gd name="connsiteY0" fmla="*/ 0 h 3014663"/>
                <a:gd name="connsiteX1" fmla="*/ 0 w 3219451"/>
                <a:gd name="connsiteY1" fmla="*/ 1781175 h 3014663"/>
                <a:gd name="connsiteX2" fmla="*/ 3219451 w 3219451"/>
                <a:gd name="connsiteY2" fmla="*/ 3014663 h 3014663"/>
                <a:gd name="connsiteX3" fmla="*/ 190500 w 3219451"/>
                <a:gd name="connsiteY3" fmla="*/ 0 h 3014663"/>
                <a:gd name="connsiteX0" fmla="*/ 190500 w 3219451"/>
                <a:gd name="connsiteY0" fmla="*/ 0 h 3014663"/>
                <a:gd name="connsiteX1" fmla="*/ 0 w 3219451"/>
                <a:gd name="connsiteY1" fmla="*/ 1766887 h 3014663"/>
                <a:gd name="connsiteX2" fmla="*/ 3219451 w 3219451"/>
                <a:gd name="connsiteY2" fmla="*/ 3014663 h 3014663"/>
                <a:gd name="connsiteX3" fmla="*/ 190500 w 3219451"/>
                <a:gd name="connsiteY3" fmla="*/ 0 h 3014663"/>
                <a:gd name="connsiteX0" fmla="*/ 223838 w 3252789"/>
                <a:gd name="connsiteY0" fmla="*/ 0 h 3014663"/>
                <a:gd name="connsiteX1" fmla="*/ 0 w 3252789"/>
                <a:gd name="connsiteY1" fmla="*/ 1771650 h 3014663"/>
                <a:gd name="connsiteX2" fmla="*/ 3252789 w 3252789"/>
                <a:gd name="connsiteY2" fmla="*/ 3014663 h 3014663"/>
                <a:gd name="connsiteX3" fmla="*/ 223838 w 3252789"/>
                <a:gd name="connsiteY3" fmla="*/ 0 h 3014663"/>
                <a:gd name="connsiteX0" fmla="*/ 223838 w 3252789"/>
                <a:gd name="connsiteY0" fmla="*/ 0 h 3014663"/>
                <a:gd name="connsiteX1" fmla="*/ 0 w 3252789"/>
                <a:gd name="connsiteY1" fmla="*/ 1790700 h 3014663"/>
                <a:gd name="connsiteX2" fmla="*/ 3252789 w 3252789"/>
                <a:gd name="connsiteY2" fmla="*/ 3014663 h 3014663"/>
                <a:gd name="connsiteX3" fmla="*/ 223838 w 3252789"/>
                <a:gd name="connsiteY3" fmla="*/ 0 h 3014663"/>
                <a:gd name="connsiteX0" fmla="*/ 223838 w 3252789"/>
                <a:gd name="connsiteY0" fmla="*/ 0 h 3022037"/>
                <a:gd name="connsiteX1" fmla="*/ 0 w 3252789"/>
                <a:gd name="connsiteY1" fmla="*/ 1790700 h 3022037"/>
                <a:gd name="connsiteX2" fmla="*/ 3252789 w 3252789"/>
                <a:gd name="connsiteY2" fmla="*/ 3022037 h 3022037"/>
                <a:gd name="connsiteX3" fmla="*/ 223838 w 3252789"/>
                <a:gd name="connsiteY3" fmla="*/ 0 h 3022037"/>
                <a:gd name="connsiteX0" fmla="*/ 223838 w 3260163"/>
                <a:gd name="connsiteY0" fmla="*/ 0 h 3014663"/>
                <a:gd name="connsiteX1" fmla="*/ 0 w 3260163"/>
                <a:gd name="connsiteY1" fmla="*/ 1790700 h 3014663"/>
                <a:gd name="connsiteX2" fmla="*/ 3260163 w 3260163"/>
                <a:gd name="connsiteY2" fmla="*/ 3014663 h 3014663"/>
                <a:gd name="connsiteX3" fmla="*/ 223838 w 3260163"/>
                <a:gd name="connsiteY3" fmla="*/ 0 h 3014663"/>
                <a:gd name="connsiteX0" fmla="*/ 223838 w 3260163"/>
                <a:gd name="connsiteY0" fmla="*/ 0 h 3022037"/>
                <a:gd name="connsiteX1" fmla="*/ 0 w 3260163"/>
                <a:gd name="connsiteY1" fmla="*/ 1790700 h 3022037"/>
                <a:gd name="connsiteX2" fmla="*/ 3260163 w 3260163"/>
                <a:gd name="connsiteY2" fmla="*/ 3022037 h 3022037"/>
                <a:gd name="connsiteX3" fmla="*/ 223838 w 3260163"/>
                <a:gd name="connsiteY3" fmla="*/ 0 h 3022037"/>
              </a:gdLst>
              <a:ahLst/>
              <a:cxnLst>
                <a:cxn ang="0">
                  <a:pos x="connsiteX0" y="connsiteY0"/>
                </a:cxn>
                <a:cxn ang="0">
                  <a:pos x="connsiteX1" y="connsiteY1"/>
                </a:cxn>
                <a:cxn ang="0">
                  <a:pos x="connsiteX2" y="connsiteY2"/>
                </a:cxn>
                <a:cxn ang="0">
                  <a:pos x="connsiteX3" y="connsiteY3"/>
                </a:cxn>
              </a:cxnLst>
              <a:rect l="l" t="t" r="r" b="b"/>
              <a:pathLst>
                <a:path w="3260163" h="3022037">
                  <a:moveTo>
                    <a:pt x="223838" y="0"/>
                  </a:moveTo>
                  <a:lnTo>
                    <a:pt x="0" y="1790700"/>
                  </a:lnTo>
                  <a:lnTo>
                    <a:pt x="3260163" y="3022037"/>
                  </a:lnTo>
                  <a:lnTo>
                    <a:pt x="223838" y="0"/>
                  </a:lnTo>
                  <a:close/>
                </a:path>
              </a:pathLst>
            </a:custGeom>
            <a:gradFill>
              <a:gsLst>
                <a:gs pos="100000">
                  <a:schemeClr val="accent3"/>
                </a:gs>
                <a:gs pos="6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6" name="Freeform 15"/>
            <p:cNvSpPr/>
            <p:nvPr/>
          </p:nvSpPr>
          <p:spPr>
            <a:xfrm>
              <a:off x="3343275" y="0"/>
              <a:ext cx="4337998" cy="3019426"/>
            </a:xfrm>
            <a:custGeom>
              <a:avLst/>
              <a:gdLst>
                <a:gd name="connsiteX0" fmla="*/ 0 w 4324350"/>
                <a:gd name="connsiteY0" fmla="*/ 0 h 3019426"/>
                <a:gd name="connsiteX1" fmla="*/ 4324350 w 4324350"/>
                <a:gd name="connsiteY1" fmla="*/ 1214438 h 3019426"/>
                <a:gd name="connsiteX2" fmla="*/ 3028950 w 4324350"/>
                <a:gd name="connsiteY2" fmla="*/ 3019426 h 3019426"/>
                <a:gd name="connsiteX3" fmla="*/ 0 w 4324350"/>
                <a:gd name="connsiteY3" fmla="*/ 0 h 3019426"/>
                <a:gd name="connsiteX0" fmla="*/ 0 w 4324350"/>
                <a:gd name="connsiteY0" fmla="*/ 0 h 3019426"/>
                <a:gd name="connsiteX1" fmla="*/ 4324350 w 4324350"/>
                <a:gd name="connsiteY1" fmla="*/ 1214438 h 3019426"/>
                <a:gd name="connsiteX2" fmla="*/ 3028950 w 4324350"/>
                <a:gd name="connsiteY2" fmla="*/ 3019426 h 3019426"/>
                <a:gd name="connsiteX3" fmla="*/ 0 w 4324350"/>
                <a:gd name="connsiteY3" fmla="*/ 0 h 3019426"/>
                <a:gd name="connsiteX0" fmla="*/ 0 w 4337998"/>
                <a:gd name="connsiteY0" fmla="*/ 0 h 3019426"/>
                <a:gd name="connsiteX1" fmla="*/ 4337998 w 4337998"/>
                <a:gd name="connsiteY1" fmla="*/ 1214438 h 3019426"/>
                <a:gd name="connsiteX2" fmla="*/ 3028950 w 4337998"/>
                <a:gd name="connsiteY2" fmla="*/ 3019426 h 3019426"/>
                <a:gd name="connsiteX3" fmla="*/ 0 w 4337998"/>
                <a:gd name="connsiteY3" fmla="*/ 0 h 3019426"/>
                <a:gd name="connsiteX0" fmla="*/ 0 w 4337998"/>
                <a:gd name="connsiteY0" fmla="*/ 0 h 3019426"/>
                <a:gd name="connsiteX1" fmla="*/ 4337998 w 4337998"/>
                <a:gd name="connsiteY1" fmla="*/ 1214438 h 3019426"/>
                <a:gd name="connsiteX2" fmla="*/ 3015303 w 4337998"/>
                <a:gd name="connsiteY2" fmla="*/ 3019426 h 3019426"/>
                <a:gd name="connsiteX3" fmla="*/ 0 w 4337998"/>
                <a:gd name="connsiteY3" fmla="*/ 0 h 3019426"/>
              </a:gdLst>
              <a:ahLst/>
              <a:cxnLst>
                <a:cxn ang="0">
                  <a:pos x="connsiteX0" y="connsiteY0"/>
                </a:cxn>
                <a:cxn ang="0">
                  <a:pos x="connsiteX1" y="connsiteY1"/>
                </a:cxn>
                <a:cxn ang="0">
                  <a:pos x="connsiteX2" y="connsiteY2"/>
                </a:cxn>
                <a:cxn ang="0">
                  <a:pos x="connsiteX3" y="connsiteY3"/>
                </a:cxn>
              </a:cxnLst>
              <a:rect l="l" t="t" r="r" b="b"/>
              <a:pathLst>
                <a:path w="4337998" h="3019426">
                  <a:moveTo>
                    <a:pt x="0" y="0"/>
                  </a:moveTo>
                  <a:lnTo>
                    <a:pt x="4337998" y="1214438"/>
                  </a:lnTo>
                  <a:lnTo>
                    <a:pt x="3015303" y="3019426"/>
                  </a:lnTo>
                  <a:lnTo>
                    <a:pt x="0" y="0"/>
                  </a:lnTo>
                  <a:close/>
                </a:path>
              </a:pathLst>
            </a:custGeom>
            <a:gradFill>
              <a:gsLst>
                <a:gs pos="100000">
                  <a:schemeClr val="accent3"/>
                </a:gs>
                <a:gs pos="44000">
                  <a:schemeClr val="accent2"/>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r>
                <a:rPr lang="en-US" sz="2000"/>
                <a:t>s</a:t>
              </a:r>
              <a:endParaRPr lang="en-US" sz="2000" dirty="0"/>
            </a:p>
          </p:txBody>
        </p:sp>
        <p:sp>
          <p:nvSpPr>
            <p:cNvPr id="17" name="Freeform 16"/>
            <p:cNvSpPr/>
            <p:nvPr/>
          </p:nvSpPr>
          <p:spPr>
            <a:xfrm>
              <a:off x="7667625" y="1"/>
              <a:ext cx="4533261" cy="1214438"/>
            </a:xfrm>
            <a:custGeom>
              <a:avLst/>
              <a:gdLst>
                <a:gd name="connsiteX0" fmla="*/ 3367088 w 4524375"/>
                <a:gd name="connsiteY0" fmla="*/ 0 h 1223963"/>
                <a:gd name="connsiteX1" fmla="*/ 0 w 4524375"/>
                <a:gd name="connsiteY1" fmla="*/ 1223963 h 1223963"/>
                <a:gd name="connsiteX2" fmla="*/ 4524375 w 4524375"/>
                <a:gd name="connsiteY2" fmla="*/ 1071563 h 1223963"/>
                <a:gd name="connsiteX3" fmla="*/ 3367088 w 4524375"/>
                <a:gd name="connsiteY3" fmla="*/ 0 h 1223963"/>
                <a:gd name="connsiteX0" fmla="*/ 3352800 w 4524375"/>
                <a:gd name="connsiteY0" fmla="*/ 0 h 1233489"/>
                <a:gd name="connsiteX1" fmla="*/ 0 w 4524375"/>
                <a:gd name="connsiteY1" fmla="*/ 1233489 h 1233489"/>
                <a:gd name="connsiteX2" fmla="*/ 4524375 w 4524375"/>
                <a:gd name="connsiteY2" fmla="*/ 1081089 h 1233489"/>
                <a:gd name="connsiteX3" fmla="*/ 3352800 w 4524375"/>
                <a:gd name="connsiteY3" fmla="*/ 0 h 1233489"/>
                <a:gd name="connsiteX0" fmla="*/ 3352800 w 4524375"/>
                <a:gd name="connsiteY0" fmla="*/ 0 h 1228726"/>
                <a:gd name="connsiteX1" fmla="*/ 0 w 4524375"/>
                <a:gd name="connsiteY1" fmla="*/ 1228726 h 1228726"/>
                <a:gd name="connsiteX2" fmla="*/ 4524375 w 4524375"/>
                <a:gd name="connsiteY2" fmla="*/ 1076326 h 1228726"/>
                <a:gd name="connsiteX3" fmla="*/ 3352800 w 4524375"/>
                <a:gd name="connsiteY3" fmla="*/ 0 h 1228726"/>
                <a:gd name="connsiteX0" fmla="*/ 3357563 w 4524375"/>
                <a:gd name="connsiteY0" fmla="*/ 0 h 1223963"/>
                <a:gd name="connsiteX1" fmla="*/ 0 w 4524375"/>
                <a:gd name="connsiteY1" fmla="*/ 1223963 h 1223963"/>
                <a:gd name="connsiteX2" fmla="*/ 4524375 w 4524375"/>
                <a:gd name="connsiteY2" fmla="*/ 1071563 h 1223963"/>
                <a:gd name="connsiteX3" fmla="*/ 3357563 w 4524375"/>
                <a:gd name="connsiteY3" fmla="*/ 0 h 1223963"/>
                <a:gd name="connsiteX0" fmla="*/ 3371851 w 4538663"/>
                <a:gd name="connsiteY0" fmla="*/ 0 h 1219200"/>
                <a:gd name="connsiteX1" fmla="*/ 0 w 4538663"/>
                <a:gd name="connsiteY1" fmla="*/ 1219200 h 1219200"/>
                <a:gd name="connsiteX2" fmla="*/ 4538663 w 4538663"/>
                <a:gd name="connsiteY2" fmla="*/ 1071563 h 1219200"/>
                <a:gd name="connsiteX3" fmla="*/ 3371851 w 4538663"/>
                <a:gd name="connsiteY3" fmla="*/ 0 h 1219200"/>
                <a:gd name="connsiteX0" fmla="*/ 3243264 w 4410076"/>
                <a:gd name="connsiteY0" fmla="*/ 0 h 1071563"/>
                <a:gd name="connsiteX1" fmla="*/ 0 w 4410076"/>
                <a:gd name="connsiteY1" fmla="*/ 1033463 h 1071563"/>
                <a:gd name="connsiteX2" fmla="*/ 4410076 w 4410076"/>
                <a:gd name="connsiteY2" fmla="*/ 1071563 h 1071563"/>
                <a:gd name="connsiteX3" fmla="*/ 3243264 w 4410076"/>
                <a:gd name="connsiteY3" fmla="*/ 0 h 1071563"/>
                <a:gd name="connsiteX0" fmla="*/ 3352801 w 4519613"/>
                <a:gd name="connsiteY0" fmla="*/ 0 h 1214438"/>
                <a:gd name="connsiteX1" fmla="*/ 0 w 4519613"/>
                <a:gd name="connsiteY1" fmla="*/ 1214438 h 1214438"/>
                <a:gd name="connsiteX2" fmla="*/ 4519613 w 4519613"/>
                <a:gd name="connsiteY2" fmla="*/ 1071563 h 1214438"/>
                <a:gd name="connsiteX3" fmla="*/ 3352801 w 4519613"/>
                <a:gd name="connsiteY3" fmla="*/ 0 h 1214438"/>
                <a:gd name="connsiteX0" fmla="*/ 3352801 w 4533261"/>
                <a:gd name="connsiteY0" fmla="*/ 0 h 1214438"/>
                <a:gd name="connsiteX1" fmla="*/ 0 w 4533261"/>
                <a:gd name="connsiteY1" fmla="*/ 1214438 h 1214438"/>
                <a:gd name="connsiteX2" fmla="*/ 4533261 w 4533261"/>
                <a:gd name="connsiteY2" fmla="*/ 1071563 h 1214438"/>
                <a:gd name="connsiteX3" fmla="*/ 3352801 w 4533261"/>
                <a:gd name="connsiteY3" fmla="*/ 0 h 1214438"/>
                <a:gd name="connsiteX0" fmla="*/ 3352801 w 4533261"/>
                <a:gd name="connsiteY0" fmla="*/ 0 h 1214438"/>
                <a:gd name="connsiteX1" fmla="*/ 0 w 4533261"/>
                <a:gd name="connsiteY1" fmla="*/ 1214438 h 1214438"/>
                <a:gd name="connsiteX2" fmla="*/ 4533261 w 4533261"/>
                <a:gd name="connsiteY2" fmla="*/ 1098859 h 1214438"/>
                <a:gd name="connsiteX3" fmla="*/ 3352801 w 4533261"/>
                <a:gd name="connsiteY3" fmla="*/ 0 h 1214438"/>
              </a:gdLst>
              <a:ahLst/>
              <a:cxnLst>
                <a:cxn ang="0">
                  <a:pos x="connsiteX0" y="connsiteY0"/>
                </a:cxn>
                <a:cxn ang="0">
                  <a:pos x="connsiteX1" y="connsiteY1"/>
                </a:cxn>
                <a:cxn ang="0">
                  <a:pos x="connsiteX2" y="connsiteY2"/>
                </a:cxn>
                <a:cxn ang="0">
                  <a:pos x="connsiteX3" y="connsiteY3"/>
                </a:cxn>
              </a:cxnLst>
              <a:rect l="l" t="t" r="r" b="b"/>
              <a:pathLst>
                <a:path w="4533261" h="1214438">
                  <a:moveTo>
                    <a:pt x="3352801" y="0"/>
                  </a:moveTo>
                  <a:lnTo>
                    <a:pt x="0" y="1214438"/>
                  </a:lnTo>
                  <a:lnTo>
                    <a:pt x="4533261" y="1098859"/>
                  </a:lnTo>
                  <a:lnTo>
                    <a:pt x="3352801" y="0"/>
                  </a:lnTo>
                  <a:close/>
                </a:path>
              </a:pathLst>
            </a:custGeom>
            <a:gradFill>
              <a:gsLst>
                <a:gs pos="100000">
                  <a:schemeClr val="accent3"/>
                </a:gs>
                <a:gs pos="44000">
                  <a:schemeClr val="accent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8" name="Freeform 17"/>
            <p:cNvSpPr/>
            <p:nvPr/>
          </p:nvSpPr>
          <p:spPr>
            <a:xfrm>
              <a:off x="11015664" y="1"/>
              <a:ext cx="1176841" cy="1098080"/>
            </a:xfrm>
            <a:custGeom>
              <a:avLst/>
              <a:gdLst>
                <a:gd name="connsiteX0" fmla="*/ 0 w 1171575"/>
                <a:gd name="connsiteY0" fmla="*/ 0 h 1076325"/>
                <a:gd name="connsiteX1" fmla="*/ 1171575 w 1171575"/>
                <a:gd name="connsiteY1" fmla="*/ 1076325 h 1076325"/>
                <a:gd name="connsiteX2" fmla="*/ 1171575 w 1171575"/>
                <a:gd name="connsiteY2" fmla="*/ 0 h 1076325"/>
                <a:gd name="connsiteX3" fmla="*/ 0 w 1171575"/>
                <a:gd name="connsiteY3" fmla="*/ 0 h 1076325"/>
                <a:gd name="connsiteX0" fmla="*/ 0 w 1171575"/>
                <a:gd name="connsiteY0" fmla="*/ 0 h 1076325"/>
                <a:gd name="connsiteX1" fmla="*/ 1171575 w 1171575"/>
                <a:gd name="connsiteY1" fmla="*/ 1076325 h 1076325"/>
                <a:gd name="connsiteX2" fmla="*/ 1171575 w 1171575"/>
                <a:gd name="connsiteY2" fmla="*/ 0 h 1076325"/>
                <a:gd name="connsiteX3" fmla="*/ 0 w 1171575"/>
                <a:gd name="connsiteY3" fmla="*/ 0 h 1076325"/>
                <a:gd name="connsiteX0" fmla="*/ 0 w 1176299"/>
                <a:gd name="connsiteY0" fmla="*/ 0 h 1085850"/>
                <a:gd name="connsiteX1" fmla="*/ 1176299 w 1176299"/>
                <a:gd name="connsiteY1" fmla="*/ 1085850 h 1085850"/>
                <a:gd name="connsiteX2" fmla="*/ 1171575 w 1176299"/>
                <a:gd name="connsiteY2" fmla="*/ 0 h 1085850"/>
                <a:gd name="connsiteX3" fmla="*/ 0 w 1176299"/>
                <a:gd name="connsiteY3" fmla="*/ 0 h 1085850"/>
                <a:gd name="connsiteX0" fmla="*/ 0 w 1181344"/>
                <a:gd name="connsiteY0" fmla="*/ 0 h 1085850"/>
                <a:gd name="connsiteX1" fmla="*/ 1176299 w 1181344"/>
                <a:gd name="connsiteY1" fmla="*/ 1085850 h 1085850"/>
                <a:gd name="connsiteX2" fmla="*/ 1181138 w 1181344"/>
                <a:gd name="connsiteY2" fmla="*/ 0 h 1085850"/>
                <a:gd name="connsiteX3" fmla="*/ 0 w 1181344"/>
                <a:gd name="connsiteY3" fmla="*/ 0 h 1085850"/>
                <a:gd name="connsiteX0" fmla="*/ 0 w 1181586"/>
                <a:gd name="connsiteY0" fmla="*/ 0 h 1081088"/>
                <a:gd name="connsiteX1" fmla="*/ 1181080 w 1181586"/>
                <a:gd name="connsiteY1" fmla="*/ 1081088 h 1081088"/>
                <a:gd name="connsiteX2" fmla="*/ 1181138 w 1181586"/>
                <a:gd name="connsiteY2" fmla="*/ 0 h 1081088"/>
                <a:gd name="connsiteX3" fmla="*/ 0 w 1181586"/>
                <a:gd name="connsiteY3" fmla="*/ 0 h 1081088"/>
                <a:gd name="connsiteX0" fmla="*/ 0 w 1181586"/>
                <a:gd name="connsiteY0" fmla="*/ 0 h 1070785"/>
                <a:gd name="connsiteX1" fmla="*/ 1181080 w 1181586"/>
                <a:gd name="connsiteY1" fmla="*/ 1070785 h 1070785"/>
                <a:gd name="connsiteX2" fmla="*/ 1181138 w 1181586"/>
                <a:gd name="connsiteY2" fmla="*/ 0 h 1070785"/>
                <a:gd name="connsiteX3" fmla="*/ 0 w 1181586"/>
                <a:gd name="connsiteY3" fmla="*/ 0 h 1070785"/>
                <a:gd name="connsiteX0" fmla="*/ 0 w 1181152"/>
                <a:gd name="connsiteY0" fmla="*/ 0 h 593113"/>
                <a:gd name="connsiteX1" fmla="*/ 1057755 w 1181152"/>
                <a:gd name="connsiteY1" fmla="*/ 593113 h 593113"/>
                <a:gd name="connsiteX2" fmla="*/ 1181138 w 1181152"/>
                <a:gd name="connsiteY2" fmla="*/ 0 h 593113"/>
                <a:gd name="connsiteX3" fmla="*/ 0 w 1181152"/>
                <a:gd name="connsiteY3" fmla="*/ 0 h 593113"/>
                <a:gd name="connsiteX0" fmla="*/ 0 w 1181586"/>
                <a:gd name="connsiteY0" fmla="*/ 0 h 1098080"/>
                <a:gd name="connsiteX1" fmla="*/ 1181081 w 1181586"/>
                <a:gd name="connsiteY1" fmla="*/ 1098080 h 1098080"/>
                <a:gd name="connsiteX2" fmla="*/ 1181138 w 1181586"/>
                <a:gd name="connsiteY2" fmla="*/ 0 h 1098080"/>
                <a:gd name="connsiteX3" fmla="*/ 0 w 1181586"/>
                <a:gd name="connsiteY3" fmla="*/ 0 h 1098080"/>
              </a:gdLst>
              <a:ahLst/>
              <a:cxnLst>
                <a:cxn ang="0">
                  <a:pos x="connsiteX0" y="connsiteY0"/>
                </a:cxn>
                <a:cxn ang="0">
                  <a:pos x="connsiteX1" y="connsiteY1"/>
                </a:cxn>
                <a:cxn ang="0">
                  <a:pos x="connsiteX2" y="connsiteY2"/>
                </a:cxn>
                <a:cxn ang="0">
                  <a:pos x="connsiteX3" y="connsiteY3"/>
                </a:cxn>
              </a:cxnLst>
              <a:rect l="l" t="t" r="r" b="b"/>
              <a:pathLst>
                <a:path w="1181586" h="1098080">
                  <a:moveTo>
                    <a:pt x="0" y="0"/>
                  </a:moveTo>
                  <a:lnTo>
                    <a:pt x="1181081" y="1098080"/>
                  </a:lnTo>
                  <a:cubicBezTo>
                    <a:pt x="1179506" y="736130"/>
                    <a:pt x="1182713" y="361950"/>
                    <a:pt x="1181138" y="0"/>
                  </a:cubicBezTo>
                  <a:lnTo>
                    <a:pt x="0" y="0"/>
                  </a:lnTo>
                  <a:close/>
                </a:path>
              </a:pathLst>
            </a:custGeom>
            <a:gradFill>
              <a:gsLst>
                <a:gs pos="100000">
                  <a:schemeClr val="accent3"/>
                </a:gs>
                <a:gs pos="44000">
                  <a:schemeClr val="accent2"/>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19" name="Freeform 18"/>
            <p:cNvSpPr/>
            <p:nvPr/>
          </p:nvSpPr>
          <p:spPr>
            <a:xfrm>
              <a:off x="10959906" y="1057275"/>
              <a:ext cx="1232552" cy="3276600"/>
            </a:xfrm>
            <a:custGeom>
              <a:avLst/>
              <a:gdLst>
                <a:gd name="connsiteX0" fmla="*/ 1171575 w 1176337"/>
                <a:gd name="connsiteY0" fmla="*/ 0 h 3267075"/>
                <a:gd name="connsiteX1" fmla="*/ 0 w 1176337"/>
                <a:gd name="connsiteY1" fmla="*/ 2762250 h 3267075"/>
                <a:gd name="connsiteX2" fmla="*/ 1176337 w 1176337"/>
                <a:gd name="connsiteY2" fmla="*/ 3267075 h 3267075"/>
                <a:gd name="connsiteX3" fmla="*/ 1171575 w 1176337"/>
                <a:gd name="connsiteY3" fmla="*/ 0 h 3267075"/>
                <a:gd name="connsiteX0" fmla="*/ 1176337 w 1176795"/>
                <a:gd name="connsiteY0" fmla="*/ 0 h 3276600"/>
                <a:gd name="connsiteX1" fmla="*/ 0 w 1176795"/>
                <a:gd name="connsiteY1" fmla="*/ 2771775 h 3276600"/>
                <a:gd name="connsiteX2" fmla="*/ 1176337 w 1176795"/>
                <a:gd name="connsiteY2" fmla="*/ 3276600 h 3276600"/>
                <a:gd name="connsiteX3" fmla="*/ 1176337 w 1176795"/>
                <a:gd name="connsiteY3" fmla="*/ 0 h 3276600"/>
                <a:gd name="connsiteX0" fmla="*/ 1209791 w 1210249"/>
                <a:gd name="connsiteY0" fmla="*/ 0 h 3276600"/>
                <a:gd name="connsiteX1" fmla="*/ 0 w 1210249"/>
                <a:gd name="connsiteY1" fmla="*/ 2771775 h 3276600"/>
                <a:gd name="connsiteX2" fmla="*/ 1209791 w 1210249"/>
                <a:gd name="connsiteY2" fmla="*/ 3276600 h 3276600"/>
                <a:gd name="connsiteX3" fmla="*/ 1209791 w 1210249"/>
                <a:gd name="connsiteY3" fmla="*/ 0 h 3276600"/>
                <a:gd name="connsiteX0" fmla="*/ 1232094 w 1232552"/>
                <a:gd name="connsiteY0" fmla="*/ 0 h 3276600"/>
                <a:gd name="connsiteX1" fmla="*/ 0 w 1232552"/>
                <a:gd name="connsiteY1" fmla="*/ 2749472 h 3276600"/>
                <a:gd name="connsiteX2" fmla="*/ 1232094 w 1232552"/>
                <a:gd name="connsiteY2" fmla="*/ 3276600 h 3276600"/>
                <a:gd name="connsiteX3" fmla="*/ 1232094 w 1232552"/>
                <a:gd name="connsiteY3" fmla="*/ 0 h 3276600"/>
              </a:gdLst>
              <a:ahLst/>
              <a:cxnLst>
                <a:cxn ang="0">
                  <a:pos x="connsiteX0" y="connsiteY0"/>
                </a:cxn>
                <a:cxn ang="0">
                  <a:pos x="connsiteX1" y="connsiteY1"/>
                </a:cxn>
                <a:cxn ang="0">
                  <a:pos x="connsiteX2" y="connsiteY2"/>
                </a:cxn>
                <a:cxn ang="0">
                  <a:pos x="connsiteX3" y="connsiteY3"/>
                </a:cxn>
              </a:cxnLst>
              <a:rect l="l" t="t" r="r" b="b"/>
              <a:pathLst>
                <a:path w="1232552" h="3276600">
                  <a:moveTo>
                    <a:pt x="1232094" y="0"/>
                  </a:moveTo>
                  <a:lnTo>
                    <a:pt x="0" y="2749472"/>
                  </a:lnTo>
                  <a:lnTo>
                    <a:pt x="1232094" y="3276600"/>
                  </a:lnTo>
                  <a:cubicBezTo>
                    <a:pt x="1230507" y="2187575"/>
                    <a:pt x="1233681" y="1089025"/>
                    <a:pt x="1232094" y="0"/>
                  </a:cubicBezTo>
                  <a:close/>
                </a:path>
              </a:pathLst>
            </a:custGeom>
            <a:gradFill>
              <a:gsLst>
                <a:gs pos="100000">
                  <a:schemeClr val="accent3"/>
                </a:gs>
                <a:gs pos="4400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0" name="Freeform 19"/>
            <p:cNvSpPr/>
            <p:nvPr/>
          </p:nvSpPr>
          <p:spPr>
            <a:xfrm>
              <a:off x="6366969" y="2428875"/>
              <a:ext cx="3339005" cy="2271713"/>
            </a:xfrm>
            <a:custGeom>
              <a:avLst/>
              <a:gdLst>
                <a:gd name="connsiteX0" fmla="*/ 0 w 3324225"/>
                <a:gd name="connsiteY0" fmla="*/ 590550 h 2271713"/>
                <a:gd name="connsiteX1" fmla="*/ 1343025 w 3324225"/>
                <a:gd name="connsiteY1" fmla="*/ 2271713 h 2271713"/>
                <a:gd name="connsiteX2" fmla="*/ 3324225 w 3324225"/>
                <a:gd name="connsiteY2" fmla="*/ 0 h 2271713"/>
                <a:gd name="connsiteX3" fmla="*/ 0 w 3324225"/>
                <a:gd name="connsiteY3" fmla="*/ 590550 h 2271713"/>
                <a:gd name="connsiteX0" fmla="*/ 0 w 3333750"/>
                <a:gd name="connsiteY0" fmla="*/ 585787 h 2271713"/>
                <a:gd name="connsiteX1" fmla="*/ 1352550 w 3333750"/>
                <a:gd name="connsiteY1" fmla="*/ 2271713 h 2271713"/>
                <a:gd name="connsiteX2" fmla="*/ 3333750 w 3333750"/>
                <a:gd name="connsiteY2" fmla="*/ 0 h 2271713"/>
                <a:gd name="connsiteX3" fmla="*/ 0 w 3333750"/>
                <a:gd name="connsiteY3" fmla="*/ 585787 h 2271713"/>
                <a:gd name="connsiteX0" fmla="*/ 0 w 3333750"/>
                <a:gd name="connsiteY0" fmla="*/ 591043 h 2271713"/>
                <a:gd name="connsiteX1" fmla="*/ 1352550 w 3333750"/>
                <a:gd name="connsiteY1" fmla="*/ 2271713 h 2271713"/>
                <a:gd name="connsiteX2" fmla="*/ 3333750 w 3333750"/>
                <a:gd name="connsiteY2" fmla="*/ 0 h 2271713"/>
                <a:gd name="connsiteX3" fmla="*/ 0 w 3333750"/>
                <a:gd name="connsiteY3" fmla="*/ 591043 h 2271713"/>
                <a:gd name="connsiteX0" fmla="*/ 0 w 3339005"/>
                <a:gd name="connsiteY0" fmla="*/ 591043 h 2271713"/>
                <a:gd name="connsiteX1" fmla="*/ 1357805 w 3339005"/>
                <a:gd name="connsiteY1" fmla="*/ 2271713 h 2271713"/>
                <a:gd name="connsiteX2" fmla="*/ 3339005 w 3339005"/>
                <a:gd name="connsiteY2" fmla="*/ 0 h 2271713"/>
                <a:gd name="connsiteX3" fmla="*/ 0 w 3339005"/>
                <a:gd name="connsiteY3" fmla="*/ 591043 h 2271713"/>
              </a:gdLst>
              <a:ahLst/>
              <a:cxnLst>
                <a:cxn ang="0">
                  <a:pos x="connsiteX0" y="connsiteY0"/>
                </a:cxn>
                <a:cxn ang="0">
                  <a:pos x="connsiteX1" y="connsiteY1"/>
                </a:cxn>
                <a:cxn ang="0">
                  <a:pos x="connsiteX2" y="connsiteY2"/>
                </a:cxn>
                <a:cxn ang="0">
                  <a:pos x="connsiteX3" y="connsiteY3"/>
                </a:cxn>
              </a:cxnLst>
              <a:rect l="l" t="t" r="r" b="b"/>
              <a:pathLst>
                <a:path w="3339005" h="2271713">
                  <a:moveTo>
                    <a:pt x="0" y="591043"/>
                  </a:moveTo>
                  <a:lnTo>
                    <a:pt x="1357805" y="2271713"/>
                  </a:lnTo>
                  <a:lnTo>
                    <a:pt x="3339005" y="0"/>
                  </a:lnTo>
                  <a:lnTo>
                    <a:pt x="0" y="591043"/>
                  </a:lnTo>
                  <a:close/>
                </a:path>
              </a:pathLst>
            </a:custGeom>
            <a:gradFill>
              <a:gsLst>
                <a:gs pos="100000">
                  <a:schemeClr val="accent3"/>
                </a:gs>
                <a:gs pos="44000">
                  <a:schemeClr val="accent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1" name="Freeform 20"/>
            <p:cNvSpPr/>
            <p:nvPr/>
          </p:nvSpPr>
          <p:spPr>
            <a:xfrm>
              <a:off x="1025774" y="1761707"/>
              <a:ext cx="2098477" cy="1910094"/>
            </a:xfrm>
            <a:custGeom>
              <a:avLst/>
              <a:gdLst>
                <a:gd name="connsiteX0" fmla="*/ 2086304 w 2086304"/>
                <a:gd name="connsiteY0" fmla="*/ 0 h 1886607"/>
                <a:gd name="connsiteX1" fmla="*/ 0 w 2086304"/>
                <a:gd name="connsiteY1" fmla="*/ 15765 h 1886607"/>
                <a:gd name="connsiteX2" fmla="*/ 362607 w 2086304"/>
                <a:gd name="connsiteY2" fmla="*/ 1886607 h 1886607"/>
                <a:gd name="connsiteX3" fmla="*/ 2086304 w 2086304"/>
                <a:gd name="connsiteY3" fmla="*/ 0 h 1886607"/>
                <a:gd name="connsiteX0" fmla="*/ 2101053 w 2101053"/>
                <a:gd name="connsiteY0" fmla="*/ 0 h 1886607"/>
                <a:gd name="connsiteX1" fmla="*/ 0 w 2101053"/>
                <a:gd name="connsiteY1" fmla="*/ 1207 h 1886607"/>
                <a:gd name="connsiteX2" fmla="*/ 377356 w 2101053"/>
                <a:gd name="connsiteY2" fmla="*/ 1886607 h 1886607"/>
                <a:gd name="connsiteX3" fmla="*/ 2101053 w 2101053"/>
                <a:gd name="connsiteY3" fmla="*/ 0 h 1886607"/>
                <a:gd name="connsiteX0" fmla="*/ 2098477 w 2098477"/>
                <a:gd name="connsiteY0" fmla="*/ 8963 h 1885400"/>
                <a:gd name="connsiteX1" fmla="*/ 0 w 2098477"/>
                <a:gd name="connsiteY1" fmla="*/ 0 h 1885400"/>
                <a:gd name="connsiteX2" fmla="*/ 377356 w 2098477"/>
                <a:gd name="connsiteY2" fmla="*/ 1885400 h 1885400"/>
                <a:gd name="connsiteX3" fmla="*/ 2098477 w 2098477"/>
                <a:gd name="connsiteY3" fmla="*/ 8963 h 1885400"/>
              </a:gdLst>
              <a:ahLst/>
              <a:cxnLst>
                <a:cxn ang="0">
                  <a:pos x="connsiteX0" y="connsiteY0"/>
                </a:cxn>
                <a:cxn ang="0">
                  <a:pos x="connsiteX1" y="connsiteY1"/>
                </a:cxn>
                <a:cxn ang="0">
                  <a:pos x="connsiteX2" y="connsiteY2"/>
                </a:cxn>
                <a:cxn ang="0">
                  <a:pos x="connsiteX3" y="connsiteY3"/>
                </a:cxn>
              </a:cxnLst>
              <a:rect l="l" t="t" r="r" b="b"/>
              <a:pathLst>
                <a:path w="2098477" h="1885400">
                  <a:moveTo>
                    <a:pt x="2098477" y="8963"/>
                  </a:moveTo>
                  <a:lnTo>
                    <a:pt x="0" y="0"/>
                  </a:lnTo>
                  <a:lnTo>
                    <a:pt x="377356" y="1885400"/>
                  </a:lnTo>
                  <a:lnTo>
                    <a:pt x="2098477" y="8963"/>
                  </a:lnTo>
                  <a:close/>
                </a:path>
              </a:pathLst>
            </a:custGeom>
            <a:gradFill>
              <a:gsLst>
                <a:gs pos="100000">
                  <a:schemeClr val="accent3"/>
                </a:gs>
                <a:gs pos="44000">
                  <a:schemeClr val="accent2"/>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2" name="Freeform 21"/>
            <p:cNvSpPr/>
            <p:nvPr/>
          </p:nvSpPr>
          <p:spPr>
            <a:xfrm>
              <a:off x="3532" y="4857972"/>
              <a:ext cx="4090198" cy="2007612"/>
            </a:xfrm>
            <a:custGeom>
              <a:avLst/>
              <a:gdLst>
                <a:gd name="connsiteX0" fmla="*/ 3576398 w 4077729"/>
                <a:gd name="connsiteY0" fmla="*/ 0 h 1994733"/>
                <a:gd name="connsiteX1" fmla="*/ 4077729 w 4077729"/>
                <a:gd name="connsiteY1" fmla="*/ 1101516 h 1994733"/>
                <a:gd name="connsiteX2" fmla="*/ 0 w 4077729"/>
                <a:gd name="connsiteY2" fmla="*/ 1994733 h 1994733"/>
                <a:gd name="connsiteX3" fmla="*/ 3576398 w 4077729"/>
                <a:gd name="connsiteY3" fmla="*/ 0 h 1994733"/>
                <a:gd name="connsiteX0" fmla="*/ 3576398 w 4086042"/>
                <a:gd name="connsiteY0" fmla="*/ 0 h 1994733"/>
                <a:gd name="connsiteX1" fmla="*/ 4086042 w 4086042"/>
                <a:gd name="connsiteY1" fmla="*/ 1093204 h 1994733"/>
                <a:gd name="connsiteX2" fmla="*/ 0 w 4086042"/>
                <a:gd name="connsiteY2" fmla="*/ 1994733 h 1994733"/>
                <a:gd name="connsiteX3" fmla="*/ 3576398 w 4086042"/>
                <a:gd name="connsiteY3" fmla="*/ 0 h 1994733"/>
                <a:gd name="connsiteX0" fmla="*/ 3576398 w 4090198"/>
                <a:gd name="connsiteY0" fmla="*/ 0 h 1994733"/>
                <a:gd name="connsiteX1" fmla="*/ 4090198 w 4090198"/>
                <a:gd name="connsiteY1" fmla="*/ 1084892 h 1994733"/>
                <a:gd name="connsiteX2" fmla="*/ 0 w 4090198"/>
                <a:gd name="connsiteY2" fmla="*/ 1994733 h 1994733"/>
                <a:gd name="connsiteX3" fmla="*/ 3576398 w 4090198"/>
                <a:gd name="connsiteY3" fmla="*/ 0 h 1994733"/>
                <a:gd name="connsiteX0" fmla="*/ 3576398 w 4090198"/>
                <a:gd name="connsiteY0" fmla="*/ 0 h 2007612"/>
                <a:gd name="connsiteX1" fmla="*/ 4090198 w 4090198"/>
                <a:gd name="connsiteY1" fmla="*/ 1084892 h 2007612"/>
                <a:gd name="connsiteX2" fmla="*/ 0 w 4090198"/>
                <a:gd name="connsiteY2" fmla="*/ 2007612 h 2007612"/>
                <a:gd name="connsiteX3" fmla="*/ 3576398 w 4090198"/>
                <a:gd name="connsiteY3" fmla="*/ 0 h 2007612"/>
              </a:gdLst>
              <a:ahLst/>
              <a:cxnLst>
                <a:cxn ang="0">
                  <a:pos x="connsiteX0" y="connsiteY0"/>
                </a:cxn>
                <a:cxn ang="0">
                  <a:pos x="connsiteX1" y="connsiteY1"/>
                </a:cxn>
                <a:cxn ang="0">
                  <a:pos x="connsiteX2" y="connsiteY2"/>
                </a:cxn>
                <a:cxn ang="0">
                  <a:pos x="connsiteX3" y="connsiteY3"/>
                </a:cxn>
              </a:cxnLst>
              <a:rect l="l" t="t" r="r" b="b"/>
              <a:pathLst>
                <a:path w="4090198" h="2007612">
                  <a:moveTo>
                    <a:pt x="3576398" y="0"/>
                  </a:moveTo>
                  <a:lnTo>
                    <a:pt x="4090198" y="1084892"/>
                  </a:lnTo>
                  <a:lnTo>
                    <a:pt x="0" y="2007612"/>
                  </a:lnTo>
                  <a:lnTo>
                    <a:pt x="3576398" y="0"/>
                  </a:lnTo>
                  <a:close/>
                </a:path>
              </a:pathLst>
            </a:custGeom>
            <a:gradFill>
              <a:gsLst>
                <a:gs pos="100000">
                  <a:schemeClr val="accent3"/>
                </a:gs>
                <a:gs pos="44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3" name="Freeform 22"/>
            <p:cNvSpPr/>
            <p:nvPr/>
          </p:nvSpPr>
          <p:spPr>
            <a:xfrm>
              <a:off x="-6301" y="5938309"/>
              <a:ext cx="4092304" cy="924304"/>
            </a:xfrm>
            <a:custGeom>
              <a:avLst/>
              <a:gdLst>
                <a:gd name="connsiteX0" fmla="*/ 4074199 w 4074199"/>
                <a:gd name="connsiteY0" fmla="*/ 0 h 907339"/>
                <a:gd name="connsiteX1" fmla="*/ 3357507 w 4074199"/>
                <a:gd name="connsiteY1" fmla="*/ 907339 h 907339"/>
                <a:gd name="connsiteX2" fmla="*/ 0 w 4074199"/>
                <a:gd name="connsiteY2" fmla="*/ 907339 h 907339"/>
                <a:gd name="connsiteX3" fmla="*/ 4074199 w 4074199"/>
                <a:gd name="connsiteY3" fmla="*/ 0 h 907339"/>
                <a:gd name="connsiteX0" fmla="*/ 4084791 w 4084791"/>
                <a:gd name="connsiteY0" fmla="*/ 0 h 907339"/>
                <a:gd name="connsiteX1" fmla="*/ 3368099 w 4084791"/>
                <a:gd name="connsiteY1" fmla="*/ 907339 h 907339"/>
                <a:gd name="connsiteX2" fmla="*/ 0 w 4084791"/>
                <a:gd name="connsiteY2" fmla="*/ 907339 h 907339"/>
                <a:gd name="connsiteX3" fmla="*/ 4084791 w 4084791"/>
                <a:gd name="connsiteY3" fmla="*/ 0 h 907339"/>
                <a:gd name="connsiteX0" fmla="*/ 4100031 w 4100031"/>
                <a:gd name="connsiteY0" fmla="*/ 0 h 907339"/>
                <a:gd name="connsiteX1" fmla="*/ 3368099 w 4100031"/>
                <a:gd name="connsiteY1" fmla="*/ 907339 h 907339"/>
                <a:gd name="connsiteX2" fmla="*/ 0 w 4100031"/>
                <a:gd name="connsiteY2" fmla="*/ 907339 h 907339"/>
                <a:gd name="connsiteX3" fmla="*/ 4100031 w 4100031"/>
                <a:gd name="connsiteY3" fmla="*/ 0 h 907339"/>
                <a:gd name="connsiteX0" fmla="*/ 4102607 w 4102607"/>
                <a:gd name="connsiteY0" fmla="*/ 0 h 907339"/>
                <a:gd name="connsiteX1" fmla="*/ 3370675 w 4102607"/>
                <a:gd name="connsiteY1" fmla="*/ 907339 h 907339"/>
                <a:gd name="connsiteX2" fmla="*/ 0 w 4102607"/>
                <a:gd name="connsiteY2" fmla="*/ 857464 h 907339"/>
                <a:gd name="connsiteX3" fmla="*/ 4102607 w 4102607"/>
                <a:gd name="connsiteY3" fmla="*/ 0 h 907339"/>
                <a:gd name="connsiteX0" fmla="*/ 4097455 w 4097455"/>
                <a:gd name="connsiteY0" fmla="*/ 0 h 907339"/>
                <a:gd name="connsiteX1" fmla="*/ 3365523 w 4097455"/>
                <a:gd name="connsiteY1" fmla="*/ 907339 h 907339"/>
                <a:gd name="connsiteX2" fmla="*/ 0 w 4097455"/>
                <a:gd name="connsiteY2" fmla="*/ 859958 h 907339"/>
                <a:gd name="connsiteX3" fmla="*/ 4097455 w 4097455"/>
                <a:gd name="connsiteY3" fmla="*/ 0 h 907339"/>
                <a:gd name="connsiteX0" fmla="*/ 4097455 w 4097455"/>
                <a:gd name="connsiteY0" fmla="*/ 0 h 862451"/>
                <a:gd name="connsiteX1" fmla="*/ 3411887 w 4097455"/>
                <a:gd name="connsiteY1" fmla="*/ 862451 h 862451"/>
                <a:gd name="connsiteX2" fmla="*/ 0 w 4097455"/>
                <a:gd name="connsiteY2" fmla="*/ 859958 h 862451"/>
                <a:gd name="connsiteX3" fmla="*/ 4097455 w 4097455"/>
                <a:gd name="connsiteY3" fmla="*/ 0 h 862451"/>
                <a:gd name="connsiteX0" fmla="*/ 4089728 w 4089728"/>
                <a:gd name="connsiteY0" fmla="*/ 0 h 892377"/>
                <a:gd name="connsiteX1" fmla="*/ 3411887 w 4089728"/>
                <a:gd name="connsiteY1" fmla="*/ 892377 h 892377"/>
                <a:gd name="connsiteX2" fmla="*/ 0 w 4089728"/>
                <a:gd name="connsiteY2" fmla="*/ 889884 h 892377"/>
                <a:gd name="connsiteX3" fmla="*/ 4089728 w 4089728"/>
                <a:gd name="connsiteY3" fmla="*/ 0 h 892377"/>
                <a:gd name="connsiteX0" fmla="*/ 4089728 w 4089728"/>
                <a:gd name="connsiteY0" fmla="*/ 0 h 892377"/>
                <a:gd name="connsiteX1" fmla="*/ 3424766 w 4089728"/>
                <a:gd name="connsiteY1" fmla="*/ 892377 h 892377"/>
                <a:gd name="connsiteX2" fmla="*/ 0 w 4089728"/>
                <a:gd name="connsiteY2" fmla="*/ 889884 h 892377"/>
                <a:gd name="connsiteX3" fmla="*/ 4089728 w 4089728"/>
                <a:gd name="connsiteY3" fmla="*/ 0 h 892377"/>
                <a:gd name="connsiteX0" fmla="*/ 4089728 w 4089728"/>
                <a:gd name="connsiteY0" fmla="*/ 0 h 889884"/>
                <a:gd name="connsiteX1" fmla="*/ 3360372 w 4089728"/>
                <a:gd name="connsiteY1" fmla="*/ 889884 h 889884"/>
                <a:gd name="connsiteX2" fmla="*/ 0 w 4089728"/>
                <a:gd name="connsiteY2" fmla="*/ 889884 h 889884"/>
                <a:gd name="connsiteX3" fmla="*/ 4089728 w 4089728"/>
                <a:gd name="connsiteY3" fmla="*/ 0 h 889884"/>
                <a:gd name="connsiteX0" fmla="*/ 4079425 w 4079425"/>
                <a:gd name="connsiteY0" fmla="*/ 0 h 889884"/>
                <a:gd name="connsiteX1" fmla="*/ 3350069 w 4079425"/>
                <a:gd name="connsiteY1" fmla="*/ 889884 h 889884"/>
                <a:gd name="connsiteX2" fmla="*/ 0 w 4079425"/>
                <a:gd name="connsiteY2" fmla="*/ 882403 h 889884"/>
                <a:gd name="connsiteX3" fmla="*/ 4079425 w 4079425"/>
                <a:gd name="connsiteY3" fmla="*/ 0 h 889884"/>
                <a:gd name="connsiteX0" fmla="*/ 4082000 w 4082000"/>
                <a:gd name="connsiteY0" fmla="*/ 0 h 889884"/>
                <a:gd name="connsiteX1" fmla="*/ 3352644 w 4082000"/>
                <a:gd name="connsiteY1" fmla="*/ 889884 h 889884"/>
                <a:gd name="connsiteX2" fmla="*/ 0 w 4082000"/>
                <a:gd name="connsiteY2" fmla="*/ 882403 h 889884"/>
                <a:gd name="connsiteX3" fmla="*/ 4082000 w 4082000"/>
                <a:gd name="connsiteY3" fmla="*/ 0 h 889884"/>
                <a:gd name="connsiteX0" fmla="*/ 4087152 w 4087152"/>
                <a:gd name="connsiteY0" fmla="*/ 0 h 1007091"/>
                <a:gd name="connsiteX1" fmla="*/ 3357796 w 4087152"/>
                <a:gd name="connsiteY1" fmla="*/ 889884 h 1007091"/>
                <a:gd name="connsiteX2" fmla="*/ 0 w 4087152"/>
                <a:gd name="connsiteY2" fmla="*/ 1007091 h 1007091"/>
                <a:gd name="connsiteX3" fmla="*/ 4087152 w 4087152"/>
                <a:gd name="connsiteY3" fmla="*/ 0 h 1007091"/>
                <a:gd name="connsiteX0" fmla="*/ 4092304 w 4092304"/>
                <a:gd name="connsiteY0" fmla="*/ 0 h 894872"/>
                <a:gd name="connsiteX1" fmla="*/ 3362948 w 4092304"/>
                <a:gd name="connsiteY1" fmla="*/ 889884 h 894872"/>
                <a:gd name="connsiteX2" fmla="*/ 0 w 4092304"/>
                <a:gd name="connsiteY2" fmla="*/ 894872 h 894872"/>
                <a:gd name="connsiteX3" fmla="*/ 4092304 w 4092304"/>
                <a:gd name="connsiteY3" fmla="*/ 0 h 894872"/>
              </a:gdLst>
              <a:ahLst/>
              <a:cxnLst>
                <a:cxn ang="0">
                  <a:pos x="connsiteX0" y="connsiteY0"/>
                </a:cxn>
                <a:cxn ang="0">
                  <a:pos x="connsiteX1" y="connsiteY1"/>
                </a:cxn>
                <a:cxn ang="0">
                  <a:pos x="connsiteX2" y="connsiteY2"/>
                </a:cxn>
                <a:cxn ang="0">
                  <a:pos x="connsiteX3" y="connsiteY3"/>
                </a:cxn>
              </a:cxnLst>
              <a:rect l="l" t="t" r="r" b="b"/>
              <a:pathLst>
                <a:path w="4092304" h="894872">
                  <a:moveTo>
                    <a:pt x="4092304" y="0"/>
                  </a:moveTo>
                  <a:lnTo>
                    <a:pt x="3362948" y="889884"/>
                  </a:lnTo>
                  <a:lnTo>
                    <a:pt x="0" y="894872"/>
                  </a:lnTo>
                  <a:lnTo>
                    <a:pt x="4092304" y="0"/>
                  </a:lnTo>
                  <a:close/>
                </a:path>
              </a:pathLst>
            </a:custGeom>
            <a:gradFill>
              <a:gsLst>
                <a:gs pos="100000">
                  <a:schemeClr val="accent3"/>
                </a:gs>
                <a:gs pos="44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4" name="Freeform 23"/>
            <p:cNvSpPr/>
            <p:nvPr/>
          </p:nvSpPr>
          <p:spPr>
            <a:xfrm>
              <a:off x="4102443" y="4914459"/>
              <a:ext cx="547228" cy="151811"/>
            </a:xfrm>
            <a:custGeom>
              <a:avLst/>
              <a:gdLst>
                <a:gd name="connsiteX0" fmla="*/ 0 w 547228"/>
                <a:gd name="connsiteY0" fmla="*/ 0 h 151811"/>
                <a:gd name="connsiteX1" fmla="*/ 547228 w 547228"/>
                <a:gd name="connsiteY1" fmla="*/ 70610 h 151811"/>
                <a:gd name="connsiteX2" fmla="*/ 526045 w 547228"/>
                <a:gd name="connsiteY2" fmla="*/ 151811 h 151811"/>
              </a:gdLst>
              <a:ahLst/>
              <a:cxnLst>
                <a:cxn ang="0">
                  <a:pos x="connsiteX0" y="connsiteY0"/>
                </a:cxn>
                <a:cxn ang="0">
                  <a:pos x="connsiteX1" y="connsiteY1"/>
                </a:cxn>
                <a:cxn ang="0">
                  <a:pos x="connsiteX2" y="connsiteY2"/>
                </a:cxn>
              </a:cxnLst>
              <a:rect l="l" t="t" r="r" b="b"/>
              <a:pathLst>
                <a:path w="547228" h="151811">
                  <a:moveTo>
                    <a:pt x="0" y="0"/>
                  </a:moveTo>
                  <a:lnTo>
                    <a:pt x="547228" y="70610"/>
                  </a:lnTo>
                  <a:lnTo>
                    <a:pt x="526045" y="151811"/>
                  </a:lnTo>
                </a:path>
              </a:pathLst>
            </a:custGeom>
            <a:gradFill>
              <a:gsLst>
                <a:gs pos="100000">
                  <a:schemeClr val="accent3"/>
                </a:gs>
                <a:gs pos="44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3317876" y="5936217"/>
              <a:ext cx="5416584" cy="930949"/>
            </a:xfrm>
            <a:custGeom>
              <a:avLst/>
              <a:gdLst>
                <a:gd name="connsiteX0" fmla="*/ 683287 w 5365819"/>
                <a:gd name="connsiteY0" fmla="*/ 0 h 914400"/>
                <a:gd name="connsiteX1" fmla="*/ 5365819 w 5365819"/>
                <a:gd name="connsiteY1" fmla="*/ 904351 h 914400"/>
                <a:gd name="connsiteX2" fmla="*/ 0 w 5365819"/>
                <a:gd name="connsiteY2" fmla="*/ 914400 h 914400"/>
                <a:gd name="connsiteX3" fmla="*/ 683287 w 5365819"/>
                <a:gd name="connsiteY3" fmla="*/ 0 h 914400"/>
                <a:gd name="connsiteX0" fmla="*/ 711531 w 5394063"/>
                <a:gd name="connsiteY0" fmla="*/ 0 h 917930"/>
                <a:gd name="connsiteX1" fmla="*/ 5394063 w 5394063"/>
                <a:gd name="connsiteY1" fmla="*/ 904351 h 917930"/>
                <a:gd name="connsiteX2" fmla="*/ 0 w 5394063"/>
                <a:gd name="connsiteY2" fmla="*/ 917930 h 917930"/>
                <a:gd name="connsiteX3" fmla="*/ 711531 w 5394063"/>
                <a:gd name="connsiteY3" fmla="*/ 0 h 917930"/>
                <a:gd name="connsiteX0" fmla="*/ 725653 w 5394063"/>
                <a:gd name="connsiteY0" fmla="*/ 0 h 910869"/>
                <a:gd name="connsiteX1" fmla="*/ 5394063 w 5394063"/>
                <a:gd name="connsiteY1" fmla="*/ 897290 h 910869"/>
                <a:gd name="connsiteX2" fmla="*/ 0 w 5394063"/>
                <a:gd name="connsiteY2" fmla="*/ 910869 h 910869"/>
                <a:gd name="connsiteX3" fmla="*/ 725653 w 5394063"/>
                <a:gd name="connsiteY3" fmla="*/ 0 h 910869"/>
                <a:gd name="connsiteX0" fmla="*/ 725653 w 5376410"/>
                <a:gd name="connsiteY0" fmla="*/ 0 h 910869"/>
                <a:gd name="connsiteX1" fmla="*/ 5376410 w 5376410"/>
                <a:gd name="connsiteY1" fmla="*/ 907881 h 910869"/>
                <a:gd name="connsiteX2" fmla="*/ 0 w 5376410"/>
                <a:gd name="connsiteY2" fmla="*/ 910869 h 910869"/>
                <a:gd name="connsiteX3" fmla="*/ 725653 w 5376410"/>
                <a:gd name="connsiteY3" fmla="*/ 0 h 910869"/>
                <a:gd name="connsiteX0" fmla="*/ 783842 w 5376410"/>
                <a:gd name="connsiteY0" fmla="*/ 0 h 765396"/>
                <a:gd name="connsiteX1" fmla="*/ 5376410 w 5376410"/>
                <a:gd name="connsiteY1" fmla="*/ 762408 h 765396"/>
                <a:gd name="connsiteX2" fmla="*/ 0 w 5376410"/>
                <a:gd name="connsiteY2" fmla="*/ 765396 h 765396"/>
                <a:gd name="connsiteX3" fmla="*/ 783842 w 5376410"/>
                <a:gd name="connsiteY3" fmla="*/ 0 h 765396"/>
                <a:gd name="connsiteX0" fmla="*/ 729810 w 5376410"/>
                <a:gd name="connsiteY0" fmla="*/ 0 h 910869"/>
                <a:gd name="connsiteX1" fmla="*/ 5376410 w 5376410"/>
                <a:gd name="connsiteY1" fmla="*/ 907881 h 910869"/>
                <a:gd name="connsiteX2" fmla="*/ 0 w 5376410"/>
                <a:gd name="connsiteY2" fmla="*/ 910869 h 910869"/>
                <a:gd name="connsiteX3" fmla="*/ 729810 w 5376410"/>
                <a:gd name="connsiteY3" fmla="*/ 0 h 910869"/>
                <a:gd name="connsiteX0" fmla="*/ 714570 w 5376410"/>
                <a:gd name="connsiteY0" fmla="*/ 0 h 918489"/>
                <a:gd name="connsiteX1" fmla="*/ 5376410 w 5376410"/>
                <a:gd name="connsiteY1" fmla="*/ 915501 h 918489"/>
                <a:gd name="connsiteX2" fmla="*/ 0 w 5376410"/>
                <a:gd name="connsiteY2" fmla="*/ 918489 h 918489"/>
                <a:gd name="connsiteX3" fmla="*/ 714570 w 5376410"/>
                <a:gd name="connsiteY3" fmla="*/ 0 h 918489"/>
                <a:gd name="connsiteX0" fmla="*/ 809820 w 5376410"/>
                <a:gd name="connsiteY0" fmla="*/ 0 h 758469"/>
                <a:gd name="connsiteX1" fmla="*/ 5376410 w 5376410"/>
                <a:gd name="connsiteY1" fmla="*/ 755481 h 758469"/>
                <a:gd name="connsiteX2" fmla="*/ 0 w 5376410"/>
                <a:gd name="connsiteY2" fmla="*/ 758469 h 758469"/>
                <a:gd name="connsiteX3" fmla="*/ 809820 w 5376410"/>
                <a:gd name="connsiteY3" fmla="*/ 0 h 758469"/>
                <a:gd name="connsiteX0" fmla="*/ 710760 w 5376410"/>
                <a:gd name="connsiteY0" fmla="*/ 0 h 918489"/>
                <a:gd name="connsiteX1" fmla="*/ 5376410 w 5376410"/>
                <a:gd name="connsiteY1" fmla="*/ 915501 h 918489"/>
                <a:gd name="connsiteX2" fmla="*/ 0 w 5376410"/>
                <a:gd name="connsiteY2" fmla="*/ 918489 h 918489"/>
                <a:gd name="connsiteX3" fmla="*/ 710760 w 5376410"/>
                <a:gd name="connsiteY3" fmla="*/ 0 h 918489"/>
                <a:gd name="connsiteX0" fmla="*/ 722190 w 5376410"/>
                <a:gd name="connsiteY0" fmla="*/ 0 h 914679"/>
                <a:gd name="connsiteX1" fmla="*/ 5376410 w 5376410"/>
                <a:gd name="connsiteY1" fmla="*/ 911691 h 914679"/>
                <a:gd name="connsiteX2" fmla="*/ 0 w 5376410"/>
                <a:gd name="connsiteY2" fmla="*/ 914679 h 914679"/>
                <a:gd name="connsiteX3" fmla="*/ 722190 w 5376410"/>
                <a:gd name="connsiteY3" fmla="*/ 0 h 914679"/>
                <a:gd name="connsiteX0" fmla="*/ 735069 w 5389289"/>
                <a:gd name="connsiteY0" fmla="*/ 0 h 912104"/>
                <a:gd name="connsiteX1" fmla="*/ 5389289 w 5389289"/>
                <a:gd name="connsiteY1" fmla="*/ 911691 h 912104"/>
                <a:gd name="connsiteX2" fmla="*/ 0 w 5389289"/>
                <a:gd name="connsiteY2" fmla="*/ 912104 h 912104"/>
                <a:gd name="connsiteX3" fmla="*/ 735069 w 5389289"/>
                <a:gd name="connsiteY3" fmla="*/ 0 h 912104"/>
                <a:gd name="connsiteX0" fmla="*/ 735069 w 5389289"/>
                <a:gd name="connsiteY0" fmla="*/ 0 h 925339"/>
                <a:gd name="connsiteX1" fmla="*/ 5389289 w 5389289"/>
                <a:gd name="connsiteY1" fmla="*/ 925339 h 925339"/>
                <a:gd name="connsiteX2" fmla="*/ 0 w 5389289"/>
                <a:gd name="connsiteY2" fmla="*/ 912104 h 925339"/>
                <a:gd name="connsiteX3" fmla="*/ 735069 w 5389289"/>
                <a:gd name="connsiteY3" fmla="*/ 0 h 925339"/>
                <a:gd name="connsiteX0" fmla="*/ 762364 w 5416584"/>
                <a:gd name="connsiteY0" fmla="*/ 0 h 939400"/>
                <a:gd name="connsiteX1" fmla="*/ 5416584 w 5416584"/>
                <a:gd name="connsiteY1" fmla="*/ 925339 h 939400"/>
                <a:gd name="connsiteX2" fmla="*/ 0 w 5416584"/>
                <a:gd name="connsiteY2" fmla="*/ 939400 h 939400"/>
                <a:gd name="connsiteX3" fmla="*/ 762364 w 5416584"/>
                <a:gd name="connsiteY3" fmla="*/ 0 h 939400"/>
                <a:gd name="connsiteX0" fmla="*/ 762364 w 5416584"/>
                <a:gd name="connsiteY0" fmla="*/ 0 h 945010"/>
                <a:gd name="connsiteX1" fmla="*/ 5416584 w 5416584"/>
                <a:gd name="connsiteY1" fmla="*/ 930949 h 945010"/>
                <a:gd name="connsiteX2" fmla="*/ 0 w 5416584"/>
                <a:gd name="connsiteY2" fmla="*/ 945010 h 945010"/>
                <a:gd name="connsiteX3" fmla="*/ 762364 w 5416584"/>
                <a:gd name="connsiteY3" fmla="*/ 0 h 945010"/>
                <a:gd name="connsiteX0" fmla="*/ 762364 w 5416584"/>
                <a:gd name="connsiteY0" fmla="*/ 0 h 930949"/>
                <a:gd name="connsiteX1" fmla="*/ 5416584 w 5416584"/>
                <a:gd name="connsiteY1" fmla="*/ 930949 h 930949"/>
                <a:gd name="connsiteX2" fmla="*/ 0 w 5416584"/>
                <a:gd name="connsiteY2" fmla="*/ 921156 h 930949"/>
                <a:gd name="connsiteX3" fmla="*/ 762364 w 5416584"/>
                <a:gd name="connsiteY3" fmla="*/ 0 h 930949"/>
              </a:gdLst>
              <a:ahLst/>
              <a:cxnLst>
                <a:cxn ang="0">
                  <a:pos x="connsiteX0" y="connsiteY0"/>
                </a:cxn>
                <a:cxn ang="0">
                  <a:pos x="connsiteX1" y="connsiteY1"/>
                </a:cxn>
                <a:cxn ang="0">
                  <a:pos x="connsiteX2" y="connsiteY2"/>
                </a:cxn>
                <a:cxn ang="0">
                  <a:pos x="connsiteX3" y="connsiteY3"/>
                </a:cxn>
              </a:cxnLst>
              <a:rect l="l" t="t" r="r" b="b"/>
              <a:pathLst>
                <a:path w="5416584" h="930949">
                  <a:moveTo>
                    <a:pt x="762364" y="0"/>
                  </a:moveTo>
                  <a:lnTo>
                    <a:pt x="5416584" y="930949"/>
                  </a:lnTo>
                  <a:lnTo>
                    <a:pt x="0" y="921156"/>
                  </a:lnTo>
                  <a:lnTo>
                    <a:pt x="762364" y="0"/>
                  </a:lnTo>
                  <a:close/>
                </a:path>
              </a:pathLst>
            </a:custGeom>
            <a:gradFill>
              <a:gsLst>
                <a:gs pos="100000">
                  <a:schemeClr val="accent3"/>
                </a:gs>
                <a:gs pos="4400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6" name="Freeform 25"/>
            <p:cNvSpPr/>
            <p:nvPr/>
          </p:nvSpPr>
          <p:spPr>
            <a:xfrm>
              <a:off x="10990536" y="3785435"/>
              <a:ext cx="1209457" cy="3091509"/>
            </a:xfrm>
            <a:custGeom>
              <a:avLst/>
              <a:gdLst>
                <a:gd name="connsiteX0" fmla="*/ 0 w 1182718"/>
                <a:gd name="connsiteY0" fmla="*/ 0 h 3032701"/>
                <a:gd name="connsiteX1" fmla="*/ 497800 w 1182718"/>
                <a:gd name="connsiteY1" fmla="*/ 3032701 h 3032701"/>
                <a:gd name="connsiteX2" fmla="*/ 1182718 w 1182718"/>
                <a:gd name="connsiteY2" fmla="*/ 515453 h 3032701"/>
                <a:gd name="connsiteX3" fmla="*/ 0 w 1182718"/>
                <a:gd name="connsiteY3" fmla="*/ 0 h 3032701"/>
                <a:gd name="connsiteX0" fmla="*/ 0 w 1179187"/>
                <a:gd name="connsiteY0" fmla="*/ 0 h 3029170"/>
                <a:gd name="connsiteX1" fmla="*/ 494269 w 1179187"/>
                <a:gd name="connsiteY1" fmla="*/ 3029170 h 3029170"/>
                <a:gd name="connsiteX2" fmla="*/ 1179187 w 1179187"/>
                <a:gd name="connsiteY2" fmla="*/ 511922 h 3029170"/>
                <a:gd name="connsiteX3" fmla="*/ 0 w 1179187"/>
                <a:gd name="connsiteY3" fmla="*/ 0 h 3029170"/>
                <a:gd name="connsiteX0" fmla="*/ 0 w 1179187"/>
                <a:gd name="connsiteY0" fmla="*/ 0 h 3039761"/>
                <a:gd name="connsiteX1" fmla="*/ 483677 w 1179187"/>
                <a:gd name="connsiteY1" fmla="*/ 3039761 h 3039761"/>
                <a:gd name="connsiteX2" fmla="*/ 1179187 w 1179187"/>
                <a:gd name="connsiteY2" fmla="*/ 511922 h 3039761"/>
                <a:gd name="connsiteX3" fmla="*/ 0 w 1179187"/>
                <a:gd name="connsiteY3" fmla="*/ 0 h 3039761"/>
                <a:gd name="connsiteX0" fmla="*/ 0 w 1190407"/>
                <a:gd name="connsiteY0" fmla="*/ 0 h 3039761"/>
                <a:gd name="connsiteX1" fmla="*/ 494897 w 1190407"/>
                <a:gd name="connsiteY1" fmla="*/ 3039761 h 3039761"/>
                <a:gd name="connsiteX2" fmla="*/ 1190407 w 1190407"/>
                <a:gd name="connsiteY2" fmla="*/ 511922 h 3039761"/>
                <a:gd name="connsiteX3" fmla="*/ 0 w 1190407"/>
                <a:gd name="connsiteY3" fmla="*/ 0 h 3039761"/>
                <a:gd name="connsiteX0" fmla="*/ 0 w 1203107"/>
                <a:gd name="connsiteY0" fmla="*/ 0 h 3065161"/>
                <a:gd name="connsiteX1" fmla="*/ 507597 w 1203107"/>
                <a:gd name="connsiteY1" fmla="*/ 3065161 h 3065161"/>
                <a:gd name="connsiteX2" fmla="*/ 1203107 w 1203107"/>
                <a:gd name="connsiteY2" fmla="*/ 537322 h 3065161"/>
                <a:gd name="connsiteX3" fmla="*/ 0 w 1203107"/>
                <a:gd name="connsiteY3" fmla="*/ 0 h 3065161"/>
                <a:gd name="connsiteX0" fmla="*/ 0 w 1209457"/>
                <a:gd name="connsiteY0" fmla="*/ 0 h 3065161"/>
                <a:gd name="connsiteX1" fmla="*/ 507597 w 1209457"/>
                <a:gd name="connsiteY1" fmla="*/ 3065161 h 3065161"/>
                <a:gd name="connsiteX2" fmla="*/ 1209457 w 1209457"/>
                <a:gd name="connsiteY2" fmla="*/ 543672 h 3065161"/>
                <a:gd name="connsiteX3" fmla="*/ 0 w 1209457"/>
                <a:gd name="connsiteY3" fmla="*/ 0 h 3065161"/>
                <a:gd name="connsiteX0" fmla="*/ 0 w 1215807"/>
                <a:gd name="connsiteY0" fmla="*/ 0 h 3065161"/>
                <a:gd name="connsiteX1" fmla="*/ 507597 w 1215807"/>
                <a:gd name="connsiteY1" fmla="*/ 3065161 h 3065161"/>
                <a:gd name="connsiteX2" fmla="*/ 1215807 w 1215807"/>
                <a:gd name="connsiteY2" fmla="*/ 537322 h 3065161"/>
                <a:gd name="connsiteX3" fmla="*/ 0 w 1215807"/>
                <a:gd name="connsiteY3" fmla="*/ 0 h 3065161"/>
                <a:gd name="connsiteX0" fmla="*/ 0 w 1209457"/>
                <a:gd name="connsiteY0" fmla="*/ 0 h 3077861"/>
                <a:gd name="connsiteX1" fmla="*/ 501247 w 1209457"/>
                <a:gd name="connsiteY1" fmla="*/ 3077861 h 3077861"/>
                <a:gd name="connsiteX2" fmla="*/ 1209457 w 1209457"/>
                <a:gd name="connsiteY2" fmla="*/ 550022 h 3077861"/>
                <a:gd name="connsiteX3" fmla="*/ 0 w 1209457"/>
                <a:gd name="connsiteY3" fmla="*/ 0 h 3077861"/>
                <a:gd name="connsiteX0" fmla="*/ 0 w 1209457"/>
                <a:gd name="connsiteY0" fmla="*/ 0 h 3091509"/>
                <a:gd name="connsiteX1" fmla="*/ 501247 w 1209457"/>
                <a:gd name="connsiteY1" fmla="*/ 3091509 h 3091509"/>
                <a:gd name="connsiteX2" fmla="*/ 1209457 w 1209457"/>
                <a:gd name="connsiteY2" fmla="*/ 550022 h 3091509"/>
                <a:gd name="connsiteX3" fmla="*/ 0 w 1209457"/>
                <a:gd name="connsiteY3" fmla="*/ 0 h 3091509"/>
              </a:gdLst>
              <a:ahLst/>
              <a:cxnLst>
                <a:cxn ang="0">
                  <a:pos x="connsiteX0" y="connsiteY0"/>
                </a:cxn>
                <a:cxn ang="0">
                  <a:pos x="connsiteX1" y="connsiteY1"/>
                </a:cxn>
                <a:cxn ang="0">
                  <a:pos x="connsiteX2" y="connsiteY2"/>
                </a:cxn>
                <a:cxn ang="0">
                  <a:pos x="connsiteX3" y="connsiteY3"/>
                </a:cxn>
              </a:cxnLst>
              <a:rect l="l" t="t" r="r" b="b"/>
              <a:pathLst>
                <a:path w="1209457" h="3091509">
                  <a:moveTo>
                    <a:pt x="0" y="0"/>
                  </a:moveTo>
                  <a:lnTo>
                    <a:pt x="501247" y="3091509"/>
                  </a:lnTo>
                  <a:lnTo>
                    <a:pt x="1209457" y="550022"/>
                  </a:lnTo>
                  <a:lnTo>
                    <a:pt x="0" y="0"/>
                  </a:lnTo>
                  <a:close/>
                </a:path>
              </a:pathLst>
            </a:custGeom>
            <a:gradFill>
              <a:gsLst>
                <a:gs pos="100000">
                  <a:schemeClr val="accent3"/>
                </a:gs>
                <a:gs pos="44000">
                  <a:schemeClr val="accent2"/>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7" name="Freeform 26"/>
            <p:cNvSpPr/>
            <p:nvPr/>
          </p:nvSpPr>
          <p:spPr>
            <a:xfrm>
              <a:off x="11488254" y="4321334"/>
              <a:ext cx="708319" cy="2552078"/>
            </a:xfrm>
            <a:custGeom>
              <a:avLst/>
              <a:gdLst>
                <a:gd name="connsiteX0" fmla="*/ 691978 w 697728"/>
                <a:gd name="connsiteY0" fmla="*/ 0 h 2520778"/>
                <a:gd name="connsiteX1" fmla="*/ 0 w 697728"/>
                <a:gd name="connsiteY1" fmla="*/ 2520778 h 2520778"/>
                <a:gd name="connsiteX2" fmla="*/ 695509 w 697728"/>
                <a:gd name="connsiteY2" fmla="*/ 2517248 h 2520778"/>
                <a:gd name="connsiteX3" fmla="*/ 691978 w 697728"/>
                <a:gd name="connsiteY3" fmla="*/ 0 h 2520778"/>
                <a:gd name="connsiteX0" fmla="*/ 691978 w 697728"/>
                <a:gd name="connsiteY0" fmla="*/ 0 h 2531370"/>
                <a:gd name="connsiteX1" fmla="*/ 0 w 697728"/>
                <a:gd name="connsiteY1" fmla="*/ 2531370 h 2531370"/>
                <a:gd name="connsiteX2" fmla="*/ 695509 w 697728"/>
                <a:gd name="connsiteY2" fmla="*/ 2517248 h 2531370"/>
                <a:gd name="connsiteX3" fmla="*/ 691978 w 697728"/>
                <a:gd name="connsiteY3" fmla="*/ 0 h 2531370"/>
                <a:gd name="connsiteX0" fmla="*/ 691978 w 703175"/>
                <a:gd name="connsiteY0" fmla="*/ 0 h 2531370"/>
                <a:gd name="connsiteX1" fmla="*/ 0 w 703175"/>
                <a:gd name="connsiteY1" fmla="*/ 2531370 h 2531370"/>
                <a:gd name="connsiteX2" fmla="*/ 702570 w 703175"/>
                <a:gd name="connsiteY2" fmla="*/ 2527839 h 2531370"/>
                <a:gd name="connsiteX3" fmla="*/ 691978 w 703175"/>
                <a:gd name="connsiteY3" fmla="*/ 0 h 2531370"/>
                <a:gd name="connsiteX0" fmla="*/ 691978 w 703175"/>
                <a:gd name="connsiteY0" fmla="*/ 0 h 2531370"/>
                <a:gd name="connsiteX1" fmla="*/ 0 w 703175"/>
                <a:gd name="connsiteY1" fmla="*/ 2531370 h 2531370"/>
                <a:gd name="connsiteX2" fmla="*/ 702570 w 703175"/>
                <a:gd name="connsiteY2" fmla="*/ 2527839 h 2531370"/>
                <a:gd name="connsiteX3" fmla="*/ 691978 w 703175"/>
                <a:gd name="connsiteY3" fmla="*/ 0 h 2531370"/>
                <a:gd name="connsiteX0" fmla="*/ 699039 w 704789"/>
                <a:gd name="connsiteY0" fmla="*/ 0 h 2541962"/>
                <a:gd name="connsiteX1" fmla="*/ 0 w 704789"/>
                <a:gd name="connsiteY1" fmla="*/ 2541962 h 2541962"/>
                <a:gd name="connsiteX2" fmla="*/ 702570 w 704789"/>
                <a:gd name="connsiteY2" fmla="*/ 2538431 h 2541962"/>
                <a:gd name="connsiteX3" fmla="*/ 699039 w 704789"/>
                <a:gd name="connsiteY3" fmla="*/ 0 h 2541962"/>
                <a:gd name="connsiteX0" fmla="*/ 702569 w 708319"/>
                <a:gd name="connsiteY0" fmla="*/ 0 h 2538431"/>
                <a:gd name="connsiteX1" fmla="*/ 0 w 708319"/>
                <a:gd name="connsiteY1" fmla="*/ 2538431 h 2538431"/>
                <a:gd name="connsiteX2" fmla="*/ 706100 w 708319"/>
                <a:gd name="connsiteY2" fmla="*/ 2538431 h 2538431"/>
                <a:gd name="connsiteX3" fmla="*/ 702569 w 708319"/>
                <a:gd name="connsiteY3" fmla="*/ 0 h 2538431"/>
                <a:gd name="connsiteX0" fmla="*/ 667264 w 673014"/>
                <a:gd name="connsiteY0" fmla="*/ 0 h 2538431"/>
                <a:gd name="connsiteX1" fmla="*/ 0 w 673014"/>
                <a:gd name="connsiteY1" fmla="*/ 2252460 h 2538431"/>
                <a:gd name="connsiteX2" fmla="*/ 670795 w 673014"/>
                <a:gd name="connsiteY2" fmla="*/ 2538431 h 2538431"/>
                <a:gd name="connsiteX3" fmla="*/ 667264 w 673014"/>
                <a:gd name="connsiteY3" fmla="*/ 0 h 2538431"/>
                <a:gd name="connsiteX0" fmla="*/ 702569 w 708319"/>
                <a:gd name="connsiteY0" fmla="*/ 0 h 2541961"/>
                <a:gd name="connsiteX1" fmla="*/ 0 w 708319"/>
                <a:gd name="connsiteY1" fmla="*/ 2541961 h 2541961"/>
                <a:gd name="connsiteX2" fmla="*/ 706100 w 708319"/>
                <a:gd name="connsiteY2" fmla="*/ 2538431 h 2541961"/>
                <a:gd name="connsiteX3" fmla="*/ 702569 w 708319"/>
                <a:gd name="connsiteY3" fmla="*/ 0 h 2541961"/>
                <a:gd name="connsiteX0" fmla="*/ 702569 w 708319"/>
                <a:gd name="connsiteY0" fmla="*/ 0 h 2538431"/>
                <a:gd name="connsiteX1" fmla="*/ 0 w 708319"/>
                <a:gd name="connsiteY1" fmla="*/ 2534900 h 2538431"/>
                <a:gd name="connsiteX2" fmla="*/ 706100 w 708319"/>
                <a:gd name="connsiteY2" fmla="*/ 2538431 h 2538431"/>
                <a:gd name="connsiteX3" fmla="*/ 702569 w 708319"/>
                <a:gd name="connsiteY3" fmla="*/ 0 h 2538431"/>
                <a:gd name="connsiteX0" fmla="*/ 702569 w 708319"/>
                <a:gd name="connsiteY0" fmla="*/ 0 h 2548548"/>
                <a:gd name="connsiteX1" fmla="*/ 0 w 708319"/>
                <a:gd name="connsiteY1" fmla="*/ 2548548 h 2548548"/>
                <a:gd name="connsiteX2" fmla="*/ 706100 w 708319"/>
                <a:gd name="connsiteY2" fmla="*/ 2538431 h 2548548"/>
                <a:gd name="connsiteX3" fmla="*/ 702569 w 708319"/>
                <a:gd name="connsiteY3" fmla="*/ 0 h 2548548"/>
                <a:gd name="connsiteX0" fmla="*/ 702569 w 704906"/>
                <a:gd name="connsiteY0" fmla="*/ 0 h 2548548"/>
                <a:gd name="connsiteX1" fmla="*/ 0 w 704906"/>
                <a:gd name="connsiteY1" fmla="*/ 2548548 h 2548548"/>
                <a:gd name="connsiteX2" fmla="*/ 692452 w 704906"/>
                <a:gd name="connsiteY2" fmla="*/ 2538431 h 2548548"/>
                <a:gd name="connsiteX3" fmla="*/ 702569 w 704906"/>
                <a:gd name="connsiteY3" fmla="*/ 0 h 2548548"/>
                <a:gd name="connsiteX0" fmla="*/ 702569 w 708319"/>
                <a:gd name="connsiteY0" fmla="*/ 0 h 2565726"/>
                <a:gd name="connsiteX1" fmla="*/ 0 w 708319"/>
                <a:gd name="connsiteY1" fmla="*/ 2548548 h 2565726"/>
                <a:gd name="connsiteX2" fmla="*/ 706100 w 708319"/>
                <a:gd name="connsiteY2" fmla="*/ 2565726 h 2565726"/>
                <a:gd name="connsiteX3" fmla="*/ 702569 w 708319"/>
                <a:gd name="connsiteY3" fmla="*/ 0 h 2565726"/>
                <a:gd name="connsiteX0" fmla="*/ 702569 w 708319"/>
                <a:gd name="connsiteY0" fmla="*/ 0 h 2552078"/>
                <a:gd name="connsiteX1" fmla="*/ 0 w 708319"/>
                <a:gd name="connsiteY1" fmla="*/ 2548548 h 2552078"/>
                <a:gd name="connsiteX2" fmla="*/ 706100 w 708319"/>
                <a:gd name="connsiteY2" fmla="*/ 2552078 h 2552078"/>
                <a:gd name="connsiteX3" fmla="*/ 702569 w 708319"/>
                <a:gd name="connsiteY3" fmla="*/ 0 h 2552078"/>
              </a:gdLst>
              <a:ahLst/>
              <a:cxnLst>
                <a:cxn ang="0">
                  <a:pos x="connsiteX0" y="connsiteY0"/>
                </a:cxn>
                <a:cxn ang="0">
                  <a:pos x="connsiteX1" y="connsiteY1"/>
                </a:cxn>
                <a:cxn ang="0">
                  <a:pos x="connsiteX2" y="connsiteY2"/>
                </a:cxn>
                <a:cxn ang="0">
                  <a:pos x="connsiteX3" y="connsiteY3"/>
                </a:cxn>
              </a:cxnLst>
              <a:rect l="l" t="t" r="r" b="b"/>
              <a:pathLst>
                <a:path w="708319" h="2552078">
                  <a:moveTo>
                    <a:pt x="702569" y="0"/>
                  </a:moveTo>
                  <a:lnTo>
                    <a:pt x="0" y="2548548"/>
                  </a:lnTo>
                  <a:lnTo>
                    <a:pt x="706100" y="2552078"/>
                  </a:lnTo>
                  <a:cubicBezTo>
                    <a:pt x="708454" y="1710642"/>
                    <a:pt x="710807" y="834375"/>
                    <a:pt x="702569" y="0"/>
                  </a:cubicBezTo>
                  <a:close/>
                </a:path>
              </a:pathLst>
            </a:custGeom>
            <a:gradFill>
              <a:gsLst>
                <a:gs pos="100000">
                  <a:schemeClr val="accent3"/>
                </a:gs>
                <a:gs pos="44000">
                  <a:schemeClr val="accent2"/>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8" name="Freeform 27"/>
            <p:cNvSpPr/>
            <p:nvPr/>
          </p:nvSpPr>
          <p:spPr>
            <a:xfrm>
              <a:off x="8745794" y="2426110"/>
              <a:ext cx="2263877" cy="4424516"/>
            </a:xfrm>
            <a:custGeom>
              <a:avLst/>
              <a:gdLst>
                <a:gd name="connsiteX0" fmla="*/ 958645 w 2263877"/>
                <a:gd name="connsiteY0" fmla="*/ 0 h 4424516"/>
                <a:gd name="connsiteX1" fmla="*/ 2263877 w 2263877"/>
                <a:gd name="connsiteY1" fmla="*/ 1393722 h 4424516"/>
                <a:gd name="connsiteX2" fmla="*/ 0 w 2263877"/>
                <a:gd name="connsiteY2" fmla="*/ 4424516 h 4424516"/>
                <a:gd name="connsiteX3" fmla="*/ 958645 w 2263877"/>
                <a:gd name="connsiteY3" fmla="*/ 0 h 4424516"/>
              </a:gdLst>
              <a:ahLst/>
              <a:cxnLst>
                <a:cxn ang="0">
                  <a:pos x="connsiteX0" y="connsiteY0"/>
                </a:cxn>
                <a:cxn ang="0">
                  <a:pos x="connsiteX1" y="connsiteY1"/>
                </a:cxn>
                <a:cxn ang="0">
                  <a:pos x="connsiteX2" y="connsiteY2"/>
                </a:cxn>
                <a:cxn ang="0">
                  <a:pos x="connsiteX3" y="connsiteY3"/>
                </a:cxn>
              </a:cxnLst>
              <a:rect l="l" t="t" r="r" b="b"/>
              <a:pathLst>
                <a:path w="2263877" h="4424516">
                  <a:moveTo>
                    <a:pt x="958645" y="0"/>
                  </a:moveTo>
                  <a:lnTo>
                    <a:pt x="2263877" y="1393722"/>
                  </a:lnTo>
                  <a:lnTo>
                    <a:pt x="0" y="4424516"/>
                  </a:lnTo>
                  <a:lnTo>
                    <a:pt x="958645" y="0"/>
                  </a:lnTo>
                  <a:close/>
                </a:path>
              </a:pathLst>
            </a:custGeom>
            <a:gradFill>
              <a:gsLst>
                <a:gs pos="100000">
                  <a:schemeClr val="accent3"/>
                </a:gs>
                <a:gs pos="44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9" name="Freeform 28"/>
            <p:cNvSpPr/>
            <p:nvPr/>
          </p:nvSpPr>
          <p:spPr>
            <a:xfrm>
              <a:off x="-1" y="-1"/>
              <a:ext cx="3153403" cy="1773715"/>
            </a:xfrm>
            <a:custGeom>
              <a:avLst/>
              <a:gdLst>
                <a:gd name="connsiteX0" fmla="*/ 0 w 3172858"/>
                <a:gd name="connsiteY0" fmla="*/ 0 h 1773716"/>
                <a:gd name="connsiteX1" fmla="*/ 1079653 w 3172858"/>
                <a:gd name="connsiteY1" fmla="*/ 1773716 h 1773716"/>
                <a:gd name="connsiteX2" fmla="*/ 3172858 w 3172858"/>
                <a:gd name="connsiteY2" fmla="*/ 1751682 h 1773716"/>
                <a:gd name="connsiteX3" fmla="*/ 0 w 3172858"/>
                <a:gd name="connsiteY3" fmla="*/ 0 h 1773716"/>
                <a:gd name="connsiteX0" fmla="*/ 0 w 3114492"/>
                <a:gd name="connsiteY0" fmla="*/ 0 h 1773716"/>
                <a:gd name="connsiteX1" fmla="*/ 1079653 w 3114492"/>
                <a:gd name="connsiteY1" fmla="*/ 1773716 h 1773716"/>
                <a:gd name="connsiteX2" fmla="*/ 3114492 w 3114492"/>
                <a:gd name="connsiteY2" fmla="*/ 1177750 h 1773716"/>
                <a:gd name="connsiteX3" fmla="*/ 0 w 3114492"/>
                <a:gd name="connsiteY3" fmla="*/ 0 h 1773716"/>
                <a:gd name="connsiteX0" fmla="*/ 0 w 3153403"/>
                <a:gd name="connsiteY0" fmla="*/ 0 h 1773716"/>
                <a:gd name="connsiteX1" fmla="*/ 1079653 w 3153403"/>
                <a:gd name="connsiteY1" fmla="*/ 1773716 h 1773716"/>
                <a:gd name="connsiteX2" fmla="*/ 3153403 w 3153403"/>
                <a:gd name="connsiteY2" fmla="*/ 1771137 h 1773716"/>
                <a:gd name="connsiteX3" fmla="*/ 0 w 3153403"/>
                <a:gd name="connsiteY3" fmla="*/ 0 h 1773716"/>
                <a:gd name="connsiteX0" fmla="*/ 0 w 3153403"/>
                <a:gd name="connsiteY0" fmla="*/ 0 h 1771137"/>
                <a:gd name="connsiteX1" fmla="*/ 1036790 w 3153403"/>
                <a:gd name="connsiteY1" fmla="*/ 1768953 h 1771137"/>
                <a:gd name="connsiteX2" fmla="*/ 3153403 w 3153403"/>
                <a:gd name="connsiteY2" fmla="*/ 1771137 h 1771137"/>
                <a:gd name="connsiteX3" fmla="*/ 0 w 3153403"/>
                <a:gd name="connsiteY3" fmla="*/ 0 h 1771137"/>
                <a:gd name="connsiteX0" fmla="*/ 0 w 3153403"/>
                <a:gd name="connsiteY0" fmla="*/ 0 h 1773715"/>
                <a:gd name="connsiteX1" fmla="*/ 1036790 w 3153403"/>
                <a:gd name="connsiteY1" fmla="*/ 1773715 h 1773715"/>
                <a:gd name="connsiteX2" fmla="*/ 3153403 w 3153403"/>
                <a:gd name="connsiteY2" fmla="*/ 1771137 h 1773715"/>
                <a:gd name="connsiteX3" fmla="*/ 0 w 3153403"/>
                <a:gd name="connsiteY3" fmla="*/ 0 h 1773715"/>
              </a:gdLst>
              <a:ahLst/>
              <a:cxnLst>
                <a:cxn ang="0">
                  <a:pos x="connsiteX0" y="connsiteY0"/>
                </a:cxn>
                <a:cxn ang="0">
                  <a:pos x="connsiteX1" y="connsiteY1"/>
                </a:cxn>
                <a:cxn ang="0">
                  <a:pos x="connsiteX2" y="connsiteY2"/>
                </a:cxn>
                <a:cxn ang="0">
                  <a:pos x="connsiteX3" y="connsiteY3"/>
                </a:cxn>
              </a:cxnLst>
              <a:rect l="l" t="t" r="r" b="b"/>
              <a:pathLst>
                <a:path w="3153403" h="1773715">
                  <a:moveTo>
                    <a:pt x="0" y="0"/>
                  </a:moveTo>
                  <a:lnTo>
                    <a:pt x="1036790" y="1773715"/>
                  </a:lnTo>
                  <a:lnTo>
                    <a:pt x="3153403" y="1771137"/>
                  </a:lnTo>
                  <a:lnTo>
                    <a:pt x="0" y="0"/>
                  </a:lnTo>
                  <a:close/>
                </a:path>
              </a:pathLst>
            </a:custGeom>
            <a:gradFill>
              <a:gsLst>
                <a:gs pos="100000">
                  <a:schemeClr val="accent3"/>
                </a:gs>
                <a:gs pos="44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0" name="Freeform 29"/>
            <p:cNvSpPr/>
            <p:nvPr/>
          </p:nvSpPr>
          <p:spPr>
            <a:xfrm>
              <a:off x="-9845" y="-7221"/>
              <a:ext cx="3120462" cy="1793286"/>
            </a:xfrm>
            <a:custGeom>
              <a:avLst/>
              <a:gdLst>
                <a:gd name="connsiteX0" fmla="*/ 0 w 3172858"/>
                <a:gd name="connsiteY0" fmla="*/ 0 h 1773716"/>
                <a:gd name="connsiteX1" fmla="*/ 1079653 w 3172858"/>
                <a:gd name="connsiteY1" fmla="*/ 1773716 h 1773716"/>
                <a:gd name="connsiteX2" fmla="*/ 3172858 w 3172858"/>
                <a:gd name="connsiteY2" fmla="*/ 1751682 h 1773716"/>
                <a:gd name="connsiteX3" fmla="*/ 0 w 3172858"/>
                <a:gd name="connsiteY3" fmla="*/ 0 h 1773716"/>
                <a:gd name="connsiteX0" fmla="*/ 0 w 3114492"/>
                <a:gd name="connsiteY0" fmla="*/ 0 h 1773716"/>
                <a:gd name="connsiteX1" fmla="*/ 1079653 w 3114492"/>
                <a:gd name="connsiteY1" fmla="*/ 1773716 h 1773716"/>
                <a:gd name="connsiteX2" fmla="*/ 3114492 w 3114492"/>
                <a:gd name="connsiteY2" fmla="*/ 1177750 h 1773716"/>
                <a:gd name="connsiteX3" fmla="*/ 0 w 3114492"/>
                <a:gd name="connsiteY3" fmla="*/ 0 h 1773716"/>
                <a:gd name="connsiteX0" fmla="*/ 0 w 3153403"/>
                <a:gd name="connsiteY0" fmla="*/ 0 h 1773716"/>
                <a:gd name="connsiteX1" fmla="*/ 1079653 w 3153403"/>
                <a:gd name="connsiteY1" fmla="*/ 1773716 h 1773716"/>
                <a:gd name="connsiteX2" fmla="*/ 3153403 w 3153403"/>
                <a:gd name="connsiteY2" fmla="*/ 1771137 h 1773716"/>
                <a:gd name="connsiteX3" fmla="*/ 0 w 3153403"/>
                <a:gd name="connsiteY3" fmla="*/ 0 h 1773716"/>
                <a:gd name="connsiteX0" fmla="*/ 0 w 3153403"/>
                <a:gd name="connsiteY0" fmla="*/ 0 h 1771137"/>
                <a:gd name="connsiteX1" fmla="*/ 1036790 w 3153403"/>
                <a:gd name="connsiteY1" fmla="*/ 1768953 h 1771137"/>
                <a:gd name="connsiteX2" fmla="*/ 3153403 w 3153403"/>
                <a:gd name="connsiteY2" fmla="*/ 1771137 h 1771137"/>
                <a:gd name="connsiteX3" fmla="*/ 0 w 3153403"/>
                <a:gd name="connsiteY3" fmla="*/ 0 h 1771137"/>
                <a:gd name="connsiteX0" fmla="*/ 0 w 3153403"/>
                <a:gd name="connsiteY0" fmla="*/ 0 h 1773715"/>
                <a:gd name="connsiteX1" fmla="*/ 1036790 w 3153403"/>
                <a:gd name="connsiteY1" fmla="*/ 1773715 h 1773715"/>
                <a:gd name="connsiteX2" fmla="*/ 3153403 w 3153403"/>
                <a:gd name="connsiteY2" fmla="*/ 1771137 h 1773715"/>
                <a:gd name="connsiteX3" fmla="*/ 0 w 3153403"/>
                <a:gd name="connsiteY3" fmla="*/ 0 h 1773715"/>
                <a:gd name="connsiteX0" fmla="*/ 0 w 3081965"/>
                <a:gd name="connsiteY0" fmla="*/ 0 h 1775900"/>
                <a:gd name="connsiteX1" fmla="*/ 1036790 w 3081965"/>
                <a:gd name="connsiteY1" fmla="*/ 1773715 h 1775900"/>
                <a:gd name="connsiteX2" fmla="*/ 3081965 w 3081965"/>
                <a:gd name="connsiteY2" fmla="*/ 1775900 h 1775900"/>
                <a:gd name="connsiteX3" fmla="*/ 0 w 3081965"/>
                <a:gd name="connsiteY3" fmla="*/ 0 h 1775900"/>
                <a:gd name="connsiteX0" fmla="*/ 0 w 3086728"/>
                <a:gd name="connsiteY0" fmla="*/ 0 h 1775900"/>
                <a:gd name="connsiteX1" fmla="*/ 1036790 w 3086728"/>
                <a:gd name="connsiteY1" fmla="*/ 1773715 h 1775900"/>
                <a:gd name="connsiteX2" fmla="*/ 3086728 w 3086728"/>
                <a:gd name="connsiteY2" fmla="*/ 1775900 h 1775900"/>
                <a:gd name="connsiteX3" fmla="*/ 0 w 3086728"/>
                <a:gd name="connsiteY3" fmla="*/ 0 h 1775900"/>
                <a:gd name="connsiteX0" fmla="*/ 0 w 3091491"/>
                <a:gd name="connsiteY0" fmla="*/ 0 h 1799713"/>
                <a:gd name="connsiteX1" fmla="*/ 1036790 w 3091491"/>
                <a:gd name="connsiteY1" fmla="*/ 1773715 h 1799713"/>
                <a:gd name="connsiteX2" fmla="*/ 3091491 w 3091491"/>
                <a:gd name="connsiteY2" fmla="*/ 1799713 h 1799713"/>
                <a:gd name="connsiteX3" fmla="*/ 0 w 3091491"/>
                <a:gd name="connsiteY3" fmla="*/ 0 h 1799713"/>
                <a:gd name="connsiteX0" fmla="*/ 0 w 3120066"/>
                <a:gd name="connsiteY0" fmla="*/ 0 h 1799713"/>
                <a:gd name="connsiteX1" fmla="*/ 1036790 w 3120066"/>
                <a:gd name="connsiteY1" fmla="*/ 1773715 h 1799713"/>
                <a:gd name="connsiteX2" fmla="*/ 3120066 w 3120066"/>
                <a:gd name="connsiteY2" fmla="*/ 1799713 h 1799713"/>
                <a:gd name="connsiteX3" fmla="*/ 0 w 3120066"/>
                <a:gd name="connsiteY3" fmla="*/ 0 h 1799713"/>
                <a:gd name="connsiteX0" fmla="*/ 0 w 3120066"/>
                <a:gd name="connsiteY0" fmla="*/ 0 h 1799713"/>
                <a:gd name="connsiteX1" fmla="*/ 1019730 w 3120066"/>
                <a:gd name="connsiteY1" fmla="*/ 1773715 h 1799713"/>
                <a:gd name="connsiteX2" fmla="*/ 3120066 w 3120066"/>
                <a:gd name="connsiteY2" fmla="*/ 1799713 h 1799713"/>
                <a:gd name="connsiteX3" fmla="*/ 0 w 3120066"/>
                <a:gd name="connsiteY3" fmla="*/ 0 h 1799713"/>
                <a:gd name="connsiteX0" fmla="*/ 0 w 3133714"/>
                <a:gd name="connsiteY0" fmla="*/ 0 h 1799713"/>
                <a:gd name="connsiteX1" fmla="*/ 1033378 w 3133714"/>
                <a:gd name="connsiteY1" fmla="*/ 1773715 h 1799713"/>
                <a:gd name="connsiteX2" fmla="*/ 3133714 w 3133714"/>
                <a:gd name="connsiteY2" fmla="*/ 1799713 h 1799713"/>
                <a:gd name="connsiteX3" fmla="*/ 0 w 3133714"/>
                <a:gd name="connsiteY3" fmla="*/ 0 h 1799713"/>
                <a:gd name="connsiteX0" fmla="*/ 0 w 3140538"/>
                <a:gd name="connsiteY0" fmla="*/ 0 h 1799713"/>
                <a:gd name="connsiteX1" fmla="*/ 1040202 w 3140538"/>
                <a:gd name="connsiteY1" fmla="*/ 1773715 h 1799713"/>
                <a:gd name="connsiteX2" fmla="*/ 3140538 w 3140538"/>
                <a:gd name="connsiteY2" fmla="*/ 1799713 h 1799713"/>
                <a:gd name="connsiteX3" fmla="*/ 0 w 3140538"/>
                <a:gd name="connsiteY3" fmla="*/ 0 h 1799713"/>
                <a:gd name="connsiteX0" fmla="*/ 0 w 3126890"/>
                <a:gd name="connsiteY0" fmla="*/ 0 h 1786065"/>
                <a:gd name="connsiteX1" fmla="*/ 1040202 w 3126890"/>
                <a:gd name="connsiteY1" fmla="*/ 1773715 h 1786065"/>
                <a:gd name="connsiteX2" fmla="*/ 3126890 w 3126890"/>
                <a:gd name="connsiteY2" fmla="*/ 1786065 h 1786065"/>
                <a:gd name="connsiteX3" fmla="*/ 0 w 3126890"/>
                <a:gd name="connsiteY3" fmla="*/ 0 h 1786065"/>
                <a:gd name="connsiteX0" fmla="*/ 0 w 3113242"/>
                <a:gd name="connsiteY0" fmla="*/ 0 h 1782653"/>
                <a:gd name="connsiteX1" fmla="*/ 1026554 w 3113242"/>
                <a:gd name="connsiteY1" fmla="*/ 1770303 h 1782653"/>
                <a:gd name="connsiteX2" fmla="*/ 3113242 w 3113242"/>
                <a:gd name="connsiteY2" fmla="*/ 1782653 h 1782653"/>
                <a:gd name="connsiteX3" fmla="*/ 0 w 3113242"/>
                <a:gd name="connsiteY3" fmla="*/ 0 h 1782653"/>
                <a:gd name="connsiteX0" fmla="*/ 0 w 3123478"/>
                <a:gd name="connsiteY0" fmla="*/ 0 h 1782653"/>
                <a:gd name="connsiteX1" fmla="*/ 1036790 w 3123478"/>
                <a:gd name="connsiteY1" fmla="*/ 1770303 h 1782653"/>
                <a:gd name="connsiteX2" fmla="*/ 3123478 w 3123478"/>
                <a:gd name="connsiteY2" fmla="*/ 1782653 h 1782653"/>
                <a:gd name="connsiteX3" fmla="*/ 0 w 3123478"/>
                <a:gd name="connsiteY3" fmla="*/ 0 h 1782653"/>
                <a:gd name="connsiteX0" fmla="*/ 0 w 3109830"/>
                <a:gd name="connsiteY0" fmla="*/ 0 h 1782653"/>
                <a:gd name="connsiteX1" fmla="*/ 1036790 w 3109830"/>
                <a:gd name="connsiteY1" fmla="*/ 1770303 h 1782653"/>
                <a:gd name="connsiteX2" fmla="*/ 3109830 w 3109830"/>
                <a:gd name="connsiteY2" fmla="*/ 1782653 h 1782653"/>
                <a:gd name="connsiteX3" fmla="*/ 0 w 3109830"/>
                <a:gd name="connsiteY3" fmla="*/ 0 h 1782653"/>
                <a:gd name="connsiteX0" fmla="*/ 0 w 3120462"/>
                <a:gd name="connsiteY0" fmla="*/ 0 h 1793286"/>
                <a:gd name="connsiteX1" fmla="*/ 1047422 w 3120462"/>
                <a:gd name="connsiteY1" fmla="*/ 1780936 h 1793286"/>
                <a:gd name="connsiteX2" fmla="*/ 3120462 w 3120462"/>
                <a:gd name="connsiteY2" fmla="*/ 1793286 h 1793286"/>
                <a:gd name="connsiteX3" fmla="*/ 0 w 3120462"/>
                <a:gd name="connsiteY3" fmla="*/ 0 h 1793286"/>
              </a:gdLst>
              <a:ahLst/>
              <a:cxnLst>
                <a:cxn ang="0">
                  <a:pos x="connsiteX0" y="connsiteY0"/>
                </a:cxn>
                <a:cxn ang="0">
                  <a:pos x="connsiteX1" y="connsiteY1"/>
                </a:cxn>
                <a:cxn ang="0">
                  <a:pos x="connsiteX2" y="connsiteY2"/>
                </a:cxn>
                <a:cxn ang="0">
                  <a:pos x="connsiteX3" y="connsiteY3"/>
                </a:cxn>
              </a:cxnLst>
              <a:rect l="l" t="t" r="r" b="b"/>
              <a:pathLst>
                <a:path w="3120462" h="1793286">
                  <a:moveTo>
                    <a:pt x="0" y="0"/>
                  </a:moveTo>
                  <a:lnTo>
                    <a:pt x="1047422" y="1780936"/>
                  </a:lnTo>
                  <a:lnTo>
                    <a:pt x="3120462" y="1793286"/>
                  </a:lnTo>
                  <a:lnTo>
                    <a:pt x="0" y="0"/>
                  </a:lnTo>
                  <a:close/>
                </a:path>
              </a:pathLst>
            </a:custGeom>
            <a:gradFill>
              <a:gsLst>
                <a:gs pos="62000">
                  <a:schemeClr val="accent3"/>
                </a:gs>
                <a:gs pos="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1" name="Freeform 30"/>
            <p:cNvSpPr/>
            <p:nvPr/>
          </p:nvSpPr>
          <p:spPr>
            <a:xfrm>
              <a:off x="-3295" y="1769807"/>
              <a:ext cx="1407341" cy="5098422"/>
            </a:xfrm>
            <a:custGeom>
              <a:avLst/>
              <a:gdLst>
                <a:gd name="connsiteX0" fmla="*/ 1026488 w 1398147"/>
                <a:gd name="connsiteY0" fmla="*/ 0 h 5073445"/>
                <a:gd name="connsiteX1" fmla="*/ 1398147 w 1398147"/>
                <a:gd name="connsiteY1" fmla="*/ 1875995 h 5073445"/>
                <a:gd name="connsiteX2" fmla="*/ 0 w 1398147"/>
                <a:gd name="connsiteY2" fmla="*/ 5073445 h 5073445"/>
                <a:gd name="connsiteX3" fmla="*/ 1026488 w 1398147"/>
                <a:gd name="connsiteY3" fmla="*/ 0 h 5073445"/>
                <a:gd name="connsiteX0" fmla="*/ 1032388 w 1398147"/>
                <a:gd name="connsiteY0" fmla="*/ 0 h 5055747"/>
                <a:gd name="connsiteX1" fmla="*/ 1398147 w 1398147"/>
                <a:gd name="connsiteY1" fmla="*/ 1858297 h 5055747"/>
                <a:gd name="connsiteX2" fmla="*/ 0 w 1398147"/>
                <a:gd name="connsiteY2" fmla="*/ 5055747 h 5055747"/>
                <a:gd name="connsiteX3" fmla="*/ 1032388 w 1398147"/>
                <a:gd name="connsiteY3" fmla="*/ 0 h 5055747"/>
                <a:gd name="connsiteX0" fmla="*/ 1032388 w 1398147"/>
                <a:gd name="connsiteY0" fmla="*/ 0 h 5061646"/>
                <a:gd name="connsiteX1" fmla="*/ 1398147 w 1398147"/>
                <a:gd name="connsiteY1" fmla="*/ 1864196 h 5061646"/>
                <a:gd name="connsiteX2" fmla="*/ 0 w 1398147"/>
                <a:gd name="connsiteY2" fmla="*/ 5061646 h 5061646"/>
                <a:gd name="connsiteX3" fmla="*/ 1032388 w 1398147"/>
                <a:gd name="connsiteY3" fmla="*/ 0 h 5061646"/>
                <a:gd name="connsiteX0" fmla="*/ 1032388 w 1398147"/>
                <a:gd name="connsiteY0" fmla="*/ 0 h 5079344"/>
                <a:gd name="connsiteX1" fmla="*/ 1398147 w 1398147"/>
                <a:gd name="connsiteY1" fmla="*/ 1881894 h 5079344"/>
                <a:gd name="connsiteX2" fmla="*/ 0 w 1398147"/>
                <a:gd name="connsiteY2" fmla="*/ 5079344 h 5079344"/>
                <a:gd name="connsiteX3" fmla="*/ 1032388 w 1398147"/>
                <a:gd name="connsiteY3" fmla="*/ 0 h 5079344"/>
                <a:gd name="connsiteX0" fmla="*/ 1032388 w 1398147"/>
                <a:gd name="connsiteY0" fmla="*/ 0 h 5089936"/>
                <a:gd name="connsiteX1" fmla="*/ 1398147 w 1398147"/>
                <a:gd name="connsiteY1" fmla="*/ 1881894 h 5089936"/>
                <a:gd name="connsiteX2" fmla="*/ 0 w 1398147"/>
                <a:gd name="connsiteY2" fmla="*/ 5089936 h 5089936"/>
                <a:gd name="connsiteX3" fmla="*/ 1032388 w 1398147"/>
                <a:gd name="connsiteY3" fmla="*/ 0 h 5089936"/>
                <a:gd name="connsiteX0" fmla="*/ 1039450 w 1405209"/>
                <a:gd name="connsiteY0" fmla="*/ 0 h 5089936"/>
                <a:gd name="connsiteX1" fmla="*/ 1405209 w 1405209"/>
                <a:gd name="connsiteY1" fmla="*/ 1881894 h 5089936"/>
                <a:gd name="connsiteX2" fmla="*/ 0 w 1405209"/>
                <a:gd name="connsiteY2" fmla="*/ 5089936 h 5089936"/>
                <a:gd name="connsiteX3" fmla="*/ 1039450 w 1405209"/>
                <a:gd name="connsiteY3" fmla="*/ 0 h 5089936"/>
                <a:gd name="connsiteX0" fmla="*/ 1039450 w 1405209"/>
                <a:gd name="connsiteY0" fmla="*/ 0 h 5089936"/>
                <a:gd name="connsiteX1" fmla="*/ 1405209 w 1405209"/>
                <a:gd name="connsiteY1" fmla="*/ 1891419 h 5089936"/>
                <a:gd name="connsiteX2" fmla="*/ 0 w 1405209"/>
                <a:gd name="connsiteY2" fmla="*/ 5089936 h 5089936"/>
                <a:gd name="connsiteX3" fmla="*/ 1039450 w 1405209"/>
                <a:gd name="connsiteY3" fmla="*/ 0 h 5089936"/>
                <a:gd name="connsiteX0" fmla="*/ 1039450 w 1405209"/>
                <a:gd name="connsiteY0" fmla="*/ 0 h 5089936"/>
                <a:gd name="connsiteX1" fmla="*/ 1405209 w 1405209"/>
                <a:gd name="connsiteY1" fmla="*/ 1891419 h 5089936"/>
                <a:gd name="connsiteX2" fmla="*/ 0 w 1405209"/>
                <a:gd name="connsiteY2" fmla="*/ 5089936 h 5089936"/>
                <a:gd name="connsiteX3" fmla="*/ 8890 w 1405209"/>
                <a:gd name="connsiteY3" fmla="*/ 5081754 h 5089936"/>
                <a:gd name="connsiteX4" fmla="*/ 1039450 w 1405209"/>
                <a:gd name="connsiteY4" fmla="*/ 0 h 5089936"/>
                <a:gd name="connsiteX0" fmla="*/ 1041582 w 1407341"/>
                <a:gd name="connsiteY0" fmla="*/ 0 h 5098422"/>
                <a:gd name="connsiteX1" fmla="*/ 1407341 w 1407341"/>
                <a:gd name="connsiteY1" fmla="*/ 1891419 h 5098422"/>
                <a:gd name="connsiteX2" fmla="*/ 2132 w 1407341"/>
                <a:gd name="connsiteY2" fmla="*/ 5089936 h 5098422"/>
                <a:gd name="connsiteX3" fmla="*/ 719 w 1407341"/>
                <a:gd name="connsiteY3" fmla="*/ 5097208 h 5098422"/>
                <a:gd name="connsiteX4" fmla="*/ 1041582 w 1407341"/>
                <a:gd name="connsiteY4" fmla="*/ 0 h 5098422"/>
                <a:gd name="connsiteX0" fmla="*/ 1034758 w 1407341"/>
                <a:gd name="connsiteY0" fmla="*/ 0 h 5098422"/>
                <a:gd name="connsiteX1" fmla="*/ 1407341 w 1407341"/>
                <a:gd name="connsiteY1" fmla="*/ 1891419 h 5098422"/>
                <a:gd name="connsiteX2" fmla="*/ 2132 w 1407341"/>
                <a:gd name="connsiteY2" fmla="*/ 5089936 h 5098422"/>
                <a:gd name="connsiteX3" fmla="*/ 719 w 1407341"/>
                <a:gd name="connsiteY3" fmla="*/ 5097208 h 5098422"/>
                <a:gd name="connsiteX4" fmla="*/ 1034758 w 1407341"/>
                <a:gd name="connsiteY4" fmla="*/ 0 h 5098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7341" h="5098422">
                  <a:moveTo>
                    <a:pt x="1034758" y="0"/>
                  </a:moveTo>
                  <a:lnTo>
                    <a:pt x="1407341" y="1891419"/>
                  </a:lnTo>
                  <a:lnTo>
                    <a:pt x="2132" y="5089936"/>
                  </a:lnTo>
                  <a:cubicBezTo>
                    <a:pt x="5095" y="5083774"/>
                    <a:pt x="-2244" y="5103370"/>
                    <a:pt x="719" y="5097208"/>
                  </a:cubicBezTo>
                  <a:lnTo>
                    <a:pt x="1034758" y="0"/>
                  </a:lnTo>
                  <a:close/>
                </a:path>
              </a:pathLst>
            </a:custGeom>
            <a:gradFill>
              <a:gsLst>
                <a:gs pos="100000">
                  <a:schemeClr val="accent3"/>
                </a:gs>
                <a:gs pos="44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2" name="Freeform 31"/>
            <p:cNvSpPr/>
            <p:nvPr/>
          </p:nvSpPr>
          <p:spPr>
            <a:xfrm>
              <a:off x="8694845" y="2426110"/>
              <a:ext cx="2293341" cy="4440419"/>
            </a:xfrm>
            <a:custGeom>
              <a:avLst/>
              <a:gdLst>
                <a:gd name="connsiteX0" fmla="*/ 958645 w 2263877"/>
                <a:gd name="connsiteY0" fmla="*/ 0 h 4424516"/>
                <a:gd name="connsiteX1" fmla="*/ 2263877 w 2263877"/>
                <a:gd name="connsiteY1" fmla="*/ 1393722 h 4424516"/>
                <a:gd name="connsiteX2" fmla="*/ 0 w 2263877"/>
                <a:gd name="connsiteY2" fmla="*/ 4424516 h 4424516"/>
                <a:gd name="connsiteX3" fmla="*/ 958645 w 2263877"/>
                <a:gd name="connsiteY3" fmla="*/ 0 h 4424516"/>
                <a:gd name="connsiteX0" fmla="*/ 958645 w 2269487"/>
                <a:gd name="connsiteY0" fmla="*/ 0 h 4424516"/>
                <a:gd name="connsiteX1" fmla="*/ 2269487 w 2269487"/>
                <a:gd name="connsiteY1" fmla="*/ 1388112 h 4424516"/>
                <a:gd name="connsiteX2" fmla="*/ 0 w 2269487"/>
                <a:gd name="connsiteY2" fmla="*/ 4424516 h 4424516"/>
                <a:gd name="connsiteX3" fmla="*/ 958645 w 2269487"/>
                <a:gd name="connsiteY3" fmla="*/ 0 h 4424516"/>
                <a:gd name="connsiteX0" fmla="*/ 982499 w 2293341"/>
                <a:gd name="connsiteY0" fmla="*/ 0 h 4440419"/>
                <a:gd name="connsiteX1" fmla="*/ 2293341 w 2293341"/>
                <a:gd name="connsiteY1" fmla="*/ 1388112 h 4440419"/>
                <a:gd name="connsiteX2" fmla="*/ 0 w 2293341"/>
                <a:gd name="connsiteY2" fmla="*/ 4440419 h 4440419"/>
                <a:gd name="connsiteX3" fmla="*/ 982499 w 2293341"/>
                <a:gd name="connsiteY3" fmla="*/ 0 h 4440419"/>
              </a:gdLst>
              <a:ahLst/>
              <a:cxnLst>
                <a:cxn ang="0">
                  <a:pos x="connsiteX0" y="connsiteY0"/>
                </a:cxn>
                <a:cxn ang="0">
                  <a:pos x="connsiteX1" y="connsiteY1"/>
                </a:cxn>
                <a:cxn ang="0">
                  <a:pos x="connsiteX2" y="connsiteY2"/>
                </a:cxn>
                <a:cxn ang="0">
                  <a:pos x="connsiteX3" y="connsiteY3"/>
                </a:cxn>
              </a:cxnLst>
              <a:rect l="l" t="t" r="r" b="b"/>
              <a:pathLst>
                <a:path w="2293341" h="4440419">
                  <a:moveTo>
                    <a:pt x="982499" y="0"/>
                  </a:moveTo>
                  <a:lnTo>
                    <a:pt x="2293341" y="1388112"/>
                  </a:lnTo>
                  <a:lnTo>
                    <a:pt x="0" y="4440419"/>
                  </a:lnTo>
                  <a:lnTo>
                    <a:pt x="982499" y="0"/>
                  </a:lnTo>
                  <a:close/>
                </a:path>
              </a:pathLst>
            </a:custGeom>
            <a:gradFill>
              <a:gsLst>
                <a:gs pos="100000">
                  <a:schemeClr val="accent3"/>
                </a:gs>
                <a:gs pos="2900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3" name="Freeform 32"/>
            <p:cNvSpPr/>
            <p:nvPr/>
          </p:nvSpPr>
          <p:spPr>
            <a:xfrm>
              <a:off x="9669015" y="1066800"/>
              <a:ext cx="2530575" cy="2762250"/>
            </a:xfrm>
            <a:custGeom>
              <a:avLst/>
              <a:gdLst>
                <a:gd name="connsiteX0" fmla="*/ 2481262 w 2481262"/>
                <a:gd name="connsiteY0" fmla="*/ 0 h 2762250"/>
                <a:gd name="connsiteX1" fmla="*/ 0 w 2481262"/>
                <a:gd name="connsiteY1" fmla="*/ 1371600 h 2762250"/>
                <a:gd name="connsiteX2" fmla="*/ 1309687 w 2481262"/>
                <a:gd name="connsiteY2" fmla="*/ 2762250 h 2762250"/>
                <a:gd name="connsiteX3" fmla="*/ 2481262 w 2481262"/>
                <a:gd name="connsiteY3" fmla="*/ 0 h 2762250"/>
                <a:gd name="connsiteX0" fmla="*/ 2481262 w 2481262"/>
                <a:gd name="connsiteY0" fmla="*/ 0 h 2762250"/>
                <a:gd name="connsiteX1" fmla="*/ 0 w 2481262"/>
                <a:gd name="connsiteY1" fmla="*/ 1371600 h 2762250"/>
                <a:gd name="connsiteX2" fmla="*/ 1292857 w 2481262"/>
                <a:gd name="connsiteY2" fmla="*/ 2762250 h 2762250"/>
                <a:gd name="connsiteX3" fmla="*/ 2481262 w 2481262"/>
                <a:gd name="connsiteY3" fmla="*/ 0 h 2762250"/>
                <a:gd name="connsiteX0" fmla="*/ 2509311 w 2509311"/>
                <a:gd name="connsiteY0" fmla="*/ 0 h 2762250"/>
                <a:gd name="connsiteX1" fmla="*/ 0 w 2509311"/>
                <a:gd name="connsiteY1" fmla="*/ 1354771 h 2762250"/>
                <a:gd name="connsiteX2" fmla="*/ 1320906 w 2509311"/>
                <a:gd name="connsiteY2" fmla="*/ 2762250 h 2762250"/>
                <a:gd name="connsiteX3" fmla="*/ 2509311 w 2509311"/>
                <a:gd name="connsiteY3" fmla="*/ 0 h 2762250"/>
                <a:gd name="connsiteX0" fmla="*/ 2519943 w 2519943"/>
                <a:gd name="connsiteY0" fmla="*/ 0 h 2762250"/>
                <a:gd name="connsiteX1" fmla="*/ 0 w 2519943"/>
                <a:gd name="connsiteY1" fmla="*/ 1354771 h 2762250"/>
                <a:gd name="connsiteX2" fmla="*/ 1320906 w 2519943"/>
                <a:gd name="connsiteY2" fmla="*/ 2762250 h 2762250"/>
                <a:gd name="connsiteX3" fmla="*/ 2519943 w 2519943"/>
                <a:gd name="connsiteY3" fmla="*/ 0 h 2762250"/>
                <a:gd name="connsiteX0" fmla="*/ 2530575 w 2530575"/>
                <a:gd name="connsiteY0" fmla="*/ 0 h 2762250"/>
                <a:gd name="connsiteX1" fmla="*/ 0 w 2530575"/>
                <a:gd name="connsiteY1" fmla="*/ 1354771 h 2762250"/>
                <a:gd name="connsiteX2" fmla="*/ 1320906 w 2530575"/>
                <a:gd name="connsiteY2" fmla="*/ 2762250 h 2762250"/>
                <a:gd name="connsiteX3" fmla="*/ 2530575 w 2530575"/>
                <a:gd name="connsiteY3" fmla="*/ 0 h 2762250"/>
              </a:gdLst>
              <a:ahLst/>
              <a:cxnLst>
                <a:cxn ang="0">
                  <a:pos x="connsiteX0" y="connsiteY0"/>
                </a:cxn>
                <a:cxn ang="0">
                  <a:pos x="connsiteX1" y="connsiteY1"/>
                </a:cxn>
                <a:cxn ang="0">
                  <a:pos x="connsiteX2" y="connsiteY2"/>
                </a:cxn>
                <a:cxn ang="0">
                  <a:pos x="connsiteX3" y="connsiteY3"/>
                </a:cxn>
              </a:cxnLst>
              <a:rect l="l" t="t" r="r" b="b"/>
              <a:pathLst>
                <a:path w="2530575" h="2762250">
                  <a:moveTo>
                    <a:pt x="2530575" y="0"/>
                  </a:moveTo>
                  <a:lnTo>
                    <a:pt x="0" y="1354771"/>
                  </a:lnTo>
                  <a:lnTo>
                    <a:pt x="1320906" y="2762250"/>
                  </a:lnTo>
                  <a:lnTo>
                    <a:pt x="2530575" y="0"/>
                  </a:lnTo>
                  <a:close/>
                </a:path>
              </a:pathLst>
            </a:custGeom>
            <a:gradFill>
              <a:gsLst>
                <a:gs pos="100000">
                  <a:schemeClr val="accent3"/>
                </a:gs>
                <a:gs pos="44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4" name="Freeform 33"/>
            <p:cNvSpPr/>
            <p:nvPr/>
          </p:nvSpPr>
          <p:spPr>
            <a:xfrm>
              <a:off x="3317358" y="-5316"/>
              <a:ext cx="4354033" cy="1222744"/>
            </a:xfrm>
            <a:custGeom>
              <a:avLst/>
              <a:gdLst>
                <a:gd name="connsiteX0" fmla="*/ 0 w 4354033"/>
                <a:gd name="connsiteY0" fmla="*/ 0 h 1217428"/>
                <a:gd name="connsiteX1" fmla="*/ 3067493 w 4354033"/>
                <a:gd name="connsiteY1" fmla="*/ 10632 h 1217428"/>
                <a:gd name="connsiteX2" fmla="*/ 4354033 w 4354033"/>
                <a:gd name="connsiteY2" fmla="*/ 1217428 h 1217428"/>
                <a:gd name="connsiteX3" fmla="*/ 0 w 4354033"/>
                <a:gd name="connsiteY3" fmla="*/ 0 h 1217428"/>
                <a:gd name="connsiteX0" fmla="*/ 0 w 4354033"/>
                <a:gd name="connsiteY0" fmla="*/ 0 h 1217428"/>
                <a:gd name="connsiteX1" fmla="*/ 3088758 w 4354033"/>
                <a:gd name="connsiteY1" fmla="*/ 10632 h 1217428"/>
                <a:gd name="connsiteX2" fmla="*/ 4354033 w 4354033"/>
                <a:gd name="connsiteY2" fmla="*/ 1217428 h 1217428"/>
                <a:gd name="connsiteX3" fmla="*/ 0 w 4354033"/>
                <a:gd name="connsiteY3" fmla="*/ 0 h 1217428"/>
                <a:gd name="connsiteX0" fmla="*/ 0 w 4375298"/>
                <a:gd name="connsiteY0" fmla="*/ 0 h 1217428"/>
                <a:gd name="connsiteX1" fmla="*/ 3088758 w 4375298"/>
                <a:gd name="connsiteY1" fmla="*/ 10632 h 1217428"/>
                <a:gd name="connsiteX2" fmla="*/ 4375298 w 4375298"/>
                <a:gd name="connsiteY2" fmla="*/ 1217428 h 1217428"/>
                <a:gd name="connsiteX3" fmla="*/ 0 w 4375298"/>
                <a:gd name="connsiteY3" fmla="*/ 0 h 1217428"/>
                <a:gd name="connsiteX0" fmla="*/ 0 w 4364666"/>
                <a:gd name="connsiteY0" fmla="*/ 0 h 1217428"/>
                <a:gd name="connsiteX1" fmla="*/ 3088758 w 4364666"/>
                <a:gd name="connsiteY1" fmla="*/ 10632 h 1217428"/>
                <a:gd name="connsiteX2" fmla="*/ 4364666 w 4364666"/>
                <a:gd name="connsiteY2" fmla="*/ 1217428 h 1217428"/>
                <a:gd name="connsiteX3" fmla="*/ 0 w 4364666"/>
                <a:gd name="connsiteY3" fmla="*/ 0 h 1217428"/>
                <a:gd name="connsiteX0" fmla="*/ 0 w 4354033"/>
                <a:gd name="connsiteY0" fmla="*/ 0 h 1222744"/>
                <a:gd name="connsiteX1" fmla="*/ 3088758 w 4354033"/>
                <a:gd name="connsiteY1" fmla="*/ 10632 h 1222744"/>
                <a:gd name="connsiteX2" fmla="*/ 4354033 w 4354033"/>
                <a:gd name="connsiteY2" fmla="*/ 1222744 h 1222744"/>
                <a:gd name="connsiteX3" fmla="*/ 0 w 4354033"/>
                <a:gd name="connsiteY3" fmla="*/ 0 h 1222744"/>
                <a:gd name="connsiteX0" fmla="*/ 0 w 4354033"/>
                <a:gd name="connsiteY0" fmla="*/ 5317 h 1228061"/>
                <a:gd name="connsiteX1" fmla="*/ 3083442 w 4354033"/>
                <a:gd name="connsiteY1" fmla="*/ 0 h 1228061"/>
                <a:gd name="connsiteX2" fmla="*/ 4354033 w 4354033"/>
                <a:gd name="connsiteY2" fmla="*/ 1228061 h 1228061"/>
                <a:gd name="connsiteX3" fmla="*/ 0 w 4354033"/>
                <a:gd name="connsiteY3" fmla="*/ 5317 h 1228061"/>
                <a:gd name="connsiteX0" fmla="*/ 0 w 4354033"/>
                <a:gd name="connsiteY0" fmla="*/ 0 h 1222744"/>
                <a:gd name="connsiteX1" fmla="*/ 3094074 w 4354033"/>
                <a:gd name="connsiteY1" fmla="*/ 5315 h 1222744"/>
                <a:gd name="connsiteX2" fmla="*/ 4354033 w 4354033"/>
                <a:gd name="connsiteY2" fmla="*/ 1222744 h 1222744"/>
                <a:gd name="connsiteX3" fmla="*/ 0 w 4354033"/>
                <a:gd name="connsiteY3" fmla="*/ 0 h 1222744"/>
              </a:gdLst>
              <a:ahLst/>
              <a:cxnLst>
                <a:cxn ang="0">
                  <a:pos x="connsiteX0" y="connsiteY0"/>
                </a:cxn>
                <a:cxn ang="0">
                  <a:pos x="connsiteX1" y="connsiteY1"/>
                </a:cxn>
                <a:cxn ang="0">
                  <a:pos x="connsiteX2" y="connsiteY2"/>
                </a:cxn>
                <a:cxn ang="0">
                  <a:pos x="connsiteX3" y="connsiteY3"/>
                </a:cxn>
              </a:cxnLst>
              <a:rect l="l" t="t" r="r" b="b"/>
              <a:pathLst>
                <a:path w="4354033" h="1222744">
                  <a:moveTo>
                    <a:pt x="0" y="0"/>
                  </a:moveTo>
                  <a:lnTo>
                    <a:pt x="3094074" y="5315"/>
                  </a:lnTo>
                  <a:lnTo>
                    <a:pt x="4354033" y="1222744"/>
                  </a:lnTo>
                  <a:lnTo>
                    <a:pt x="0" y="0"/>
                  </a:lnTo>
                  <a:close/>
                </a:path>
              </a:pathLst>
            </a:custGeom>
            <a:gradFill>
              <a:gsLst>
                <a:gs pos="100000">
                  <a:schemeClr val="accent3"/>
                </a:gs>
                <a:gs pos="8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34"/>
            <p:cNvSpPr/>
            <p:nvPr/>
          </p:nvSpPr>
          <p:spPr>
            <a:xfrm>
              <a:off x="8690614" y="3782459"/>
              <a:ext cx="2818349" cy="3087424"/>
            </a:xfrm>
            <a:custGeom>
              <a:avLst/>
              <a:gdLst>
                <a:gd name="connsiteX0" fmla="*/ 2270113 w 2753791"/>
                <a:gd name="connsiteY0" fmla="*/ 0 h 3029171"/>
                <a:gd name="connsiteX1" fmla="*/ 0 w 2753791"/>
                <a:gd name="connsiteY1" fmla="*/ 3025640 h 3029171"/>
                <a:gd name="connsiteX2" fmla="*/ 2753791 w 2753791"/>
                <a:gd name="connsiteY2" fmla="*/ 3029171 h 3029171"/>
                <a:gd name="connsiteX3" fmla="*/ 2270113 w 2753791"/>
                <a:gd name="connsiteY3" fmla="*/ 0 h 3029171"/>
                <a:gd name="connsiteX0" fmla="*/ 2247810 w 2753791"/>
                <a:gd name="connsiteY0" fmla="*/ 0 h 3073776"/>
                <a:gd name="connsiteX1" fmla="*/ 0 w 2753791"/>
                <a:gd name="connsiteY1" fmla="*/ 3070245 h 3073776"/>
                <a:gd name="connsiteX2" fmla="*/ 2753791 w 2753791"/>
                <a:gd name="connsiteY2" fmla="*/ 3073776 h 3073776"/>
                <a:gd name="connsiteX3" fmla="*/ 2247810 w 2753791"/>
                <a:gd name="connsiteY3" fmla="*/ 0 h 3073776"/>
                <a:gd name="connsiteX0" fmla="*/ 2311420 w 2817401"/>
                <a:gd name="connsiteY0" fmla="*/ 0 h 3073776"/>
                <a:gd name="connsiteX1" fmla="*/ 0 w 2817401"/>
                <a:gd name="connsiteY1" fmla="*/ 3062294 h 3073776"/>
                <a:gd name="connsiteX2" fmla="*/ 2817401 w 2817401"/>
                <a:gd name="connsiteY2" fmla="*/ 3073776 h 3073776"/>
                <a:gd name="connsiteX3" fmla="*/ 2311420 w 2817401"/>
                <a:gd name="connsiteY3" fmla="*/ 0 h 3073776"/>
                <a:gd name="connsiteX0" fmla="*/ 2311420 w 2817401"/>
                <a:gd name="connsiteY0" fmla="*/ 0 h 3089589"/>
                <a:gd name="connsiteX1" fmla="*/ 0 w 2817401"/>
                <a:gd name="connsiteY1" fmla="*/ 3089589 h 3089589"/>
                <a:gd name="connsiteX2" fmla="*/ 2817401 w 2817401"/>
                <a:gd name="connsiteY2" fmla="*/ 3073776 h 3089589"/>
                <a:gd name="connsiteX3" fmla="*/ 2311420 w 2817401"/>
                <a:gd name="connsiteY3" fmla="*/ 0 h 3089589"/>
                <a:gd name="connsiteX0" fmla="*/ 2306657 w 2812638"/>
                <a:gd name="connsiteY0" fmla="*/ 0 h 3089589"/>
                <a:gd name="connsiteX1" fmla="*/ 0 w 2812638"/>
                <a:gd name="connsiteY1" fmla="*/ 3089589 h 3089589"/>
                <a:gd name="connsiteX2" fmla="*/ 2812638 w 2812638"/>
                <a:gd name="connsiteY2" fmla="*/ 3073776 h 3089589"/>
                <a:gd name="connsiteX3" fmla="*/ 2306657 w 2812638"/>
                <a:gd name="connsiteY3" fmla="*/ 0 h 3089589"/>
                <a:gd name="connsiteX0" fmla="*/ 2306657 w 2812638"/>
                <a:gd name="connsiteY0" fmla="*/ 0 h 3084826"/>
                <a:gd name="connsiteX1" fmla="*/ 0 w 2812638"/>
                <a:gd name="connsiteY1" fmla="*/ 3084826 h 3084826"/>
                <a:gd name="connsiteX2" fmla="*/ 2812638 w 2812638"/>
                <a:gd name="connsiteY2" fmla="*/ 3073776 h 3084826"/>
                <a:gd name="connsiteX3" fmla="*/ 2306657 w 2812638"/>
                <a:gd name="connsiteY3" fmla="*/ 0 h 3084826"/>
                <a:gd name="connsiteX0" fmla="*/ 2292370 w 2798351"/>
                <a:gd name="connsiteY0" fmla="*/ 0 h 3084826"/>
                <a:gd name="connsiteX1" fmla="*/ 0 w 2798351"/>
                <a:gd name="connsiteY1" fmla="*/ 3084826 h 3084826"/>
                <a:gd name="connsiteX2" fmla="*/ 2798351 w 2798351"/>
                <a:gd name="connsiteY2" fmla="*/ 3073776 h 3084826"/>
                <a:gd name="connsiteX3" fmla="*/ 2292370 w 2798351"/>
                <a:gd name="connsiteY3" fmla="*/ 0 h 3084826"/>
                <a:gd name="connsiteX0" fmla="*/ 2298720 w 2804701"/>
                <a:gd name="connsiteY0" fmla="*/ 0 h 3084826"/>
                <a:gd name="connsiteX1" fmla="*/ 0 w 2804701"/>
                <a:gd name="connsiteY1" fmla="*/ 3084826 h 3084826"/>
                <a:gd name="connsiteX2" fmla="*/ 2804701 w 2804701"/>
                <a:gd name="connsiteY2" fmla="*/ 3073776 h 3084826"/>
                <a:gd name="connsiteX3" fmla="*/ 2298720 w 2804701"/>
                <a:gd name="connsiteY3" fmla="*/ 0 h 3084826"/>
                <a:gd name="connsiteX0" fmla="*/ 2298720 w 2804701"/>
                <a:gd name="connsiteY0" fmla="*/ 0 h 3084826"/>
                <a:gd name="connsiteX1" fmla="*/ 0 w 2804701"/>
                <a:gd name="connsiteY1" fmla="*/ 3084826 h 3084826"/>
                <a:gd name="connsiteX2" fmla="*/ 2804701 w 2804701"/>
                <a:gd name="connsiteY2" fmla="*/ 3073776 h 3084826"/>
                <a:gd name="connsiteX3" fmla="*/ 2298720 w 2804701"/>
                <a:gd name="connsiteY3" fmla="*/ 0 h 3084826"/>
                <a:gd name="connsiteX0" fmla="*/ 2311420 w 2804701"/>
                <a:gd name="connsiteY0" fmla="*/ 0 h 3084826"/>
                <a:gd name="connsiteX1" fmla="*/ 0 w 2804701"/>
                <a:gd name="connsiteY1" fmla="*/ 3084826 h 3084826"/>
                <a:gd name="connsiteX2" fmla="*/ 2804701 w 2804701"/>
                <a:gd name="connsiteY2" fmla="*/ 3073776 h 3084826"/>
                <a:gd name="connsiteX3" fmla="*/ 2311420 w 2804701"/>
                <a:gd name="connsiteY3" fmla="*/ 0 h 3084826"/>
                <a:gd name="connsiteX0" fmla="*/ 2311420 w 2804701"/>
                <a:gd name="connsiteY0" fmla="*/ 0 h 3087424"/>
                <a:gd name="connsiteX1" fmla="*/ 0 w 2804701"/>
                <a:gd name="connsiteY1" fmla="*/ 3084826 h 3087424"/>
                <a:gd name="connsiteX2" fmla="*/ 2804701 w 2804701"/>
                <a:gd name="connsiteY2" fmla="*/ 3087424 h 3087424"/>
                <a:gd name="connsiteX3" fmla="*/ 2311420 w 2804701"/>
                <a:gd name="connsiteY3" fmla="*/ 0 h 3087424"/>
                <a:gd name="connsiteX0" fmla="*/ 2311420 w 2818349"/>
                <a:gd name="connsiteY0" fmla="*/ 0 h 3087424"/>
                <a:gd name="connsiteX1" fmla="*/ 0 w 2818349"/>
                <a:gd name="connsiteY1" fmla="*/ 3084826 h 3087424"/>
                <a:gd name="connsiteX2" fmla="*/ 2818349 w 2818349"/>
                <a:gd name="connsiteY2" fmla="*/ 3087424 h 3087424"/>
                <a:gd name="connsiteX3" fmla="*/ 2311420 w 2818349"/>
                <a:gd name="connsiteY3" fmla="*/ 0 h 3087424"/>
              </a:gdLst>
              <a:ahLst/>
              <a:cxnLst>
                <a:cxn ang="0">
                  <a:pos x="connsiteX0" y="connsiteY0"/>
                </a:cxn>
                <a:cxn ang="0">
                  <a:pos x="connsiteX1" y="connsiteY1"/>
                </a:cxn>
                <a:cxn ang="0">
                  <a:pos x="connsiteX2" y="connsiteY2"/>
                </a:cxn>
                <a:cxn ang="0">
                  <a:pos x="connsiteX3" y="connsiteY3"/>
                </a:cxn>
              </a:cxnLst>
              <a:rect l="l" t="t" r="r" b="b"/>
              <a:pathLst>
                <a:path w="2818349" h="3087424">
                  <a:moveTo>
                    <a:pt x="2311420" y="0"/>
                  </a:moveTo>
                  <a:lnTo>
                    <a:pt x="0" y="3084826"/>
                  </a:lnTo>
                  <a:lnTo>
                    <a:pt x="2818349" y="3087424"/>
                  </a:lnTo>
                  <a:lnTo>
                    <a:pt x="2311420" y="0"/>
                  </a:lnTo>
                  <a:close/>
                </a:path>
              </a:pathLst>
            </a:custGeom>
            <a:gradFill>
              <a:gsLst>
                <a:gs pos="100000">
                  <a:schemeClr val="accent3"/>
                </a:gs>
                <a:gs pos="32000">
                  <a:schemeClr val="accent2"/>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6" name="Freeform 35"/>
            <p:cNvSpPr/>
            <p:nvPr/>
          </p:nvSpPr>
          <p:spPr>
            <a:xfrm>
              <a:off x="7660347" y="1094096"/>
              <a:ext cx="4531653" cy="1344304"/>
            </a:xfrm>
            <a:custGeom>
              <a:avLst/>
              <a:gdLst>
                <a:gd name="connsiteX0" fmla="*/ 0 w 4533900"/>
                <a:gd name="connsiteY0" fmla="*/ 142875 h 1371600"/>
                <a:gd name="connsiteX1" fmla="*/ 4533900 w 4533900"/>
                <a:gd name="connsiteY1" fmla="*/ 0 h 1371600"/>
                <a:gd name="connsiteX2" fmla="*/ 2043113 w 4533900"/>
                <a:gd name="connsiteY2" fmla="*/ 1371600 h 1371600"/>
                <a:gd name="connsiteX3" fmla="*/ 0 w 4533900"/>
                <a:gd name="connsiteY3" fmla="*/ 142875 h 1371600"/>
                <a:gd name="connsiteX0" fmla="*/ 0 w 4533900"/>
                <a:gd name="connsiteY0" fmla="*/ 142875 h 1371600"/>
                <a:gd name="connsiteX1" fmla="*/ 4533900 w 4533900"/>
                <a:gd name="connsiteY1" fmla="*/ 0 h 1371600"/>
                <a:gd name="connsiteX2" fmla="*/ 2021848 w 4533900"/>
                <a:gd name="connsiteY2" fmla="*/ 1371600 h 1371600"/>
                <a:gd name="connsiteX3" fmla="*/ 0 w 4533900"/>
                <a:gd name="connsiteY3" fmla="*/ 142875 h 1371600"/>
                <a:gd name="connsiteX0" fmla="*/ 0 w 4544532"/>
                <a:gd name="connsiteY0" fmla="*/ 153508 h 1371600"/>
                <a:gd name="connsiteX1" fmla="*/ 4544532 w 4544532"/>
                <a:gd name="connsiteY1" fmla="*/ 0 h 1371600"/>
                <a:gd name="connsiteX2" fmla="*/ 2032480 w 4544532"/>
                <a:gd name="connsiteY2" fmla="*/ 1371600 h 1371600"/>
                <a:gd name="connsiteX3" fmla="*/ 0 w 4544532"/>
                <a:gd name="connsiteY3" fmla="*/ 153508 h 1371600"/>
                <a:gd name="connsiteX0" fmla="*/ 0 w 4544532"/>
                <a:gd name="connsiteY0" fmla="*/ 142875 h 1371600"/>
                <a:gd name="connsiteX1" fmla="*/ 4544532 w 4544532"/>
                <a:gd name="connsiteY1" fmla="*/ 0 h 1371600"/>
                <a:gd name="connsiteX2" fmla="*/ 2032480 w 4544532"/>
                <a:gd name="connsiteY2" fmla="*/ 1371600 h 1371600"/>
                <a:gd name="connsiteX3" fmla="*/ 0 w 4544532"/>
                <a:gd name="connsiteY3" fmla="*/ 142875 h 1371600"/>
                <a:gd name="connsiteX0" fmla="*/ 0 w 4536805"/>
                <a:gd name="connsiteY0" fmla="*/ 148026 h 1371600"/>
                <a:gd name="connsiteX1" fmla="*/ 4536805 w 4536805"/>
                <a:gd name="connsiteY1" fmla="*/ 0 h 1371600"/>
                <a:gd name="connsiteX2" fmla="*/ 2024753 w 4536805"/>
                <a:gd name="connsiteY2" fmla="*/ 1371600 h 1371600"/>
                <a:gd name="connsiteX3" fmla="*/ 0 w 4536805"/>
                <a:gd name="connsiteY3" fmla="*/ 148026 h 1371600"/>
                <a:gd name="connsiteX0" fmla="*/ 0 w 4531653"/>
                <a:gd name="connsiteY0" fmla="*/ 142874 h 1371600"/>
                <a:gd name="connsiteX1" fmla="*/ 4531653 w 4531653"/>
                <a:gd name="connsiteY1" fmla="*/ 0 h 1371600"/>
                <a:gd name="connsiteX2" fmla="*/ 2019601 w 4531653"/>
                <a:gd name="connsiteY2" fmla="*/ 1371600 h 1371600"/>
                <a:gd name="connsiteX3" fmla="*/ 0 w 4531653"/>
                <a:gd name="connsiteY3" fmla="*/ 142874 h 1371600"/>
                <a:gd name="connsiteX0" fmla="*/ 0 w 3944799"/>
                <a:gd name="connsiteY0" fmla="*/ 33692 h 1262418"/>
                <a:gd name="connsiteX1" fmla="*/ 3944799 w 3944799"/>
                <a:gd name="connsiteY1" fmla="*/ 0 h 1262418"/>
                <a:gd name="connsiteX2" fmla="*/ 2019601 w 3944799"/>
                <a:gd name="connsiteY2" fmla="*/ 1262418 h 1262418"/>
                <a:gd name="connsiteX3" fmla="*/ 0 w 3944799"/>
                <a:gd name="connsiteY3" fmla="*/ 33692 h 1262418"/>
                <a:gd name="connsiteX0" fmla="*/ 0 w 4531653"/>
                <a:gd name="connsiteY0" fmla="*/ 115578 h 1344304"/>
                <a:gd name="connsiteX1" fmla="*/ 4531653 w 4531653"/>
                <a:gd name="connsiteY1" fmla="*/ 0 h 1344304"/>
                <a:gd name="connsiteX2" fmla="*/ 2019601 w 4531653"/>
                <a:gd name="connsiteY2" fmla="*/ 1344304 h 1344304"/>
                <a:gd name="connsiteX3" fmla="*/ 0 w 4531653"/>
                <a:gd name="connsiteY3" fmla="*/ 115578 h 1344304"/>
              </a:gdLst>
              <a:ahLst/>
              <a:cxnLst>
                <a:cxn ang="0">
                  <a:pos x="connsiteX0" y="connsiteY0"/>
                </a:cxn>
                <a:cxn ang="0">
                  <a:pos x="connsiteX1" y="connsiteY1"/>
                </a:cxn>
                <a:cxn ang="0">
                  <a:pos x="connsiteX2" y="connsiteY2"/>
                </a:cxn>
                <a:cxn ang="0">
                  <a:pos x="connsiteX3" y="connsiteY3"/>
                </a:cxn>
              </a:cxnLst>
              <a:rect l="l" t="t" r="r" b="b"/>
              <a:pathLst>
                <a:path w="4531653" h="1344304">
                  <a:moveTo>
                    <a:pt x="0" y="115578"/>
                  </a:moveTo>
                  <a:lnTo>
                    <a:pt x="4531653" y="0"/>
                  </a:lnTo>
                  <a:lnTo>
                    <a:pt x="2019601" y="1344304"/>
                  </a:lnTo>
                  <a:lnTo>
                    <a:pt x="0" y="115578"/>
                  </a:lnTo>
                  <a:close/>
                </a:path>
              </a:pathLst>
            </a:custGeom>
            <a:gradFill>
              <a:gsLst>
                <a:gs pos="100000">
                  <a:schemeClr val="accent3"/>
                </a:gs>
                <a:gs pos="44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7" name="Freeform 36"/>
            <p:cNvSpPr/>
            <p:nvPr/>
          </p:nvSpPr>
          <p:spPr>
            <a:xfrm>
              <a:off x="4067336" y="4700371"/>
              <a:ext cx="4645354" cy="2166557"/>
            </a:xfrm>
            <a:custGeom>
              <a:avLst/>
              <a:gdLst>
                <a:gd name="connsiteX0" fmla="*/ 0 w 4632158"/>
                <a:gd name="connsiteY0" fmla="*/ 1239253 h 2129590"/>
                <a:gd name="connsiteX1" fmla="*/ 3645569 w 4632158"/>
                <a:gd name="connsiteY1" fmla="*/ 0 h 2129590"/>
                <a:gd name="connsiteX2" fmla="*/ 4632158 w 4632158"/>
                <a:gd name="connsiteY2" fmla="*/ 2129590 h 2129590"/>
                <a:gd name="connsiteX3" fmla="*/ 0 w 4632158"/>
                <a:gd name="connsiteY3" fmla="*/ 1239253 h 2129590"/>
                <a:gd name="connsiteX0" fmla="*/ 0 w 4632158"/>
                <a:gd name="connsiteY0" fmla="*/ 1243228 h 2133565"/>
                <a:gd name="connsiteX1" fmla="*/ 3641593 w 4632158"/>
                <a:gd name="connsiteY1" fmla="*/ 0 h 2133565"/>
                <a:gd name="connsiteX2" fmla="*/ 4632158 w 4632158"/>
                <a:gd name="connsiteY2" fmla="*/ 2133565 h 2133565"/>
                <a:gd name="connsiteX3" fmla="*/ 0 w 4632158"/>
                <a:gd name="connsiteY3" fmla="*/ 1243228 h 2133565"/>
                <a:gd name="connsiteX0" fmla="*/ 0 w 4656011"/>
                <a:gd name="connsiteY0" fmla="*/ 1243228 h 2157419"/>
                <a:gd name="connsiteX1" fmla="*/ 3641593 w 4656011"/>
                <a:gd name="connsiteY1" fmla="*/ 0 h 2157419"/>
                <a:gd name="connsiteX2" fmla="*/ 4656011 w 4656011"/>
                <a:gd name="connsiteY2" fmla="*/ 2157419 h 2157419"/>
                <a:gd name="connsiteX3" fmla="*/ 0 w 4656011"/>
                <a:gd name="connsiteY3" fmla="*/ 1243228 h 2157419"/>
                <a:gd name="connsiteX0" fmla="*/ 0 w 4659987"/>
                <a:gd name="connsiteY0" fmla="*/ 1247204 h 2157419"/>
                <a:gd name="connsiteX1" fmla="*/ 3645569 w 4659987"/>
                <a:gd name="connsiteY1" fmla="*/ 0 h 2157419"/>
                <a:gd name="connsiteX2" fmla="*/ 4659987 w 4659987"/>
                <a:gd name="connsiteY2" fmla="*/ 2157419 h 2157419"/>
                <a:gd name="connsiteX3" fmla="*/ 0 w 4659987"/>
                <a:gd name="connsiteY3" fmla="*/ 1247204 h 2157419"/>
                <a:gd name="connsiteX0" fmla="*/ 0 w 4667938"/>
                <a:gd name="connsiteY0" fmla="*/ 1263107 h 2157419"/>
                <a:gd name="connsiteX1" fmla="*/ 3653520 w 4667938"/>
                <a:gd name="connsiteY1" fmla="*/ 0 h 2157419"/>
                <a:gd name="connsiteX2" fmla="*/ 4667938 w 4667938"/>
                <a:gd name="connsiteY2" fmla="*/ 2157419 h 2157419"/>
                <a:gd name="connsiteX3" fmla="*/ 0 w 4667938"/>
                <a:gd name="connsiteY3" fmla="*/ 1263107 h 2157419"/>
                <a:gd name="connsiteX0" fmla="*/ 0 w 4667938"/>
                <a:gd name="connsiteY0" fmla="*/ 1259132 h 2157419"/>
                <a:gd name="connsiteX1" fmla="*/ 3653520 w 4667938"/>
                <a:gd name="connsiteY1" fmla="*/ 0 h 2157419"/>
                <a:gd name="connsiteX2" fmla="*/ 4667938 w 4667938"/>
                <a:gd name="connsiteY2" fmla="*/ 2157419 h 2157419"/>
                <a:gd name="connsiteX3" fmla="*/ 0 w 4667938"/>
                <a:gd name="connsiteY3" fmla="*/ 1259132 h 2157419"/>
                <a:gd name="connsiteX0" fmla="*/ 0 w 4667938"/>
                <a:gd name="connsiteY0" fmla="*/ 1259132 h 2157419"/>
                <a:gd name="connsiteX1" fmla="*/ 3653520 w 4667938"/>
                <a:gd name="connsiteY1" fmla="*/ 0 h 2157419"/>
                <a:gd name="connsiteX2" fmla="*/ 4667938 w 4667938"/>
                <a:gd name="connsiteY2" fmla="*/ 2157419 h 2157419"/>
                <a:gd name="connsiteX3" fmla="*/ 0 w 4667938"/>
                <a:gd name="connsiteY3" fmla="*/ 1259132 h 2157419"/>
                <a:gd name="connsiteX0" fmla="*/ 0 w 4659987"/>
                <a:gd name="connsiteY0" fmla="*/ 1251181 h 2157419"/>
                <a:gd name="connsiteX1" fmla="*/ 3645569 w 4659987"/>
                <a:gd name="connsiteY1" fmla="*/ 0 h 2157419"/>
                <a:gd name="connsiteX2" fmla="*/ 4659987 w 4659987"/>
                <a:gd name="connsiteY2" fmla="*/ 2157419 h 2157419"/>
                <a:gd name="connsiteX3" fmla="*/ 0 w 4659987"/>
                <a:gd name="connsiteY3" fmla="*/ 1251181 h 2157419"/>
                <a:gd name="connsiteX0" fmla="*/ 0 w 4674275"/>
                <a:gd name="connsiteY0" fmla="*/ 1251181 h 2157419"/>
                <a:gd name="connsiteX1" fmla="*/ 3645569 w 4674275"/>
                <a:gd name="connsiteY1" fmla="*/ 0 h 2157419"/>
                <a:gd name="connsiteX2" fmla="*/ 4674275 w 4674275"/>
                <a:gd name="connsiteY2" fmla="*/ 2157419 h 2157419"/>
                <a:gd name="connsiteX3" fmla="*/ 0 w 4674275"/>
                <a:gd name="connsiteY3" fmla="*/ 1251181 h 2157419"/>
                <a:gd name="connsiteX0" fmla="*/ 0 w 4683800"/>
                <a:gd name="connsiteY0" fmla="*/ 1251181 h 2157419"/>
                <a:gd name="connsiteX1" fmla="*/ 3655094 w 4683800"/>
                <a:gd name="connsiteY1" fmla="*/ 0 h 2157419"/>
                <a:gd name="connsiteX2" fmla="*/ 4683800 w 4683800"/>
                <a:gd name="connsiteY2" fmla="*/ 2157419 h 2157419"/>
                <a:gd name="connsiteX3" fmla="*/ 0 w 4683800"/>
                <a:gd name="connsiteY3" fmla="*/ 1251181 h 2157419"/>
                <a:gd name="connsiteX0" fmla="*/ 0 w 4695230"/>
                <a:gd name="connsiteY0" fmla="*/ 1251181 h 2157419"/>
                <a:gd name="connsiteX1" fmla="*/ 3666524 w 4695230"/>
                <a:gd name="connsiteY1" fmla="*/ 0 h 2157419"/>
                <a:gd name="connsiteX2" fmla="*/ 4695230 w 4695230"/>
                <a:gd name="connsiteY2" fmla="*/ 2157419 h 2157419"/>
                <a:gd name="connsiteX3" fmla="*/ 0 w 4695230"/>
                <a:gd name="connsiteY3" fmla="*/ 1251181 h 2157419"/>
                <a:gd name="connsiteX0" fmla="*/ 0 w 4695230"/>
                <a:gd name="connsiteY0" fmla="*/ 1251181 h 2171067"/>
                <a:gd name="connsiteX1" fmla="*/ 3666524 w 4695230"/>
                <a:gd name="connsiteY1" fmla="*/ 0 h 2171067"/>
                <a:gd name="connsiteX2" fmla="*/ 4695230 w 4695230"/>
                <a:gd name="connsiteY2" fmla="*/ 2171067 h 2171067"/>
                <a:gd name="connsiteX3" fmla="*/ 0 w 4695230"/>
                <a:gd name="connsiteY3" fmla="*/ 1251181 h 2171067"/>
                <a:gd name="connsiteX0" fmla="*/ 0 w 4708878"/>
                <a:gd name="connsiteY0" fmla="*/ 1251181 h 2184715"/>
                <a:gd name="connsiteX1" fmla="*/ 3666524 w 4708878"/>
                <a:gd name="connsiteY1" fmla="*/ 0 h 2184715"/>
                <a:gd name="connsiteX2" fmla="*/ 4708878 w 4708878"/>
                <a:gd name="connsiteY2" fmla="*/ 2184715 h 2184715"/>
                <a:gd name="connsiteX3" fmla="*/ 0 w 4708878"/>
                <a:gd name="connsiteY3" fmla="*/ 1251181 h 2184715"/>
                <a:gd name="connsiteX0" fmla="*/ 0 w 4722526"/>
                <a:gd name="connsiteY0" fmla="*/ 1251181 h 2198363"/>
                <a:gd name="connsiteX1" fmla="*/ 3666524 w 4722526"/>
                <a:gd name="connsiteY1" fmla="*/ 0 h 2198363"/>
                <a:gd name="connsiteX2" fmla="*/ 4722526 w 4722526"/>
                <a:gd name="connsiteY2" fmla="*/ 2198363 h 2198363"/>
                <a:gd name="connsiteX3" fmla="*/ 0 w 4722526"/>
                <a:gd name="connsiteY3" fmla="*/ 1251181 h 2198363"/>
                <a:gd name="connsiteX0" fmla="*/ 0 w 4658916"/>
                <a:gd name="connsiteY0" fmla="*/ 1251181 h 2190411"/>
                <a:gd name="connsiteX1" fmla="*/ 3666524 w 4658916"/>
                <a:gd name="connsiteY1" fmla="*/ 0 h 2190411"/>
                <a:gd name="connsiteX2" fmla="*/ 4658916 w 4658916"/>
                <a:gd name="connsiteY2" fmla="*/ 2190411 h 2190411"/>
                <a:gd name="connsiteX3" fmla="*/ 0 w 4658916"/>
                <a:gd name="connsiteY3" fmla="*/ 1251181 h 2190411"/>
                <a:gd name="connsiteX0" fmla="*/ 0 w 4658916"/>
                <a:gd name="connsiteY0" fmla="*/ 1251181 h 2166557"/>
                <a:gd name="connsiteX1" fmla="*/ 3666524 w 4658916"/>
                <a:gd name="connsiteY1" fmla="*/ 0 h 2166557"/>
                <a:gd name="connsiteX2" fmla="*/ 4658916 w 4658916"/>
                <a:gd name="connsiteY2" fmla="*/ 2166557 h 2166557"/>
                <a:gd name="connsiteX3" fmla="*/ 0 w 4658916"/>
                <a:gd name="connsiteY3" fmla="*/ 1251181 h 2166557"/>
                <a:gd name="connsiteX0" fmla="*/ 0 w 4670136"/>
                <a:gd name="connsiteY0" fmla="*/ 1251181 h 2166557"/>
                <a:gd name="connsiteX1" fmla="*/ 3677744 w 4670136"/>
                <a:gd name="connsiteY1" fmla="*/ 0 h 2166557"/>
                <a:gd name="connsiteX2" fmla="*/ 4670136 w 4670136"/>
                <a:gd name="connsiteY2" fmla="*/ 2166557 h 2166557"/>
                <a:gd name="connsiteX3" fmla="*/ 0 w 4670136"/>
                <a:gd name="connsiteY3" fmla="*/ 1251181 h 2166557"/>
                <a:gd name="connsiteX0" fmla="*/ 0 w 4653306"/>
                <a:gd name="connsiteY0" fmla="*/ 1251181 h 2166557"/>
                <a:gd name="connsiteX1" fmla="*/ 3660914 w 4653306"/>
                <a:gd name="connsiteY1" fmla="*/ 0 h 2166557"/>
                <a:gd name="connsiteX2" fmla="*/ 4653306 w 4653306"/>
                <a:gd name="connsiteY2" fmla="*/ 2166557 h 2166557"/>
                <a:gd name="connsiteX3" fmla="*/ 0 w 4653306"/>
                <a:gd name="connsiteY3" fmla="*/ 1251181 h 2166557"/>
                <a:gd name="connsiteX0" fmla="*/ 0 w 4001299"/>
                <a:gd name="connsiteY0" fmla="*/ 869518 h 2166557"/>
                <a:gd name="connsiteX1" fmla="*/ 3008907 w 4001299"/>
                <a:gd name="connsiteY1" fmla="*/ 0 h 2166557"/>
                <a:gd name="connsiteX2" fmla="*/ 4001299 w 4001299"/>
                <a:gd name="connsiteY2" fmla="*/ 2166557 h 2166557"/>
                <a:gd name="connsiteX3" fmla="*/ 0 w 4001299"/>
                <a:gd name="connsiteY3" fmla="*/ 869518 h 2166557"/>
                <a:gd name="connsiteX0" fmla="*/ 0 w 4645354"/>
                <a:gd name="connsiteY0" fmla="*/ 1251181 h 2166557"/>
                <a:gd name="connsiteX1" fmla="*/ 3652962 w 4645354"/>
                <a:gd name="connsiteY1" fmla="*/ 0 h 2166557"/>
                <a:gd name="connsiteX2" fmla="*/ 4645354 w 4645354"/>
                <a:gd name="connsiteY2" fmla="*/ 2166557 h 2166557"/>
                <a:gd name="connsiteX3" fmla="*/ 0 w 4645354"/>
                <a:gd name="connsiteY3" fmla="*/ 1251181 h 2166557"/>
                <a:gd name="connsiteX0" fmla="*/ 0 w 4645354"/>
                <a:gd name="connsiteY0" fmla="*/ 1243230 h 2166557"/>
                <a:gd name="connsiteX1" fmla="*/ 3652962 w 4645354"/>
                <a:gd name="connsiteY1" fmla="*/ 0 h 2166557"/>
                <a:gd name="connsiteX2" fmla="*/ 4645354 w 4645354"/>
                <a:gd name="connsiteY2" fmla="*/ 2166557 h 2166557"/>
                <a:gd name="connsiteX3" fmla="*/ 0 w 4645354"/>
                <a:gd name="connsiteY3" fmla="*/ 1243230 h 2166557"/>
              </a:gdLst>
              <a:ahLst/>
              <a:cxnLst>
                <a:cxn ang="0">
                  <a:pos x="connsiteX0" y="connsiteY0"/>
                </a:cxn>
                <a:cxn ang="0">
                  <a:pos x="connsiteX1" y="connsiteY1"/>
                </a:cxn>
                <a:cxn ang="0">
                  <a:pos x="connsiteX2" y="connsiteY2"/>
                </a:cxn>
                <a:cxn ang="0">
                  <a:pos x="connsiteX3" y="connsiteY3"/>
                </a:cxn>
              </a:cxnLst>
              <a:rect l="l" t="t" r="r" b="b"/>
              <a:pathLst>
                <a:path w="4645354" h="2166557">
                  <a:moveTo>
                    <a:pt x="0" y="1243230"/>
                  </a:moveTo>
                  <a:lnTo>
                    <a:pt x="3652962" y="0"/>
                  </a:lnTo>
                  <a:lnTo>
                    <a:pt x="4645354" y="2166557"/>
                  </a:lnTo>
                  <a:lnTo>
                    <a:pt x="0" y="1243230"/>
                  </a:lnTo>
                  <a:close/>
                </a:path>
              </a:pathLst>
            </a:custGeom>
            <a:gradFill>
              <a:gsLst>
                <a:gs pos="100000">
                  <a:schemeClr val="accent3"/>
                </a:gs>
                <a:gs pos="46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8" name="Freeform 37"/>
            <p:cNvSpPr/>
            <p:nvPr/>
          </p:nvSpPr>
          <p:spPr>
            <a:xfrm>
              <a:off x="3541852" y="3007895"/>
              <a:ext cx="2834884" cy="2947737"/>
            </a:xfrm>
            <a:custGeom>
              <a:avLst/>
              <a:gdLst>
                <a:gd name="connsiteX0" fmla="*/ 0 w 2791326"/>
                <a:gd name="connsiteY0" fmla="*/ 1816768 h 2947737"/>
                <a:gd name="connsiteX1" fmla="*/ 493294 w 2791326"/>
                <a:gd name="connsiteY1" fmla="*/ 2947737 h 2947737"/>
                <a:gd name="connsiteX2" fmla="*/ 2791326 w 2791326"/>
                <a:gd name="connsiteY2" fmla="*/ 0 h 2947737"/>
                <a:gd name="connsiteX3" fmla="*/ 0 w 2791326"/>
                <a:gd name="connsiteY3" fmla="*/ 1816768 h 2947737"/>
                <a:gd name="connsiteX0" fmla="*/ 0 w 2799638"/>
                <a:gd name="connsiteY0" fmla="*/ 1845863 h 2947737"/>
                <a:gd name="connsiteX1" fmla="*/ 501606 w 2799638"/>
                <a:gd name="connsiteY1" fmla="*/ 2947737 h 2947737"/>
                <a:gd name="connsiteX2" fmla="*/ 2799638 w 2799638"/>
                <a:gd name="connsiteY2" fmla="*/ 0 h 2947737"/>
                <a:gd name="connsiteX3" fmla="*/ 0 w 2799638"/>
                <a:gd name="connsiteY3" fmla="*/ 1845863 h 2947737"/>
                <a:gd name="connsiteX0" fmla="*/ 0 w 2826933"/>
                <a:gd name="connsiteY0" fmla="*/ 1886806 h 2947737"/>
                <a:gd name="connsiteX1" fmla="*/ 528901 w 2826933"/>
                <a:gd name="connsiteY1" fmla="*/ 2947737 h 2947737"/>
                <a:gd name="connsiteX2" fmla="*/ 2826933 w 2826933"/>
                <a:gd name="connsiteY2" fmla="*/ 0 h 2947737"/>
                <a:gd name="connsiteX3" fmla="*/ 0 w 2826933"/>
                <a:gd name="connsiteY3" fmla="*/ 1886806 h 2947737"/>
                <a:gd name="connsiteX0" fmla="*/ 0 w 2826933"/>
                <a:gd name="connsiteY0" fmla="*/ 1859510 h 2947737"/>
                <a:gd name="connsiteX1" fmla="*/ 528901 w 2826933"/>
                <a:gd name="connsiteY1" fmla="*/ 2947737 h 2947737"/>
                <a:gd name="connsiteX2" fmla="*/ 2826933 w 2826933"/>
                <a:gd name="connsiteY2" fmla="*/ 0 h 2947737"/>
                <a:gd name="connsiteX3" fmla="*/ 0 w 2826933"/>
                <a:gd name="connsiteY3" fmla="*/ 1859510 h 2947737"/>
                <a:gd name="connsiteX0" fmla="*/ 0 w 2826933"/>
                <a:gd name="connsiteY0" fmla="*/ 1859510 h 2947737"/>
                <a:gd name="connsiteX1" fmla="*/ 523291 w 2826933"/>
                <a:gd name="connsiteY1" fmla="*/ 2947737 h 2947737"/>
                <a:gd name="connsiteX2" fmla="*/ 2826933 w 2826933"/>
                <a:gd name="connsiteY2" fmla="*/ 0 h 2947737"/>
                <a:gd name="connsiteX3" fmla="*/ 0 w 2826933"/>
                <a:gd name="connsiteY3" fmla="*/ 1859510 h 2947737"/>
                <a:gd name="connsiteX0" fmla="*/ 0 w 2834884"/>
                <a:gd name="connsiteY0" fmla="*/ 1867462 h 2947737"/>
                <a:gd name="connsiteX1" fmla="*/ 531242 w 2834884"/>
                <a:gd name="connsiteY1" fmla="*/ 2947737 h 2947737"/>
                <a:gd name="connsiteX2" fmla="*/ 2834884 w 2834884"/>
                <a:gd name="connsiteY2" fmla="*/ 0 h 2947737"/>
                <a:gd name="connsiteX3" fmla="*/ 0 w 2834884"/>
                <a:gd name="connsiteY3" fmla="*/ 1867462 h 2947737"/>
              </a:gdLst>
              <a:ahLst/>
              <a:cxnLst>
                <a:cxn ang="0">
                  <a:pos x="connsiteX0" y="connsiteY0"/>
                </a:cxn>
                <a:cxn ang="0">
                  <a:pos x="connsiteX1" y="connsiteY1"/>
                </a:cxn>
                <a:cxn ang="0">
                  <a:pos x="connsiteX2" y="connsiteY2"/>
                </a:cxn>
                <a:cxn ang="0">
                  <a:pos x="connsiteX3" y="connsiteY3"/>
                </a:cxn>
              </a:cxnLst>
              <a:rect l="l" t="t" r="r" b="b"/>
              <a:pathLst>
                <a:path w="2834884" h="2947737">
                  <a:moveTo>
                    <a:pt x="0" y="1867462"/>
                  </a:moveTo>
                  <a:lnTo>
                    <a:pt x="531242" y="2947737"/>
                  </a:lnTo>
                  <a:lnTo>
                    <a:pt x="2834884" y="0"/>
                  </a:lnTo>
                  <a:lnTo>
                    <a:pt x="0" y="1867462"/>
                  </a:lnTo>
                  <a:close/>
                </a:path>
              </a:pathLst>
            </a:custGeom>
            <a:gradFill>
              <a:gsLst>
                <a:gs pos="100000">
                  <a:schemeClr val="accent3"/>
                </a:gs>
                <a:gs pos="4400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grpSp>
      <p:sp>
        <p:nvSpPr>
          <p:cNvPr id="2" name="Title 1"/>
          <p:cNvSpPr>
            <a:spLocks noGrp="1"/>
          </p:cNvSpPr>
          <p:nvPr userDrawn="1">
            <p:ph type="title"/>
          </p:nvPr>
        </p:nvSpPr>
        <p:spPr>
          <a:xfrm>
            <a:off x="379413" y="1333500"/>
            <a:ext cx="9521825" cy="4127499"/>
          </a:xfrm>
          <a:noFill/>
        </p:spPr>
        <p:txBody>
          <a:bodyPr rIns="0" anchor="t"/>
          <a:lstStyle>
            <a:lvl1pPr>
              <a:defRPr sz="4800">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1659571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 name="Title 1"/>
          <p:cNvSpPr>
            <a:spLocks noGrp="1"/>
          </p:cNvSpPr>
          <p:nvPr>
            <p:ph type="ctrTitle"/>
          </p:nvPr>
        </p:nvSpPr>
        <p:spPr>
          <a:xfrm>
            <a:off x="379413" y="2321901"/>
            <a:ext cx="9521825" cy="1994392"/>
          </a:xfrm>
        </p:spPr>
        <p:txBody>
          <a:bodyPr vert="horz" wrap="square" lIns="0" tIns="0" rIns="0" bIns="0" anchor="t" anchorCtr="0">
            <a:noAutofit/>
          </a:bodyPr>
          <a:lstStyle>
            <a:lvl1pPr algn="l">
              <a:defRPr sz="7200">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2566757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Cover_1 line/subhead">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88952" cy="6882059"/>
          </a:xfrm>
          <a:prstGeom prst="rect">
            <a:avLst/>
          </a:prstGeom>
        </p:spPr>
      </p:pic>
      <p:sp>
        <p:nvSpPr>
          <p:cNvPr id="19" name="Freeform 18"/>
          <p:cNvSpPr/>
          <p:nvPr userDrawn="1"/>
        </p:nvSpPr>
        <p:spPr>
          <a:xfrm flipH="1" flipV="1">
            <a:off x="-18560" y="0"/>
            <a:ext cx="12188952" cy="6858000"/>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Lst>
            <a:ahLst/>
            <a:cxnLst>
              <a:cxn ang="0">
                <a:pos x="connsiteX0" y="connsiteY0"/>
              </a:cxn>
              <a:cxn ang="0">
                <a:pos x="connsiteX1" y="connsiteY1"/>
              </a:cxn>
              <a:cxn ang="0">
                <a:pos x="connsiteX2" y="connsiteY2"/>
              </a:cxn>
              <a:cxn ang="0">
                <a:pos x="connsiteX3" y="connsiteY3"/>
              </a:cxn>
            </a:cxnLst>
            <a:rect l="l" t="t" r="r" b="b"/>
            <a:pathLst>
              <a:path w="9178997" h="5154183">
                <a:moveTo>
                  <a:pt x="3048116" y="5154183"/>
                </a:moveTo>
                <a:lnTo>
                  <a:pt x="0" y="0"/>
                </a:lnTo>
                <a:lnTo>
                  <a:pt x="9178997" y="1698542"/>
                </a:lnTo>
                <a:lnTo>
                  <a:pt x="3048116" y="5154183"/>
                </a:lnTo>
                <a:close/>
              </a:path>
            </a:pathLst>
          </a:custGeom>
          <a:gradFill flip="none" rotWithShape="1">
            <a:gsLst>
              <a:gs pos="61000">
                <a:schemeClr val="accent2"/>
              </a:gs>
              <a:gs pos="31000">
                <a:schemeClr val="accent3"/>
              </a:gs>
              <a:gs pos="100000">
                <a:schemeClr val="accent1"/>
              </a:gs>
            </a:gsLst>
            <a:lin ang="126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4048" y="2282634"/>
            <a:ext cx="9521825" cy="1051116"/>
          </a:xfrm>
          <a:prstGeom prst="rect">
            <a:avLst/>
          </a:prstGeom>
        </p:spPr>
        <p:txBody>
          <a:bodyPr vert="horz" wrap="square" lIns="0" tIns="0" rIns="0" bIns="0" anchor="t" anchorCtr="0">
            <a:noAutofit/>
          </a:bodyPr>
          <a:lstStyle>
            <a:lvl1pPr algn="l">
              <a:defRPr sz="7200" b="0">
                <a:solidFill>
                  <a:schemeClr val="tx1"/>
                </a:solidFill>
                <a:latin typeface="3M Circular TT Bold" panose="020B0804020101010102" pitchFamily="34" charset="0"/>
                <a:cs typeface="3M Circular TT Bold" panose="020B0804020101010102" pitchFamily="34" charset="0"/>
              </a:defRPr>
            </a:lvl1pPr>
          </a:lstStyle>
          <a:p>
            <a:r>
              <a:rPr lang="en-US" dirty="0"/>
              <a:t>One-line title</a:t>
            </a:r>
            <a:endParaRPr lang="en-GB" dirty="0"/>
          </a:p>
        </p:txBody>
      </p:sp>
      <p:sp>
        <p:nvSpPr>
          <p:cNvPr id="34" name="Text Placeholder 5"/>
          <p:cNvSpPr>
            <a:spLocks noGrp="1"/>
          </p:cNvSpPr>
          <p:nvPr>
            <p:ph type="body" sz="quarter" idx="13" hasCustomPrompt="1"/>
          </p:nvPr>
        </p:nvSpPr>
        <p:spPr>
          <a:xfrm>
            <a:off x="384048" y="3892296"/>
            <a:ext cx="9472598" cy="864848"/>
          </a:xfrm>
          <a:prstGeom prst="rect">
            <a:avLst/>
          </a:prstGeom>
        </p:spPr>
        <p:txBody>
          <a:bodyPr lIns="0" tIns="0" rIns="0" bIns="0"/>
          <a:lstStyle>
            <a:lvl1pPr>
              <a:lnSpc>
                <a:spcPct val="90000"/>
              </a:lnSpc>
              <a:defRPr sz="2800">
                <a:solidFill>
                  <a:schemeClr val="tx1"/>
                </a:solidFill>
              </a:defRPr>
            </a:lvl1pPr>
          </a:lstStyle>
          <a:p>
            <a:pPr lvl="0"/>
            <a:r>
              <a:rPr lang="en-US" dirty="0"/>
              <a:t>Title subhead/presenters names, </a:t>
            </a:r>
            <a:br>
              <a:rPr lang="en-US" dirty="0"/>
            </a:br>
            <a:r>
              <a:rPr lang="en-US" dirty="0"/>
              <a:t>one or two lines</a:t>
            </a:r>
          </a:p>
        </p:txBody>
      </p:sp>
      <p:sp>
        <p:nvSpPr>
          <p:cNvPr id="13" name="Text Placeholder 7"/>
          <p:cNvSpPr>
            <a:spLocks noGrp="1"/>
          </p:cNvSpPr>
          <p:nvPr>
            <p:ph type="body" sz="quarter" idx="10" hasCustomPrompt="1"/>
          </p:nvPr>
        </p:nvSpPr>
        <p:spPr>
          <a:xfrm>
            <a:off x="384048" y="5204499"/>
            <a:ext cx="4449209"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dirty="0"/>
              <a:t>Date</a:t>
            </a:r>
          </a:p>
        </p:txBody>
      </p:sp>
      <p:pic>
        <p:nvPicPr>
          <p:cNvPr id="45" name="Picture 4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691395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over_1 line">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82059"/>
          </a:xfrm>
          <a:prstGeom prst="rect">
            <a:avLst/>
          </a:prstGeom>
        </p:spPr>
      </p:pic>
      <p:sp>
        <p:nvSpPr>
          <p:cNvPr id="8" name="Freeform 7"/>
          <p:cNvSpPr/>
          <p:nvPr userDrawn="1"/>
        </p:nvSpPr>
        <p:spPr>
          <a:xfrm flipH="1" flipV="1">
            <a:off x="-18560" y="0"/>
            <a:ext cx="12188952" cy="6858000"/>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Lst>
            <a:ahLst/>
            <a:cxnLst>
              <a:cxn ang="0">
                <a:pos x="connsiteX0" y="connsiteY0"/>
              </a:cxn>
              <a:cxn ang="0">
                <a:pos x="connsiteX1" y="connsiteY1"/>
              </a:cxn>
              <a:cxn ang="0">
                <a:pos x="connsiteX2" y="connsiteY2"/>
              </a:cxn>
              <a:cxn ang="0">
                <a:pos x="connsiteX3" y="connsiteY3"/>
              </a:cxn>
            </a:cxnLst>
            <a:rect l="l" t="t" r="r" b="b"/>
            <a:pathLst>
              <a:path w="9178997" h="5154183">
                <a:moveTo>
                  <a:pt x="3048116" y="5154183"/>
                </a:moveTo>
                <a:lnTo>
                  <a:pt x="0" y="0"/>
                </a:lnTo>
                <a:lnTo>
                  <a:pt x="9178997" y="1698542"/>
                </a:lnTo>
                <a:lnTo>
                  <a:pt x="3048116" y="5154183"/>
                </a:lnTo>
                <a:close/>
              </a:path>
            </a:pathLst>
          </a:custGeom>
          <a:gradFill flip="none" rotWithShape="1">
            <a:gsLst>
              <a:gs pos="61000">
                <a:schemeClr val="accent2"/>
              </a:gs>
              <a:gs pos="31000">
                <a:schemeClr val="accent3"/>
              </a:gs>
              <a:gs pos="100000">
                <a:schemeClr val="accent1"/>
              </a:gs>
            </a:gsLst>
            <a:lin ang="126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4048" y="2286000"/>
            <a:ext cx="9521825" cy="1051116"/>
          </a:xfrm>
          <a:prstGeom prst="rect">
            <a:avLst/>
          </a:prstGeom>
        </p:spPr>
        <p:txBody>
          <a:bodyPr vert="horz" wrap="square" lIns="0" tIns="0" rIns="0" bIns="0" anchor="t" anchorCtr="0">
            <a:noAutofit/>
          </a:bodyPr>
          <a:lstStyle>
            <a:lvl1pPr algn="l">
              <a:defRPr sz="7200" b="0">
                <a:solidFill>
                  <a:schemeClr val="tx1"/>
                </a:solidFill>
                <a:latin typeface="3M Circular TT Bold" panose="020B0804020101010102" pitchFamily="34" charset="0"/>
                <a:cs typeface="3M Circular TT Bold" panose="020B0804020101010102" pitchFamily="34" charset="0"/>
              </a:defRPr>
            </a:lvl1pPr>
          </a:lstStyle>
          <a:p>
            <a:r>
              <a:rPr lang="en-US" dirty="0"/>
              <a:t>One-line title</a:t>
            </a:r>
            <a:endParaRPr lang="en-GB" dirty="0"/>
          </a:p>
        </p:txBody>
      </p:sp>
      <p:pic>
        <p:nvPicPr>
          <p:cNvPr id="33" name="Picture 3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
        <p:nvSpPr>
          <p:cNvPr id="23" name="Text Placeholder 7"/>
          <p:cNvSpPr>
            <a:spLocks noGrp="1"/>
          </p:cNvSpPr>
          <p:nvPr>
            <p:ph type="body" sz="quarter" idx="10" hasCustomPrompt="1"/>
          </p:nvPr>
        </p:nvSpPr>
        <p:spPr>
          <a:xfrm>
            <a:off x="384047" y="3895344"/>
            <a:ext cx="4114800"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dirty="0"/>
              <a:t>Date</a:t>
            </a:r>
          </a:p>
        </p:txBody>
      </p:sp>
    </p:spTree>
    <p:extLst>
      <p:ext uri="{BB962C8B-B14F-4D97-AF65-F5344CB8AC3E}">
        <p14:creationId xmlns:p14="http://schemas.microsoft.com/office/powerpoint/2010/main" val="1620470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over_2 line/subhead">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1" cy="6858000"/>
          </a:xfrm>
          <a:prstGeom prst="rect">
            <a:avLst/>
          </a:prstGeom>
        </p:spPr>
      </p:pic>
      <p:sp>
        <p:nvSpPr>
          <p:cNvPr id="8" name="Freeform 7"/>
          <p:cNvSpPr/>
          <p:nvPr userDrawn="1"/>
        </p:nvSpPr>
        <p:spPr>
          <a:xfrm flipH="1" flipV="1">
            <a:off x="-1" y="0"/>
            <a:ext cx="12188950" cy="6858000"/>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6053933"/>
              <a:gd name="connsiteY0" fmla="*/ 5175181 h 5175181"/>
              <a:gd name="connsiteX1" fmla="*/ 2883458 w 6053933"/>
              <a:gd name="connsiteY1" fmla="*/ 0 h 5175181"/>
              <a:gd name="connsiteX2" fmla="*/ 6053933 w 6053933"/>
              <a:gd name="connsiteY2" fmla="*/ 1755636 h 5175181"/>
              <a:gd name="connsiteX3" fmla="*/ 0 w 6053933"/>
              <a:gd name="connsiteY3" fmla="*/ 5175181 h 5175181"/>
              <a:gd name="connsiteX0" fmla="*/ 0 w 6053933"/>
              <a:gd name="connsiteY0" fmla="*/ 5182329 h 5182329"/>
              <a:gd name="connsiteX1" fmla="*/ 2869075 w 6053933"/>
              <a:gd name="connsiteY1" fmla="*/ 0 h 5182329"/>
              <a:gd name="connsiteX2" fmla="*/ 6053933 w 6053933"/>
              <a:gd name="connsiteY2" fmla="*/ 1762784 h 5182329"/>
              <a:gd name="connsiteX3" fmla="*/ 0 w 6053933"/>
              <a:gd name="connsiteY3" fmla="*/ 5182329 h 5182329"/>
              <a:gd name="connsiteX0" fmla="*/ 0 w 6025167"/>
              <a:gd name="connsiteY0" fmla="*/ 5182329 h 5182329"/>
              <a:gd name="connsiteX1" fmla="*/ 2869075 w 6025167"/>
              <a:gd name="connsiteY1" fmla="*/ 0 h 5182329"/>
              <a:gd name="connsiteX2" fmla="*/ 6025167 w 6025167"/>
              <a:gd name="connsiteY2" fmla="*/ 1905745 h 5182329"/>
              <a:gd name="connsiteX3" fmla="*/ 0 w 6025167"/>
              <a:gd name="connsiteY3" fmla="*/ 5182329 h 5182329"/>
              <a:gd name="connsiteX0" fmla="*/ 0 w 6053933"/>
              <a:gd name="connsiteY0" fmla="*/ 5182329 h 5182329"/>
              <a:gd name="connsiteX1" fmla="*/ 2869075 w 6053933"/>
              <a:gd name="connsiteY1" fmla="*/ 0 h 5182329"/>
              <a:gd name="connsiteX2" fmla="*/ 6053933 w 6053933"/>
              <a:gd name="connsiteY2" fmla="*/ 1905745 h 5182329"/>
              <a:gd name="connsiteX3" fmla="*/ 0 w 6053933"/>
              <a:gd name="connsiteY3" fmla="*/ 5182329 h 5182329"/>
              <a:gd name="connsiteX0" fmla="*/ 0 w 6063522"/>
              <a:gd name="connsiteY0" fmla="*/ 5191860 h 5191860"/>
              <a:gd name="connsiteX1" fmla="*/ 2878664 w 6063522"/>
              <a:gd name="connsiteY1" fmla="*/ 0 h 5191860"/>
              <a:gd name="connsiteX2" fmla="*/ 6063522 w 6063522"/>
              <a:gd name="connsiteY2" fmla="*/ 1905745 h 5191860"/>
              <a:gd name="connsiteX3" fmla="*/ 0 w 6063522"/>
              <a:gd name="connsiteY3" fmla="*/ 5191860 h 5191860"/>
              <a:gd name="connsiteX0" fmla="*/ 0 w 6073111"/>
              <a:gd name="connsiteY0" fmla="*/ 5191860 h 5191860"/>
              <a:gd name="connsiteX1" fmla="*/ 2878664 w 6073111"/>
              <a:gd name="connsiteY1" fmla="*/ 0 h 5191860"/>
              <a:gd name="connsiteX2" fmla="*/ 6073111 w 6073111"/>
              <a:gd name="connsiteY2" fmla="*/ 1915276 h 5191860"/>
              <a:gd name="connsiteX3" fmla="*/ 0 w 6073111"/>
              <a:gd name="connsiteY3" fmla="*/ 5191860 h 5191860"/>
              <a:gd name="connsiteX0" fmla="*/ 0 w 6073111"/>
              <a:gd name="connsiteY0" fmla="*/ 5201391 h 5201391"/>
              <a:gd name="connsiteX1" fmla="*/ 2888253 w 6073111"/>
              <a:gd name="connsiteY1" fmla="*/ 0 h 5201391"/>
              <a:gd name="connsiteX2" fmla="*/ 6073111 w 6073111"/>
              <a:gd name="connsiteY2" fmla="*/ 1924807 h 5201391"/>
              <a:gd name="connsiteX3" fmla="*/ 0 w 6073111"/>
              <a:gd name="connsiteY3" fmla="*/ 5201391 h 5201391"/>
              <a:gd name="connsiteX0" fmla="*/ 0 w 6073111"/>
              <a:gd name="connsiteY0" fmla="*/ 5201391 h 5201391"/>
              <a:gd name="connsiteX1" fmla="*/ 4202163 w 6073111"/>
              <a:gd name="connsiteY1" fmla="*/ 0 h 5201391"/>
              <a:gd name="connsiteX2" fmla="*/ 6073111 w 6073111"/>
              <a:gd name="connsiteY2" fmla="*/ 1924807 h 5201391"/>
              <a:gd name="connsiteX3" fmla="*/ 0 w 6073111"/>
              <a:gd name="connsiteY3" fmla="*/ 5201391 h 5201391"/>
              <a:gd name="connsiteX0" fmla="*/ 0 w 6093450"/>
              <a:gd name="connsiteY0" fmla="*/ 5201391 h 5201391"/>
              <a:gd name="connsiteX1" fmla="*/ 4202163 w 6093450"/>
              <a:gd name="connsiteY1" fmla="*/ 0 h 5201391"/>
              <a:gd name="connsiteX2" fmla="*/ 6093450 w 6093450"/>
              <a:gd name="connsiteY2" fmla="*/ 1739044 h 5201391"/>
              <a:gd name="connsiteX3" fmla="*/ 0 w 6093450"/>
              <a:gd name="connsiteY3" fmla="*/ 5201391 h 5201391"/>
              <a:gd name="connsiteX0" fmla="*/ 0 w 6093450"/>
              <a:gd name="connsiteY0" fmla="*/ 5201391 h 5201391"/>
              <a:gd name="connsiteX1" fmla="*/ 4055721 w 6093450"/>
              <a:gd name="connsiteY1" fmla="*/ 0 h 5201391"/>
              <a:gd name="connsiteX2" fmla="*/ 6093450 w 6093450"/>
              <a:gd name="connsiteY2" fmla="*/ 1739044 h 5201391"/>
              <a:gd name="connsiteX3" fmla="*/ 0 w 6093450"/>
              <a:gd name="connsiteY3" fmla="*/ 5201391 h 5201391"/>
            </a:gdLst>
            <a:ahLst/>
            <a:cxnLst>
              <a:cxn ang="0">
                <a:pos x="connsiteX0" y="connsiteY0"/>
              </a:cxn>
              <a:cxn ang="0">
                <a:pos x="connsiteX1" y="connsiteY1"/>
              </a:cxn>
              <a:cxn ang="0">
                <a:pos x="connsiteX2" y="connsiteY2"/>
              </a:cxn>
              <a:cxn ang="0">
                <a:pos x="connsiteX3" y="connsiteY3"/>
              </a:cxn>
            </a:cxnLst>
            <a:rect l="l" t="t" r="r" b="b"/>
            <a:pathLst>
              <a:path w="6093450" h="5201391">
                <a:moveTo>
                  <a:pt x="0" y="5201391"/>
                </a:moveTo>
                <a:lnTo>
                  <a:pt x="4055721" y="0"/>
                </a:lnTo>
                <a:lnTo>
                  <a:pt x="6093450" y="1739044"/>
                </a:lnTo>
                <a:lnTo>
                  <a:pt x="0" y="5201391"/>
                </a:lnTo>
                <a:close/>
              </a:path>
            </a:pathLst>
          </a:custGeom>
          <a:gradFill flip="none" rotWithShape="1">
            <a:gsLst>
              <a:gs pos="52000">
                <a:schemeClr val="accent2"/>
              </a:gs>
              <a:gs pos="100000">
                <a:schemeClr val="accent1"/>
              </a:gs>
              <a:gs pos="20000">
                <a:schemeClr val="accent3"/>
              </a:gs>
            </a:gsLst>
            <a:lin ang="7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5593" y="1652428"/>
            <a:ext cx="11468909" cy="1994392"/>
          </a:xfrm>
          <a:prstGeom prst="rect">
            <a:avLst/>
          </a:prstGeom>
        </p:spPr>
        <p:txBody>
          <a:bodyPr vert="horz" wrap="square" lIns="0" tIns="0" rIns="0" bIns="0" anchor="t" anchorCtr="0">
            <a:noAutofit/>
          </a:bodyPr>
          <a:lstStyle>
            <a:lvl1pPr algn="l">
              <a:lnSpc>
                <a:spcPct val="80000"/>
              </a:lnSpc>
              <a:defRPr sz="7200" b="0">
                <a:solidFill>
                  <a:schemeClr val="tx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pic>
        <p:nvPicPr>
          <p:cNvPr id="38" name="Picture 3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
        <p:nvSpPr>
          <p:cNvPr id="14" name="Text Placeholder 5"/>
          <p:cNvSpPr>
            <a:spLocks noGrp="1"/>
          </p:cNvSpPr>
          <p:nvPr>
            <p:ph type="body" sz="quarter" idx="13" hasCustomPrompt="1"/>
          </p:nvPr>
        </p:nvSpPr>
        <p:spPr>
          <a:xfrm>
            <a:off x="384048" y="3892296"/>
            <a:ext cx="9472598" cy="864848"/>
          </a:xfrm>
          <a:prstGeom prst="rect">
            <a:avLst/>
          </a:prstGeom>
        </p:spPr>
        <p:txBody>
          <a:bodyPr lIns="0" tIns="0" rIns="0" bIns="0"/>
          <a:lstStyle>
            <a:lvl1pPr>
              <a:lnSpc>
                <a:spcPct val="90000"/>
              </a:lnSpc>
              <a:defRPr sz="2800">
                <a:solidFill>
                  <a:schemeClr val="tx1"/>
                </a:solidFill>
              </a:defRPr>
            </a:lvl1pPr>
          </a:lstStyle>
          <a:p>
            <a:pPr lvl="0"/>
            <a:r>
              <a:rPr lang="en-US" dirty="0"/>
              <a:t>Title subhead/presenters names, </a:t>
            </a:r>
            <a:br>
              <a:rPr lang="en-US" dirty="0"/>
            </a:br>
            <a:r>
              <a:rPr lang="en-US" dirty="0"/>
              <a:t>one or two lines</a:t>
            </a:r>
          </a:p>
        </p:txBody>
      </p:sp>
      <p:sp>
        <p:nvSpPr>
          <p:cNvPr id="15" name="Text Placeholder 7"/>
          <p:cNvSpPr>
            <a:spLocks noGrp="1"/>
          </p:cNvSpPr>
          <p:nvPr>
            <p:ph type="body" sz="quarter" idx="10" hasCustomPrompt="1"/>
          </p:nvPr>
        </p:nvSpPr>
        <p:spPr>
          <a:xfrm>
            <a:off x="384047" y="5204499"/>
            <a:ext cx="4114800"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spTree>
    <p:extLst>
      <p:ext uri="{BB962C8B-B14F-4D97-AF65-F5344CB8AC3E}">
        <p14:creationId xmlns:p14="http://schemas.microsoft.com/office/powerpoint/2010/main" val="1671712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over_2 lin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1" cy="6858000"/>
          </a:xfrm>
          <a:prstGeom prst="rect">
            <a:avLst/>
          </a:prstGeom>
        </p:spPr>
      </p:pic>
      <p:sp>
        <p:nvSpPr>
          <p:cNvPr id="8" name="Freeform 7"/>
          <p:cNvSpPr/>
          <p:nvPr userDrawn="1"/>
        </p:nvSpPr>
        <p:spPr>
          <a:xfrm flipH="1" flipV="1">
            <a:off x="-1" y="0"/>
            <a:ext cx="12188950" cy="6858000"/>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6053933"/>
              <a:gd name="connsiteY0" fmla="*/ 5175181 h 5175181"/>
              <a:gd name="connsiteX1" fmla="*/ 2883458 w 6053933"/>
              <a:gd name="connsiteY1" fmla="*/ 0 h 5175181"/>
              <a:gd name="connsiteX2" fmla="*/ 6053933 w 6053933"/>
              <a:gd name="connsiteY2" fmla="*/ 1755636 h 5175181"/>
              <a:gd name="connsiteX3" fmla="*/ 0 w 6053933"/>
              <a:gd name="connsiteY3" fmla="*/ 5175181 h 5175181"/>
              <a:gd name="connsiteX0" fmla="*/ 0 w 6053933"/>
              <a:gd name="connsiteY0" fmla="*/ 5182329 h 5182329"/>
              <a:gd name="connsiteX1" fmla="*/ 2869075 w 6053933"/>
              <a:gd name="connsiteY1" fmla="*/ 0 h 5182329"/>
              <a:gd name="connsiteX2" fmla="*/ 6053933 w 6053933"/>
              <a:gd name="connsiteY2" fmla="*/ 1762784 h 5182329"/>
              <a:gd name="connsiteX3" fmla="*/ 0 w 6053933"/>
              <a:gd name="connsiteY3" fmla="*/ 5182329 h 5182329"/>
              <a:gd name="connsiteX0" fmla="*/ 0 w 6025167"/>
              <a:gd name="connsiteY0" fmla="*/ 5182329 h 5182329"/>
              <a:gd name="connsiteX1" fmla="*/ 2869075 w 6025167"/>
              <a:gd name="connsiteY1" fmla="*/ 0 h 5182329"/>
              <a:gd name="connsiteX2" fmla="*/ 6025167 w 6025167"/>
              <a:gd name="connsiteY2" fmla="*/ 1905745 h 5182329"/>
              <a:gd name="connsiteX3" fmla="*/ 0 w 6025167"/>
              <a:gd name="connsiteY3" fmla="*/ 5182329 h 5182329"/>
              <a:gd name="connsiteX0" fmla="*/ 0 w 6053933"/>
              <a:gd name="connsiteY0" fmla="*/ 5182329 h 5182329"/>
              <a:gd name="connsiteX1" fmla="*/ 2869075 w 6053933"/>
              <a:gd name="connsiteY1" fmla="*/ 0 h 5182329"/>
              <a:gd name="connsiteX2" fmla="*/ 6053933 w 6053933"/>
              <a:gd name="connsiteY2" fmla="*/ 1905745 h 5182329"/>
              <a:gd name="connsiteX3" fmla="*/ 0 w 6053933"/>
              <a:gd name="connsiteY3" fmla="*/ 5182329 h 5182329"/>
              <a:gd name="connsiteX0" fmla="*/ 0 w 6063522"/>
              <a:gd name="connsiteY0" fmla="*/ 5191860 h 5191860"/>
              <a:gd name="connsiteX1" fmla="*/ 2878664 w 6063522"/>
              <a:gd name="connsiteY1" fmla="*/ 0 h 5191860"/>
              <a:gd name="connsiteX2" fmla="*/ 6063522 w 6063522"/>
              <a:gd name="connsiteY2" fmla="*/ 1905745 h 5191860"/>
              <a:gd name="connsiteX3" fmla="*/ 0 w 6063522"/>
              <a:gd name="connsiteY3" fmla="*/ 5191860 h 5191860"/>
              <a:gd name="connsiteX0" fmla="*/ 0 w 6073111"/>
              <a:gd name="connsiteY0" fmla="*/ 5191860 h 5191860"/>
              <a:gd name="connsiteX1" fmla="*/ 2878664 w 6073111"/>
              <a:gd name="connsiteY1" fmla="*/ 0 h 5191860"/>
              <a:gd name="connsiteX2" fmla="*/ 6073111 w 6073111"/>
              <a:gd name="connsiteY2" fmla="*/ 1915276 h 5191860"/>
              <a:gd name="connsiteX3" fmla="*/ 0 w 6073111"/>
              <a:gd name="connsiteY3" fmla="*/ 5191860 h 5191860"/>
              <a:gd name="connsiteX0" fmla="*/ 0 w 6073111"/>
              <a:gd name="connsiteY0" fmla="*/ 5201391 h 5201391"/>
              <a:gd name="connsiteX1" fmla="*/ 2888253 w 6073111"/>
              <a:gd name="connsiteY1" fmla="*/ 0 h 5201391"/>
              <a:gd name="connsiteX2" fmla="*/ 6073111 w 6073111"/>
              <a:gd name="connsiteY2" fmla="*/ 1924807 h 5201391"/>
              <a:gd name="connsiteX3" fmla="*/ 0 w 6073111"/>
              <a:gd name="connsiteY3" fmla="*/ 5201391 h 5201391"/>
              <a:gd name="connsiteX0" fmla="*/ 0 w 6073111"/>
              <a:gd name="connsiteY0" fmla="*/ 5201391 h 5201391"/>
              <a:gd name="connsiteX1" fmla="*/ 4202163 w 6073111"/>
              <a:gd name="connsiteY1" fmla="*/ 0 h 5201391"/>
              <a:gd name="connsiteX2" fmla="*/ 6073111 w 6073111"/>
              <a:gd name="connsiteY2" fmla="*/ 1924807 h 5201391"/>
              <a:gd name="connsiteX3" fmla="*/ 0 w 6073111"/>
              <a:gd name="connsiteY3" fmla="*/ 5201391 h 5201391"/>
              <a:gd name="connsiteX0" fmla="*/ 0 w 6093450"/>
              <a:gd name="connsiteY0" fmla="*/ 5201391 h 5201391"/>
              <a:gd name="connsiteX1" fmla="*/ 4202163 w 6093450"/>
              <a:gd name="connsiteY1" fmla="*/ 0 h 5201391"/>
              <a:gd name="connsiteX2" fmla="*/ 6093450 w 6093450"/>
              <a:gd name="connsiteY2" fmla="*/ 1739044 h 5201391"/>
              <a:gd name="connsiteX3" fmla="*/ 0 w 6093450"/>
              <a:gd name="connsiteY3" fmla="*/ 5201391 h 5201391"/>
              <a:gd name="connsiteX0" fmla="*/ 0 w 6093450"/>
              <a:gd name="connsiteY0" fmla="*/ 5201391 h 5201391"/>
              <a:gd name="connsiteX1" fmla="*/ 4055721 w 6093450"/>
              <a:gd name="connsiteY1" fmla="*/ 0 h 5201391"/>
              <a:gd name="connsiteX2" fmla="*/ 6093450 w 6093450"/>
              <a:gd name="connsiteY2" fmla="*/ 1739044 h 5201391"/>
              <a:gd name="connsiteX3" fmla="*/ 0 w 6093450"/>
              <a:gd name="connsiteY3" fmla="*/ 5201391 h 5201391"/>
            </a:gdLst>
            <a:ahLst/>
            <a:cxnLst>
              <a:cxn ang="0">
                <a:pos x="connsiteX0" y="connsiteY0"/>
              </a:cxn>
              <a:cxn ang="0">
                <a:pos x="connsiteX1" y="connsiteY1"/>
              </a:cxn>
              <a:cxn ang="0">
                <a:pos x="connsiteX2" y="connsiteY2"/>
              </a:cxn>
              <a:cxn ang="0">
                <a:pos x="connsiteX3" y="connsiteY3"/>
              </a:cxn>
            </a:cxnLst>
            <a:rect l="l" t="t" r="r" b="b"/>
            <a:pathLst>
              <a:path w="6093450" h="5201391">
                <a:moveTo>
                  <a:pt x="0" y="5201391"/>
                </a:moveTo>
                <a:lnTo>
                  <a:pt x="4055721" y="0"/>
                </a:lnTo>
                <a:lnTo>
                  <a:pt x="6093450" y="1739044"/>
                </a:lnTo>
                <a:lnTo>
                  <a:pt x="0" y="5201391"/>
                </a:lnTo>
                <a:close/>
              </a:path>
            </a:pathLst>
          </a:custGeom>
          <a:gradFill flip="none" rotWithShape="1">
            <a:gsLst>
              <a:gs pos="52000">
                <a:schemeClr val="accent2"/>
              </a:gs>
              <a:gs pos="100000">
                <a:schemeClr val="accent1"/>
              </a:gs>
              <a:gs pos="20000">
                <a:schemeClr val="accent3"/>
              </a:gs>
            </a:gsLst>
            <a:lin ang="7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5593" y="1652428"/>
            <a:ext cx="11468909" cy="1994392"/>
          </a:xfrm>
          <a:prstGeom prst="rect">
            <a:avLst/>
          </a:prstGeom>
        </p:spPr>
        <p:txBody>
          <a:bodyPr vert="horz" wrap="square" lIns="0" tIns="0" rIns="0" bIns="0" anchor="t" anchorCtr="0">
            <a:noAutofit/>
          </a:bodyPr>
          <a:lstStyle>
            <a:lvl1pPr algn="l">
              <a:lnSpc>
                <a:spcPct val="80000"/>
              </a:lnSpc>
              <a:defRPr sz="7200" b="0">
                <a:solidFill>
                  <a:schemeClr val="tx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pic>
        <p:nvPicPr>
          <p:cNvPr id="38" name="Picture 3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
        <p:nvSpPr>
          <p:cNvPr id="22" name="Text Placeholder 7"/>
          <p:cNvSpPr>
            <a:spLocks noGrp="1"/>
          </p:cNvSpPr>
          <p:nvPr>
            <p:ph type="body" sz="quarter" idx="11" hasCustomPrompt="1"/>
          </p:nvPr>
        </p:nvSpPr>
        <p:spPr>
          <a:xfrm>
            <a:off x="384048" y="3895344"/>
            <a:ext cx="4114800"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dirty="0"/>
              <a:t>Date</a:t>
            </a:r>
          </a:p>
        </p:txBody>
      </p:sp>
    </p:spTree>
    <p:extLst>
      <p:ext uri="{BB962C8B-B14F-4D97-AF65-F5344CB8AC3E}">
        <p14:creationId xmlns:p14="http://schemas.microsoft.com/office/powerpoint/2010/main" val="3093629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over_3 line/subhead">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1" cy="6858000"/>
          </a:xfrm>
          <a:prstGeom prst="rect">
            <a:avLst/>
          </a:prstGeom>
        </p:spPr>
      </p:pic>
      <p:sp>
        <p:nvSpPr>
          <p:cNvPr id="8" name="Freeform 7"/>
          <p:cNvSpPr/>
          <p:nvPr userDrawn="1"/>
        </p:nvSpPr>
        <p:spPr>
          <a:xfrm flipH="1" flipV="1">
            <a:off x="1" y="-17420"/>
            <a:ext cx="8130732" cy="6875419"/>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6053933"/>
              <a:gd name="connsiteY0" fmla="*/ 5175181 h 5175181"/>
              <a:gd name="connsiteX1" fmla="*/ 2883458 w 6053933"/>
              <a:gd name="connsiteY1" fmla="*/ 0 h 5175181"/>
              <a:gd name="connsiteX2" fmla="*/ 6053933 w 6053933"/>
              <a:gd name="connsiteY2" fmla="*/ 1755636 h 5175181"/>
              <a:gd name="connsiteX3" fmla="*/ 0 w 6053933"/>
              <a:gd name="connsiteY3" fmla="*/ 5175181 h 5175181"/>
              <a:gd name="connsiteX0" fmla="*/ 0 w 6053933"/>
              <a:gd name="connsiteY0" fmla="*/ 5182329 h 5182329"/>
              <a:gd name="connsiteX1" fmla="*/ 2869075 w 6053933"/>
              <a:gd name="connsiteY1" fmla="*/ 0 h 5182329"/>
              <a:gd name="connsiteX2" fmla="*/ 6053933 w 6053933"/>
              <a:gd name="connsiteY2" fmla="*/ 1762784 h 5182329"/>
              <a:gd name="connsiteX3" fmla="*/ 0 w 6053933"/>
              <a:gd name="connsiteY3" fmla="*/ 5182329 h 5182329"/>
              <a:gd name="connsiteX0" fmla="*/ 0 w 6025167"/>
              <a:gd name="connsiteY0" fmla="*/ 5182329 h 5182329"/>
              <a:gd name="connsiteX1" fmla="*/ 2869075 w 6025167"/>
              <a:gd name="connsiteY1" fmla="*/ 0 h 5182329"/>
              <a:gd name="connsiteX2" fmla="*/ 6025167 w 6025167"/>
              <a:gd name="connsiteY2" fmla="*/ 1905745 h 5182329"/>
              <a:gd name="connsiteX3" fmla="*/ 0 w 6025167"/>
              <a:gd name="connsiteY3" fmla="*/ 5182329 h 5182329"/>
              <a:gd name="connsiteX0" fmla="*/ 0 w 6053933"/>
              <a:gd name="connsiteY0" fmla="*/ 5182329 h 5182329"/>
              <a:gd name="connsiteX1" fmla="*/ 2869075 w 6053933"/>
              <a:gd name="connsiteY1" fmla="*/ 0 h 5182329"/>
              <a:gd name="connsiteX2" fmla="*/ 6053933 w 6053933"/>
              <a:gd name="connsiteY2" fmla="*/ 1905745 h 5182329"/>
              <a:gd name="connsiteX3" fmla="*/ 0 w 6053933"/>
              <a:gd name="connsiteY3" fmla="*/ 5182329 h 5182329"/>
              <a:gd name="connsiteX0" fmla="*/ 0 w 6063522"/>
              <a:gd name="connsiteY0" fmla="*/ 5191860 h 5191860"/>
              <a:gd name="connsiteX1" fmla="*/ 2878664 w 6063522"/>
              <a:gd name="connsiteY1" fmla="*/ 0 h 5191860"/>
              <a:gd name="connsiteX2" fmla="*/ 6063522 w 6063522"/>
              <a:gd name="connsiteY2" fmla="*/ 1905745 h 5191860"/>
              <a:gd name="connsiteX3" fmla="*/ 0 w 6063522"/>
              <a:gd name="connsiteY3" fmla="*/ 5191860 h 5191860"/>
              <a:gd name="connsiteX0" fmla="*/ 0 w 6073111"/>
              <a:gd name="connsiteY0" fmla="*/ 5191860 h 5191860"/>
              <a:gd name="connsiteX1" fmla="*/ 2878664 w 6073111"/>
              <a:gd name="connsiteY1" fmla="*/ 0 h 5191860"/>
              <a:gd name="connsiteX2" fmla="*/ 6073111 w 6073111"/>
              <a:gd name="connsiteY2" fmla="*/ 1915276 h 5191860"/>
              <a:gd name="connsiteX3" fmla="*/ 0 w 6073111"/>
              <a:gd name="connsiteY3" fmla="*/ 5191860 h 5191860"/>
              <a:gd name="connsiteX0" fmla="*/ 0 w 6073111"/>
              <a:gd name="connsiteY0" fmla="*/ 5201391 h 5201391"/>
              <a:gd name="connsiteX1" fmla="*/ 2888253 w 6073111"/>
              <a:gd name="connsiteY1" fmla="*/ 0 h 5201391"/>
              <a:gd name="connsiteX2" fmla="*/ 6073111 w 6073111"/>
              <a:gd name="connsiteY2" fmla="*/ 1924807 h 5201391"/>
              <a:gd name="connsiteX3" fmla="*/ 0 w 6073111"/>
              <a:gd name="connsiteY3" fmla="*/ 5201391 h 5201391"/>
              <a:gd name="connsiteX0" fmla="*/ 0 w 6073111"/>
              <a:gd name="connsiteY0" fmla="*/ 5201391 h 5201391"/>
              <a:gd name="connsiteX1" fmla="*/ 2888253 w 6073111"/>
              <a:gd name="connsiteY1" fmla="*/ 0 h 5201391"/>
              <a:gd name="connsiteX2" fmla="*/ 6073111 w 6073111"/>
              <a:gd name="connsiteY2" fmla="*/ 1739869 h 5201391"/>
              <a:gd name="connsiteX3" fmla="*/ 0 w 6073111"/>
              <a:gd name="connsiteY3" fmla="*/ 5201391 h 5201391"/>
              <a:gd name="connsiteX0" fmla="*/ 0 w 6073111"/>
              <a:gd name="connsiteY0" fmla="*/ 5201391 h 5201391"/>
              <a:gd name="connsiteX1" fmla="*/ 2973730 w 6073111"/>
              <a:gd name="connsiteY1" fmla="*/ 0 h 5201391"/>
              <a:gd name="connsiteX2" fmla="*/ 6073111 w 6073111"/>
              <a:gd name="connsiteY2" fmla="*/ 1739869 h 5201391"/>
              <a:gd name="connsiteX3" fmla="*/ 0 w 6073111"/>
              <a:gd name="connsiteY3" fmla="*/ 5201391 h 5201391"/>
              <a:gd name="connsiteX0" fmla="*/ 0 w 6112562"/>
              <a:gd name="connsiteY0" fmla="*/ 5201391 h 5201391"/>
              <a:gd name="connsiteX1" fmla="*/ 3013181 w 6112562"/>
              <a:gd name="connsiteY1" fmla="*/ 0 h 5201391"/>
              <a:gd name="connsiteX2" fmla="*/ 6112562 w 6112562"/>
              <a:gd name="connsiteY2" fmla="*/ 1739869 h 5201391"/>
              <a:gd name="connsiteX3" fmla="*/ 0 w 6112562"/>
              <a:gd name="connsiteY3" fmla="*/ 5201391 h 5201391"/>
              <a:gd name="connsiteX0" fmla="*/ 0 w 6138863"/>
              <a:gd name="connsiteY0" fmla="*/ 5214602 h 5214602"/>
              <a:gd name="connsiteX1" fmla="*/ 3039482 w 6138863"/>
              <a:gd name="connsiteY1" fmla="*/ 0 h 5214602"/>
              <a:gd name="connsiteX2" fmla="*/ 6138863 w 6138863"/>
              <a:gd name="connsiteY2" fmla="*/ 1739869 h 5214602"/>
              <a:gd name="connsiteX3" fmla="*/ 0 w 6138863"/>
              <a:gd name="connsiteY3" fmla="*/ 5214602 h 5214602"/>
            </a:gdLst>
            <a:ahLst/>
            <a:cxnLst>
              <a:cxn ang="0">
                <a:pos x="connsiteX0" y="connsiteY0"/>
              </a:cxn>
              <a:cxn ang="0">
                <a:pos x="connsiteX1" y="connsiteY1"/>
              </a:cxn>
              <a:cxn ang="0">
                <a:pos x="connsiteX2" y="connsiteY2"/>
              </a:cxn>
              <a:cxn ang="0">
                <a:pos x="connsiteX3" y="connsiteY3"/>
              </a:cxn>
            </a:cxnLst>
            <a:rect l="l" t="t" r="r" b="b"/>
            <a:pathLst>
              <a:path w="6138863" h="5214602">
                <a:moveTo>
                  <a:pt x="0" y="5214602"/>
                </a:moveTo>
                <a:lnTo>
                  <a:pt x="3039482" y="0"/>
                </a:lnTo>
                <a:lnTo>
                  <a:pt x="6138863" y="1739869"/>
                </a:lnTo>
                <a:lnTo>
                  <a:pt x="0" y="5214602"/>
                </a:lnTo>
                <a:close/>
              </a:path>
            </a:pathLst>
          </a:custGeom>
          <a:gradFill flip="none" rotWithShape="1">
            <a:gsLst>
              <a:gs pos="52000">
                <a:schemeClr val="accent2"/>
              </a:gs>
              <a:gs pos="100000">
                <a:schemeClr val="accent1"/>
              </a:gs>
              <a:gs pos="20000">
                <a:schemeClr val="accent3"/>
              </a:gs>
            </a:gsLst>
            <a:lin ang="7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5593" y="1652428"/>
            <a:ext cx="11468909" cy="1994392"/>
          </a:xfrm>
          <a:prstGeom prst="rect">
            <a:avLst/>
          </a:prstGeom>
        </p:spPr>
        <p:txBody>
          <a:bodyPr vert="horz" wrap="square" lIns="0" tIns="0" rIns="0" bIns="0" anchor="t" anchorCtr="0">
            <a:noAutofit/>
          </a:bodyPr>
          <a:lstStyle>
            <a:lvl1pPr algn="l">
              <a:lnSpc>
                <a:spcPct val="80000"/>
              </a:lnSpc>
              <a:defRPr sz="7200" b="0">
                <a:solidFill>
                  <a:schemeClr val="tx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pic>
        <p:nvPicPr>
          <p:cNvPr id="38" name="Picture 3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
        <p:nvSpPr>
          <p:cNvPr id="21" name="Text Placeholder 5"/>
          <p:cNvSpPr>
            <a:spLocks noGrp="1"/>
          </p:cNvSpPr>
          <p:nvPr>
            <p:ph type="body" sz="quarter" idx="13" hasCustomPrompt="1"/>
          </p:nvPr>
        </p:nvSpPr>
        <p:spPr>
          <a:xfrm>
            <a:off x="384048" y="3892296"/>
            <a:ext cx="9472598" cy="864848"/>
          </a:xfrm>
          <a:prstGeom prst="rect">
            <a:avLst/>
          </a:prstGeom>
        </p:spPr>
        <p:txBody>
          <a:bodyPr lIns="0" tIns="0" rIns="0" bIns="0"/>
          <a:lstStyle>
            <a:lvl1pPr>
              <a:lnSpc>
                <a:spcPct val="90000"/>
              </a:lnSpc>
              <a:defRPr sz="2800">
                <a:solidFill>
                  <a:schemeClr val="tx1"/>
                </a:solidFill>
              </a:defRPr>
            </a:lvl1pPr>
          </a:lstStyle>
          <a:p>
            <a:pPr lvl="0"/>
            <a:r>
              <a:rPr lang="en-US" dirty="0"/>
              <a:t>Title subhead/presenters names, </a:t>
            </a:r>
            <a:br>
              <a:rPr lang="en-US" dirty="0"/>
            </a:br>
            <a:r>
              <a:rPr lang="en-US" dirty="0"/>
              <a:t>one or two lines</a:t>
            </a:r>
          </a:p>
        </p:txBody>
      </p:sp>
      <p:sp>
        <p:nvSpPr>
          <p:cNvPr id="22" name="Text Placeholder 7"/>
          <p:cNvSpPr>
            <a:spLocks noGrp="1"/>
          </p:cNvSpPr>
          <p:nvPr>
            <p:ph type="body" sz="quarter" idx="10" hasCustomPrompt="1"/>
          </p:nvPr>
        </p:nvSpPr>
        <p:spPr>
          <a:xfrm>
            <a:off x="384047" y="5204499"/>
            <a:ext cx="4114800"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spTree>
    <p:extLst>
      <p:ext uri="{BB962C8B-B14F-4D97-AF65-F5344CB8AC3E}">
        <p14:creationId xmlns:p14="http://schemas.microsoft.com/office/powerpoint/2010/main" val="1338441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over_3 lin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1" cy="6858000"/>
          </a:xfrm>
          <a:prstGeom prst="rect">
            <a:avLst/>
          </a:prstGeom>
        </p:spPr>
      </p:pic>
      <p:sp>
        <p:nvSpPr>
          <p:cNvPr id="8" name="Freeform 7"/>
          <p:cNvSpPr/>
          <p:nvPr userDrawn="1"/>
        </p:nvSpPr>
        <p:spPr>
          <a:xfrm flipH="1" flipV="1">
            <a:off x="1" y="-17420"/>
            <a:ext cx="8130732" cy="6875419"/>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6053933"/>
              <a:gd name="connsiteY0" fmla="*/ 5175181 h 5175181"/>
              <a:gd name="connsiteX1" fmla="*/ 2883458 w 6053933"/>
              <a:gd name="connsiteY1" fmla="*/ 0 h 5175181"/>
              <a:gd name="connsiteX2" fmla="*/ 6053933 w 6053933"/>
              <a:gd name="connsiteY2" fmla="*/ 1755636 h 5175181"/>
              <a:gd name="connsiteX3" fmla="*/ 0 w 6053933"/>
              <a:gd name="connsiteY3" fmla="*/ 5175181 h 5175181"/>
              <a:gd name="connsiteX0" fmla="*/ 0 w 6053933"/>
              <a:gd name="connsiteY0" fmla="*/ 5182329 h 5182329"/>
              <a:gd name="connsiteX1" fmla="*/ 2869075 w 6053933"/>
              <a:gd name="connsiteY1" fmla="*/ 0 h 5182329"/>
              <a:gd name="connsiteX2" fmla="*/ 6053933 w 6053933"/>
              <a:gd name="connsiteY2" fmla="*/ 1762784 h 5182329"/>
              <a:gd name="connsiteX3" fmla="*/ 0 w 6053933"/>
              <a:gd name="connsiteY3" fmla="*/ 5182329 h 5182329"/>
              <a:gd name="connsiteX0" fmla="*/ 0 w 6025167"/>
              <a:gd name="connsiteY0" fmla="*/ 5182329 h 5182329"/>
              <a:gd name="connsiteX1" fmla="*/ 2869075 w 6025167"/>
              <a:gd name="connsiteY1" fmla="*/ 0 h 5182329"/>
              <a:gd name="connsiteX2" fmla="*/ 6025167 w 6025167"/>
              <a:gd name="connsiteY2" fmla="*/ 1905745 h 5182329"/>
              <a:gd name="connsiteX3" fmla="*/ 0 w 6025167"/>
              <a:gd name="connsiteY3" fmla="*/ 5182329 h 5182329"/>
              <a:gd name="connsiteX0" fmla="*/ 0 w 6053933"/>
              <a:gd name="connsiteY0" fmla="*/ 5182329 h 5182329"/>
              <a:gd name="connsiteX1" fmla="*/ 2869075 w 6053933"/>
              <a:gd name="connsiteY1" fmla="*/ 0 h 5182329"/>
              <a:gd name="connsiteX2" fmla="*/ 6053933 w 6053933"/>
              <a:gd name="connsiteY2" fmla="*/ 1905745 h 5182329"/>
              <a:gd name="connsiteX3" fmla="*/ 0 w 6053933"/>
              <a:gd name="connsiteY3" fmla="*/ 5182329 h 5182329"/>
              <a:gd name="connsiteX0" fmla="*/ 0 w 6063522"/>
              <a:gd name="connsiteY0" fmla="*/ 5191860 h 5191860"/>
              <a:gd name="connsiteX1" fmla="*/ 2878664 w 6063522"/>
              <a:gd name="connsiteY1" fmla="*/ 0 h 5191860"/>
              <a:gd name="connsiteX2" fmla="*/ 6063522 w 6063522"/>
              <a:gd name="connsiteY2" fmla="*/ 1905745 h 5191860"/>
              <a:gd name="connsiteX3" fmla="*/ 0 w 6063522"/>
              <a:gd name="connsiteY3" fmla="*/ 5191860 h 5191860"/>
              <a:gd name="connsiteX0" fmla="*/ 0 w 6073111"/>
              <a:gd name="connsiteY0" fmla="*/ 5191860 h 5191860"/>
              <a:gd name="connsiteX1" fmla="*/ 2878664 w 6073111"/>
              <a:gd name="connsiteY1" fmla="*/ 0 h 5191860"/>
              <a:gd name="connsiteX2" fmla="*/ 6073111 w 6073111"/>
              <a:gd name="connsiteY2" fmla="*/ 1915276 h 5191860"/>
              <a:gd name="connsiteX3" fmla="*/ 0 w 6073111"/>
              <a:gd name="connsiteY3" fmla="*/ 5191860 h 5191860"/>
              <a:gd name="connsiteX0" fmla="*/ 0 w 6073111"/>
              <a:gd name="connsiteY0" fmla="*/ 5201391 h 5201391"/>
              <a:gd name="connsiteX1" fmla="*/ 2888253 w 6073111"/>
              <a:gd name="connsiteY1" fmla="*/ 0 h 5201391"/>
              <a:gd name="connsiteX2" fmla="*/ 6073111 w 6073111"/>
              <a:gd name="connsiteY2" fmla="*/ 1924807 h 5201391"/>
              <a:gd name="connsiteX3" fmla="*/ 0 w 6073111"/>
              <a:gd name="connsiteY3" fmla="*/ 5201391 h 5201391"/>
              <a:gd name="connsiteX0" fmla="*/ 0 w 6073111"/>
              <a:gd name="connsiteY0" fmla="*/ 5201391 h 5201391"/>
              <a:gd name="connsiteX1" fmla="*/ 2888253 w 6073111"/>
              <a:gd name="connsiteY1" fmla="*/ 0 h 5201391"/>
              <a:gd name="connsiteX2" fmla="*/ 6073111 w 6073111"/>
              <a:gd name="connsiteY2" fmla="*/ 1739869 h 5201391"/>
              <a:gd name="connsiteX3" fmla="*/ 0 w 6073111"/>
              <a:gd name="connsiteY3" fmla="*/ 5201391 h 5201391"/>
              <a:gd name="connsiteX0" fmla="*/ 0 w 6073111"/>
              <a:gd name="connsiteY0" fmla="*/ 5201391 h 5201391"/>
              <a:gd name="connsiteX1" fmla="*/ 2973730 w 6073111"/>
              <a:gd name="connsiteY1" fmla="*/ 0 h 5201391"/>
              <a:gd name="connsiteX2" fmla="*/ 6073111 w 6073111"/>
              <a:gd name="connsiteY2" fmla="*/ 1739869 h 5201391"/>
              <a:gd name="connsiteX3" fmla="*/ 0 w 6073111"/>
              <a:gd name="connsiteY3" fmla="*/ 5201391 h 5201391"/>
              <a:gd name="connsiteX0" fmla="*/ 0 w 6112562"/>
              <a:gd name="connsiteY0" fmla="*/ 5201391 h 5201391"/>
              <a:gd name="connsiteX1" fmla="*/ 3013181 w 6112562"/>
              <a:gd name="connsiteY1" fmla="*/ 0 h 5201391"/>
              <a:gd name="connsiteX2" fmla="*/ 6112562 w 6112562"/>
              <a:gd name="connsiteY2" fmla="*/ 1739869 h 5201391"/>
              <a:gd name="connsiteX3" fmla="*/ 0 w 6112562"/>
              <a:gd name="connsiteY3" fmla="*/ 5201391 h 5201391"/>
              <a:gd name="connsiteX0" fmla="*/ 0 w 6138863"/>
              <a:gd name="connsiteY0" fmla="*/ 5214602 h 5214602"/>
              <a:gd name="connsiteX1" fmla="*/ 3039482 w 6138863"/>
              <a:gd name="connsiteY1" fmla="*/ 0 h 5214602"/>
              <a:gd name="connsiteX2" fmla="*/ 6138863 w 6138863"/>
              <a:gd name="connsiteY2" fmla="*/ 1739869 h 5214602"/>
              <a:gd name="connsiteX3" fmla="*/ 0 w 6138863"/>
              <a:gd name="connsiteY3" fmla="*/ 5214602 h 5214602"/>
            </a:gdLst>
            <a:ahLst/>
            <a:cxnLst>
              <a:cxn ang="0">
                <a:pos x="connsiteX0" y="connsiteY0"/>
              </a:cxn>
              <a:cxn ang="0">
                <a:pos x="connsiteX1" y="connsiteY1"/>
              </a:cxn>
              <a:cxn ang="0">
                <a:pos x="connsiteX2" y="connsiteY2"/>
              </a:cxn>
              <a:cxn ang="0">
                <a:pos x="connsiteX3" y="connsiteY3"/>
              </a:cxn>
            </a:cxnLst>
            <a:rect l="l" t="t" r="r" b="b"/>
            <a:pathLst>
              <a:path w="6138863" h="5214602">
                <a:moveTo>
                  <a:pt x="0" y="5214602"/>
                </a:moveTo>
                <a:lnTo>
                  <a:pt x="3039482" y="0"/>
                </a:lnTo>
                <a:lnTo>
                  <a:pt x="6138863" y="1739869"/>
                </a:lnTo>
                <a:lnTo>
                  <a:pt x="0" y="5214602"/>
                </a:lnTo>
                <a:close/>
              </a:path>
            </a:pathLst>
          </a:custGeom>
          <a:gradFill flip="none" rotWithShape="1">
            <a:gsLst>
              <a:gs pos="52000">
                <a:schemeClr val="accent2"/>
              </a:gs>
              <a:gs pos="100000">
                <a:schemeClr val="accent1"/>
              </a:gs>
              <a:gs pos="20000">
                <a:schemeClr val="accent3"/>
              </a:gs>
            </a:gsLst>
            <a:lin ang="7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5593" y="1652428"/>
            <a:ext cx="11468909" cy="1994392"/>
          </a:xfrm>
          <a:prstGeom prst="rect">
            <a:avLst/>
          </a:prstGeom>
        </p:spPr>
        <p:txBody>
          <a:bodyPr vert="horz" wrap="square" lIns="0" tIns="0" rIns="0" bIns="0" anchor="t" anchorCtr="0">
            <a:noAutofit/>
          </a:bodyPr>
          <a:lstStyle>
            <a:lvl1pPr algn="l">
              <a:lnSpc>
                <a:spcPct val="80000"/>
              </a:lnSpc>
              <a:defRPr sz="7200" b="0">
                <a:solidFill>
                  <a:schemeClr val="tx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pic>
        <p:nvPicPr>
          <p:cNvPr id="38" name="Picture 3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
        <p:nvSpPr>
          <p:cNvPr id="22" name="Text Placeholder 7"/>
          <p:cNvSpPr>
            <a:spLocks noGrp="1"/>
          </p:cNvSpPr>
          <p:nvPr>
            <p:ph type="body" sz="quarter" idx="10" hasCustomPrompt="1"/>
          </p:nvPr>
        </p:nvSpPr>
        <p:spPr>
          <a:xfrm>
            <a:off x="384047" y="3895344"/>
            <a:ext cx="4114800"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dirty="0"/>
              <a:t>Date</a:t>
            </a:r>
          </a:p>
        </p:txBody>
      </p:sp>
    </p:spTree>
    <p:extLst>
      <p:ext uri="{BB962C8B-B14F-4D97-AF65-F5344CB8AC3E}">
        <p14:creationId xmlns:p14="http://schemas.microsoft.com/office/powerpoint/2010/main" val="1893303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Cover_4 line/subhead">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1" cy="6858000"/>
          </a:xfrm>
          <a:prstGeom prst="rect">
            <a:avLst/>
          </a:prstGeom>
        </p:spPr>
      </p:pic>
      <p:sp>
        <p:nvSpPr>
          <p:cNvPr id="10" name="Freeform 9"/>
          <p:cNvSpPr/>
          <p:nvPr userDrawn="1"/>
        </p:nvSpPr>
        <p:spPr>
          <a:xfrm flipH="1" flipV="1">
            <a:off x="-8709" y="-8709"/>
            <a:ext cx="8136266" cy="6875416"/>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3202595"/>
              <a:gd name="connsiteY0" fmla="*/ 5189477 h 5189477"/>
              <a:gd name="connsiteX1" fmla="*/ 10681 w 3202595"/>
              <a:gd name="connsiteY1" fmla="*/ 0 h 5189477"/>
              <a:gd name="connsiteX2" fmla="*/ 3202595 w 3202595"/>
              <a:gd name="connsiteY2" fmla="*/ 1769932 h 5189477"/>
              <a:gd name="connsiteX3" fmla="*/ 0 w 3202595"/>
              <a:gd name="connsiteY3" fmla="*/ 5189477 h 5189477"/>
              <a:gd name="connsiteX0" fmla="*/ 2962146 w 6164741"/>
              <a:gd name="connsiteY0" fmla="*/ 5403918 h 5403918"/>
              <a:gd name="connsiteX1" fmla="*/ 3 w 6164741"/>
              <a:gd name="connsiteY1" fmla="*/ 0 h 5403918"/>
              <a:gd name="connsiteX2" fmla="*/ 6164741 w 6164741"/>
              <a:gd name="connsiteY2" fmla="*/ 1984373 h 5403918"/>
              <a:gd name="connsiteX3" fmla="*/ 2962146 w 6164741"/>
              <a:gd name="connsiteY3" fmla="*/ 5403918 h 5403918"/>
              <a:gd name="connsiteX0" fmla="*/ 2962143 w 6164738"/>
              <a:gd name="connsiteY0" fmla="*/ 5403918 h 5403918"/>
              <a:gd name="connsiteX1" fmla="*/ 0 w 6164738"/>
              <a:gd name="connsiteY1" fmla="*/ 0 h 5403918"/>
              <a:gd name="connsiteX2" fmla="*/ 6164738 w 6164738"/>
              <a:gd name="connsiteY2" fmla="*/ 1984373 h 5403918"/>
              <a:gd name="connsiteX3" fmla="*/ 2962143 w 6164738"/>
              <a:gd name="connsiteY3" fmla="*/ 5403918 h 5403918"/>
              <a:gd name="connsiteX0" fmla="*/ 2962143 w 6164738"/>
              <a:gd name="connsiteY0" fmla="*/ 5403918 h 5403918"/>
              <a:gd name="connsiteX1" fmla="*/ 0 w 6164738"/>
              <a:gd name="connsiteY1" fmla="*/ 0 h 5403918"/>
              <a:gd name="connsiteX2" fmla="*/ 6164738 w 6164738"/>
              <a:gd name="connsiteY2" fmla="*/ 1984373 h 5403918"/>
              <a:gd name="connsiteX3" fmla="*/ 2962143 w 6164738"/>
              <a:gd name="connsiteY3" fmla="*/ 5403918 h 5403918"/>
              <a:gd name="connsiteX0" fmla="*/ 2819219 w 6021814"/>
              <a:gd name="connsiteY0" fmla="*/ 5189477 h 5189477"/>
              <a:gd name="connsiteX1" fmla="*/ 0 w 6021814"/>
              <a:gd name="connsiteY1" fmla="*/ 0 h 5189477"/>
              <a:gd name="connsiteX2" fmla="*/ 6021814 w 6021814"/>
              <a:gd name="connsiteY2" fmla="*/ 1769932 h 5189477"/>
              <a:gd name="connsiteX3" fmla="*/ 2819219 w 6021814"/>
              <a:gd name="connsiteY3" fmla="*/ 5189477 h 5189477"/>
              <a:gd name="connsiteX0" fmla="*/ 2819219 w 6007522"/>
              <a:gd name="connsiteY0" fmla="*/ 5189477 h 5189477"/>
              <a:gd name="connsiteX1" fmla="*/ 0 w 6007522"/>
              <a:gd name="connsiteY1" fmla="*/ 0 h 5189477"/>
              <a:gd name="connsiteX2" fmla="*/ 6007522 w 6007522"/>
              <a:gd name="connsiteY2" fmla="*/ 3299613 h 5189477"/>
              <a:gd name="connsiteX3" fmla="*/ 2819219 w 6007522"/>
              <a:gd name="connsiteY3" fmla="*/ 5189477 h 5189477"/>
              <a:gd name="connsiteX0" fmla="*/ 2819219 w 6021814"/>
              <a:gd name="connsiteY0" fmla="*/ 5189477 h 5189477"/>
              <a:gd name="connsiteX1" fmla="*/ 0 w 6021814"/>
              <a:gd name="connsiteY1" fmla="*/ 0 h 5189477"/>
              <a:gd name="connsiteX2" fmla="*/ 6021814 w 6021814"/>
              <a:gd name="connsiteY2" fmla="*/ 3385390 h 5189477"/>
              <a:gd name="connsiteX3" fmla="*/ 2819219 w 6021814"/>
              <a:gd name="connsiteY3" fmla="*/ 5189477 h 5189477"/>
              <a:gd name="connsiteX0" fmla="*/ 2862096 w 6021814"/>
              <a:gd name="connsiteY0" fmla="*/ 5189477 h 5189477"/>
              <a:gd name="connsiteX1" fmla="*/ 0 w 6021814"/>
              <a:gd name="connsiteY1" fmla="*/ 0 h 5189477"/>
              <a:gd name="connsiteX2" fmla="*/ 6021814 w 6021814"/>
              <a:gd name="connsiteY2" fmla="*/ 3385390 h 5189477"/>
              <a:gd name="connsiteX3" fmla="*/ 2862096 w 6021814"/>
              <a:gd name="connsiteY3" fmla="*/ 5189477 h 5189477"/>
              <a:gd name="connsiteX0" fmla="*/ 2862096 w 6021814"/>
              <a:gd name="connsiteY0" fmla="*/ 5189477 h 5189477"/>
              <a:gd name="connsiteX1" fmla="*/ 0 w 6021814"/>
              <a:gd name="connsiteY1" fmla="*/ 0 h 5189477"/>
              <a:gd name="connsiteX2" fmla="*/ 6021814 w 6021814"/>
              <a:gd name="connsiteY2" fmla="*/ 3385390 h 5189477"/>
              <a:gd name="connsiteX3" fmla="*/ 2862096 w 6021814"/>
              <a:gd name="connsiteY3" fmla="*/ 5189477 h 5189477"/>
              <a:gd name="connsiteX0" fmla="*/ 2862096 w 5993229"/>
              <a:gd name="connsiteY0" fmla="*/ 5189477 h 5189477"/>
              <a:gd name="connsiteX1" fmla="*/ 0 w 5993229"/>
              <a:gd name="connsiteY1" fmla="*/ 0 h 5189477"/>
              <a:gd name="connsiteX2" fmla="*/ 5993229 w 5993229"/>
              <a:gd name="connsiteY2" fmla="*/ 3394921 h 5189477"/>
              <a:gd name="connsiteX3" fmla="*/ 2862096 w 5993229"/>
              <a:gd name="connsiteY3" fmla="*/ 5189477 h 5189477"/>
              <a:gd name="connsiteX0" fmla="*/ 2940500 w 5993229"/>
              <a:gd name="connsiteY0" fmla="*/ 5196067 h 5196067"/>
              <a:gd name="connsiteX1" fmla="*/ 0 w 5993229"/>
              <a:gd name="connsiteY1" fmla="*/ 0 h 5196067"/>
              <a:gd name="connsiteX2" fmla="*/ 5993229 w 5993229"/>
              <a:gd name="connsiteY2" fmla="*/ 3394921 h 5196067"/>
              <a:gd name="connsiteX3" fmla="*/ 2940500 w 5993229"/>
              <a:gd name="connsiteY3" fmla="*/ 5196067 h 5196067"/>
              <a:gd name="connsiteX0" fmla="*/ 2940500 w 5999763"/>
              <a:gd name="connsiteY0" fmla="*/ 5196067 h 5196067"/>
              <a:gd name="connsiteX1" fmla="*/ 0 w 5999763"/>
              <a:gd name="connsiteY1" fmla="*/ 0 h 5196067"/>
              <a:gd name="connsiteX2" fmla="*/ 5999763 w 5999763"/>
              <a:gd name="connsiteY2" fmla="*/ 3467409 h 5196067"/>
              <a:gd name="connsiteX3" fmla="*/ 2940500 w 5999763"/>
              <a:gd name="connsiteY3" fmla="*/ 5196067 h 5196067"/>
              <a:gd name="connsiteX0" fmla="*/ 3045039 w 6104302"/>
              <a:gd name="connsiteY0" fmla="*/ 5202656 h 5202656"/>
              <a:gd name="connsiteX1" fmla="*/ 0 w 6104302"/>
              <a:gd name="connsiteY1" fmla="*/ 0 h 5202656"/>
              <a:gd name="connsiteX2" fmla="*/ 6104302 w 6104302"/>
              <a:gd name="connsiteY2" fmla="*/ 3473998 h 5202656"/>
              <a:gd name="connsiteX3" fmla="*/ 3045039 w 6104302"/>
              <a:gd name="connsiteY3" fmla="*/ 5202656 h 5202656"/>
            </a:gdLst>
            <a:ahLst/>
            <a:cxnLst>
              <a:cxn ang="0">
                <a:pos x="connsiteX0" y="connsiteY0"/>
              </a:cxn>
              <a:cxn ang="0">
                <a:pos x="connsiteX1" y="connsiteY1"/>
              </a:cxn>
              <a:cxn ang="0">
                <a:pos x="connsiteX2" y="connsiteY2"/>
              </a:cxn>
              <a:cxn ang="0">
                <a:pos x="connsiteX3" y="connsiteY3"/>
              </a:cxn>
            </a:cxnLst>
            <a:rect l="l" t="t" r="r" b="b"/>
            <a:pathLst>
              <a:path w="6104302" h="5202656">
                <a:moveTo>
                  <a:pt x="3045039" y="5202656"/>
                </a:moveTo>
                <a:cubicBezTo>
                  <a:pt x="3034307" y="5174064"/>
                  <a:pt x="10732" y="42888"/>
                  <a:pt x="0" y="0"/>
                </a:cubicBezTo>
                <a:lnTo>
                  <a:pt x="6104302" y="3473998"/>
                </a:lnTo>
                <a:lnTo>
                  <a:pt x="3045039" y="5202656"/>
                </a:lnTo>
                <a:close/>
              </a:path>
            </a:pathLst>
          </a:custGeom>
          <a:gradFill flip="none" rotWithShape="1">
            <a:gsLst>
              <a:gs pos="22000">
                <a:schemeClr val="accent3"/>
              </a:gs>
              <a:gs pos="51000">
                <a:schemeClr val="accent2"/>
              </a:gs>
              <a:gs pos="98374">
                <a:schemeClr val="accent1"/>
              </a:gs>
            </a:gsLst>
            <a:lin ang="13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3035" y="1655791"/>
            <a:ext cx="11468909" cy="1994392"/>
          </a:xfrm>
          <a:prstGeom prst="rect">
            <a:avLst/>
          </a:prstGeom>
        </p:spPr>
        <p:txBody>
          <a:bodyPr vert="horz" wrap="square" lIns="0" tIns="0" rIns="0" bIns="0" anchor="t" anchorCtr="0">
            <a:noAutofit/>
          </a:bodyPr>
          <a:lstStyle>
            <a:lvl1pPr algn="l">
              <a:lnSpc>
                <a:spcPct val="80000"/>
              </a:lnSpc>
              <a:defRPr sz="7200" b="0">
                <a:solidFill>
                  <a:schemeClr val="tx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sp>
        <p:nvSpPr>
          <p:cNvPr id="43" name="Text Placeholder 7"/>
          <p:cNvSpPr>
            <a:spLocks noGrp="1"/>
          </p:cNvSpPr>
          <p:nvPr>
            <p:ph type="body" sz="quarter" idx="10" hasCustomPrompt="1"/>
          </p:nvPr>
        </p:nvSpPr>
        <p:spPr>
          <a:xfrm>
            <a:off x="384048" y="5204499"/>
            <a:ext cx="1978025"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sp>
        <p:nvSpPr>
          <p:cNvPr id="6" name="Text Placeholder 5"/>
          <p:cNvSpPr>
            <a:spLocks noGrp="1"/>
          </p:cNvSpPr>
          <p:nvPr>
            <p:ph type="body" sz="quarter" idx="12" hasCustomPrompt="1"/>
          </p:nvPr>
        </p:nvSpPr>
        <p:spPr>
          <a:xfrm>
            <a:off x="384048" y="3895344"/>
            <a:ext cx="9514682" cy="864848"/>
          </a:xfrm>
          <a:prstGeom prst="rect">
            <a:avLst/>
          </a:prstGeom>
        </p:spPr>
        <p:txBody>
          <a:bodyPr lIns="0" tIns="0" rIns="0" bIns="0"/>
          <a:lstStyle>
            <a:lvl1pPr>
              <a:lnSpc>
                <a:spcPct val="90000"/>
              </a:lnSpc>
              <a:defRPr sz="2800">
                <a:solidFill>
                  <a:schemeClr val="tx1"/>
                </a:solidFill>
              </a:defRPr>
            </a:lvl1pPr>
          </a:lstStyle>
          <a:p>
            <a:pPr lvl="0"/>
            <a:r>
              <a:rPr lang="en-US" dirty="0"/>
              <a:t>Title subhead/presenters names, </a:t>
            </a:r>
            <a:br>
              <a:rPr lang="en-US" dirty="0"/>
            </a:br>
            <a:r>
              <a:rPr lang="en-US" dirty="0"/>
              <a:t>one or two lines</a:t>
            </a:r>
          </a:p>
        </p:txBody>
      </p:sp>
      <p:pic>
        <p:nvPicPr>
          <p:cNvPr id="34" name="Picture 3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2808186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Cover_4 line">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1" cy="6858000"/>
          </a:xfrm>
          <a:prstGeom prst="rect">
            <a:avLst/>
          </a:prstGeom>
        </p:spPr>
      </p:pic>
      <p:sp>
        <p:nvSpPr>
          <p:cNvPr id="10" name="Freeform 9"/>
          <p:cNvSpPr/>
          <p:nvPr userDrawn="1"/>
        </p:nvSpPr>
        <p:spPr>
          <a:xfrm flipH="1" flipV="1">
            <a:off x="-8709" y="-8709"/>
            <a:ext cx="8136266" cy="6875416"/>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3202595"/>
              <a:gd name="connsiteY0" fmla="*/ 5189477 h 5189477"/>
              <a:gd name="connsiteX1" fmla="*/ 10681 w 3202595"/>
              <a:gd name="connsiteY1" fmla="*/ 0 h 5189477"/>
              <a:gd name="connsiteX2" fmla="*/ 3202595 w 3202595"/>
              <a:gd name="connsiteY2" fmla="*/ 1769932 h 5189477"/>
              <a:gd name="connsiteX3" fmla="*/ 0 w 3202595"/>
              <a:gd name="connsiteY3" fmla="*/ 5189477 h 5189477"/>
              <a:gd name="connsiteX0" fmla="*/ 2962146 w 6164741"/>
              <a:gd name="connsiteY0" fmla="*/ 5403918 h 5403918"/>
              <a:gd name="connsiteX1" fmla="*/ 3 w 6164741"/>
              <a:gd name="connsiteY1" fmla="*/ 0 h 5403918"/>
              <a:gd name="connsiteX2" fmla="*/ 6164741 w 6164741"/>
              <a:gd name="connsiteY2" fmla="*/ 1984373 h 5403918"/>
              <a:gd name="connsiteX3" fmla="*/ 2962146 w 6164741"/>
              <a:gd name="connsiteY3" fmla="*/ 5403918 h 5403918"/>
              <a:gd name="connsiteX0" fmla="*/ 2962143 w 6164738"/>
              <a:gd name="connsiteY0" fmla="*/ 5403918 h 5403918"/>
              <a:gd name="connsiteX1" fmla="*/ 0 w 6164738"/>
              <a:gd name="connsiteY1" fmla="*/ 0 h 5403918"/>
              <a:gd name="connsiteX2" fmla="*/ 6164738 w 6164738"/>
              <a:gd name="connsiteY2" fmla="*/ 1984373 h 5403918"/>
              <a:gd name="connsiteX3" fmla="*/ 2962143 w 6164738"/>
              <a:gd name="connsiteY3" fmla="*/ 5403918 h 5403918"/>
              <a:gd name="connsiteX0" fmla="*/ 2962143 w 6164738"/>
              <a:gd name="connsiteY0" fmla="*/ 5403918 h 5403918"/>
              <a:gd name="connsiteX1" fmla="*/ 0 w 6164738"/>
              <a:gd name="connsiteY1" fmla="*/ 0 h 5403918"/>
              <a:gd name="connsiteX2" fmla="*/ 6164738 w 6164738"/>
              <a:gd name="connsiteY2" fmla="*/ 1984373 h 5403918"/>
              <a:gd name="connsiteX3" fmla="*/ 2962143 w 6164738"/>
              <a:gd name="connsiteY3" fmla="*/ 5403918 h 5403918"/>
              <a:gd name="connsiteX0" fmla="*/ 2819219 w 6021814"/>
              <a:gd name="connsiteY0" fmla="*/ 5189477 h 5189477"/>
              <a:gd name="connsiteX1" fmla="*/ 0 w 6021814"/>
              <a:gd name="connsiteY1" fmla="*/ 0 h 5189477"/>
              <a:gd name="connsiteX2" fmla="*/ 6021814 w 6021814"/>
              <a:gd name="connsiteY2" fmla="*/ 1769932 h 5189477"/>
              <a:gd name="connsiteX3" fmla="*/ 2819219 w 6021814"/>
              <a:gd name="connsiteY3" fmla="*/ 5189477 h 5189477"/>
              <a:gd name="connsiteX0" fmla="*/ 2819219 w 6007522"/>
              <a:gd name="connsiteY0" fmla="*/ 5189477 h 5189477"/>
              <a:gd name="connsiteX1" fmla="*/ 0 w 6007522"/>
              <a:gd name="connsiteY1" fmla="*/ 0 h 5189477"/>
              <a:gd name="connsiteX2" fmla="*/ 6007522 w 6007522"/>
              <a:gd name="connsiteY2" fmla="*/ 3299613 h 5189477"/>
              <a:gd name="connsiteX3" fmla="*/ 2819219 w 6007522"/>
              <a:gd name="connsiteY3" fmla="*/ 5189477 h 5189477"/>
              <a:gd name="connsiteX0" fmla="*/ 2819219 w 6021814"/>
              <a:gd name="connsiteY0" fmla="*/ 5189477 h 5189477"/>
              <a:gd name="connsiteX1" fmla="*/ 0 w 6021814"/>
              <a:gd name="connsiteY1" fmla="*/ 0 h 5189477"/>
              <a:gd name="connsiteX2" fmla="*/ 6021814 w 6021814"/>
              <a:gd name="connsiteY2" fmla="*/ 3385390 h 5189477"/>
              <a:gd name="connsiteX3" fmla="*/ 2819219 w 6021814"/>
              <a:gd name="connsiteY3" fmla="*/ 5189477 h 5189477"/>
              <a:gd name="connsiteX0" fmla="*/ 2862096 w 6021814"/>
              <a:gd name="connsiteY0" fmla="*/ 5189477 h 5189477"/>
              <a:gd name="connsiteX1" fmla="*/ 0 w 6021814"/>
              <a:gd name="connsiteY1" fmla="*/ 0 h 5189477"/>
              <a:gd name="connsiteX2" fmla="*/ 6021814 w 6021814"/>
              <a:gd name="connsiteY2" fmla="*/ 3385390 h 5189477"/>
              <a:gd name="connsiteX3" fmla="*/ 2862096 w 6021814"/>
              <a:gd name="connsiteY3" fmla="*/ 5189477 h 5189477"/>
              <a:gd name="connsiteX0" fmla="*/ 2862096 w 6021814"/>
              <a:gd name="connsiteY0" fmla="*/ 5189477 h 5189477"/>
              <a:gd name="connsiteX1" fmla="*/ 0 w 6021814"/>
              <a:gd name="connsiteY1" fmla="*/ 0 h 5189477"/>
              <a:gd name="connsiteX2" fmla="*/ 6021814 w 6021814"/>
              <a:gd name="connsiteY2" fmla="*/ 3385390 h 5189477"/>
              <a:gd name="connsiteX3" fmla="*/ 2862096 w 6021814"/>
              <a:gd name="connsiteY3" fmla="*/ 5189477 h 5189477"/>
              <a:gd name="connsiteX0" fmla="*/ 2862096 w 5993229"/>
              <a:gd name="connsiteY0" fmla="*/ 5189477 h 5189477"/>
              <a:gd name="connsiteX1" fmla="*/ 0 w 5993229"/>
              <a:gd name="connsiteY1" fmla="*/ 0 h 5189477"/>
              <a:gd name="connsiteX2" fmla="*/ 5993229 w 5993229"/>
              <a:gd name="connsiteY2" fmla="*/ 3394921 h 5189477"/>
              <a:gd name="connsiteX3" fmla="*/ 2862096 w 5993229"/>
              <a:gd name="connsiteY3" fmla="*/ 5189477 h 5189477"/>
              <a:gd name="connsiteX0" fmla="*/ 2940500 w 5993229"/>
              <a:gd name="connsiteY0" fmla="*/ 5196067 h 5196067"/>
              <a:gd name="connsiteX1" fmla="*/ 0 w 5993229"/>
              <a:gd name="connsiteY1" fmla="*/ 0 h 5196067"/>
              <a:gd name="connsiteX2" fmla="*/ 5993229 w 5993229"/>
              <a:gd name="connsiteY2" fmla="*/ 3394921 h 5196067"/>
              <a:gd name="connsiteX3" fmla="*/ 2940500 w 5993229"/>
              <a:gd name="connsiteY3" fmla="*/ 5196067 h 5196067"/>
              <a:gd name="connsiteX0" fmla="*/ 2940500 w 5999763"/>
              <a:gd name="connsiteY0" fmla="*/ 5196067 h 5196067"/>
              <a:gd name="connsiteX1" fmla="*/ 0 w 5999763"/>
              <a:gd name="connsiteY1" fmla="*/ 0 h 5196067"/>
              <a:gd name="connsiteX2" fmla="*/ 5999763 w 5999763"/>
              <a:gd name="connsiteY2" fmla="*/ 3467409 h 5196067"/>
              <a:gd name="connsiteX3" fmla="*/ 2940500 w 5999763"/>
              <a:gd name="connsiteY3" fmla="*/ 5196067 h 5196067"/>
              <a:gd name="connsiteX0" fmla="*/ 3045039 w 6104302"/>
              <a:gd name="connsiteY0" fmla="*/ 5202656 h 5202656"/>
              <a:gd name="connsiteX1" fmla="*/ 0 w 6104302"/>
              <a:gd name="connsiteY1" fmla="*/ 0 h 5202656"/>
              <a:gd name="connsiteX2" fmla="*/ 6104302 w 6104302"/>
              <a:gd name="connsiteY2" fmla="*/ 3473998 h 5202656"/>
              <a:gd name="connsiteX3" fmla="*/ 3045039 w 6104302"/>
              <a:gd name="connsiteY3" fmla="*/ 5202656 h 5202656"/>
            </a:gdLst>
            <a:ahLst/>
            <a:cxnLst>
              <a:cxn ang="0">
                <a:pos x="connsiteX0" y="connsiteY0"/>
              </a:cxn>
              <a:cxn ang="0">
                <a:pos x="connsiteX1" y="connsiteY1"/>
              </a:cxn>
              <a:cxn ang="0">
                <a:pos x="connsiteX2" y="connsiteY2"/>
              </a:cxn>
              <a:cxn ang="0">
                <a:pos x="connsiteX3" y="connsiteY3"/>
              </a:cxn>
            </a:cxnLst>
            <a:rect l="l" t="t" r="r" b="b"/>
            <a:pathLst>
              <a:path w="6104302" h="5202656">
                <a:moveTo>
                  <a:pt x="3045039" y="5202656"/>
                </a:moveTo>
                <a:cubicBezTo>
                  <a:pt x="3034307" y="5174064"/>
                  <a:pt x="10732" y="42888"/>
                  <a:pt x="0" y="0"/>
                </a:cubicBezTo>
                <a:lnTo>
                  <a:pt x="6104302" y="3473998"/>
                </a:lnTo>
                <a:lnTo>
                  <a:pt x="3045039" y="5202656"/>
                </a:lnTo>
                <a:close/>
              </a:path>
            </a:pathLst>
          </a:custGeom>
          <a:gradFill flip="none" rotWithShape="1">
            <a:gsLst>
              <a:gs pos="22000">
                <a:schemeClr val="accent3"/>
              </a:gs>
              <a:gs pos="51000">
                <a:schemeClr val="accent2"/>
              </a:gs>
              <a:gs pos="98374">
                <a:schemeClr val="accent1"/>
              </a:gs>
            </a:gsLst>
            <a:lin ang="13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3035" y="1655791"/>
            <a:ext cx="11468909" cy="1994392"/>
          </a:xfrm>
          <a:prstGeom prst="rect">
            <a:avLst/>
          </a:prstGeom>
        </p:spPr>
        <p:txBody>
          <a:bodyPr vert="horz" wrap="square" lIns="0" tIns="0" rIns="0" bIns="0" anchor="t" anchorCtr="0">
            <a:noAutofit/>
          </a:bodyPr>
          <a:lstStyle>
            <a:lvl1pPr algn="l">
              <a:lnSpc>
                <a:spcPct val="80000"/>
              </a:lnSpc>
              <a:defRPr sz="7200" b="0">
                <a:solidFill>
                  <a:schemeClr val="tx1"/>
                </a:solidFill>
                <a:latin typeface="3M Circular TT Bold" panose="020B0804020101010102" pitchFamily="34" charset="0"/>
                <a:cs typeface="3M Circular TT Bold" panose="020B0804020101010102" pitchFamily="34" charset="0"/>
              </a:defRPr>
            </a:lvl1pPr>
          </a:lstStyle>
          <a:p>
            <a:r>
              <a:rPr lang="en-US" dirty="0"/>
              <a:t>Two line title</a:t>
            </a:r>
            <a:br>
              <a:rPr lang="en-US" dirty="0"/>
            </a:br>
            <a:r>
              <a:rPr lang="en-US" dirty="0"/>
              <a:t>goes here</a:t>
            </a:r>
            <a:endParaRPr lang="en-GB" dirty="0"/>
          </a:p>
        </p:txBody>
      </p:sp>
      <p:sp>
        <p:nvSpPr>
          <p:cNvPr id="43" name="Text Placeholder 7"/>
          <p:cNvSpPr>
            <a:spLocks noGrp="1"/>
          </p:cNvSpPr>
          <p:nvPr>
            <p:ph type="body" sz="quarter" idx="10" hasCustomPrompt="1"/>
          </p:nvPr>
        </p:nvSpPr>
        <p:spPr>
          <a:xfrm>
            <a:off x="384047" y="3895344"/>
            <a:ext cx="4114800"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pic>
        <p:nvPicPr>
          <p:cNvPr id="34" name="Picture 3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248477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Cover_5 line/subhead">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1" cy="6867524"/>
          </a:xfrm>
          <a:prstGeom prst="rect">
            <a:avLst/>
          </a:prstGeom>
        </p:spPr>
      </p:pic>
      <p:pic>
        <p:nvPicPr>
          <p:cNvPr id="34" name="Picture 3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grpSp>
        <p:nvGrpSpPr>
          <p:cNvPr id="31" name="Group 30"/>
          <p:cNvGrpSpPr/>
          <p:nvPr userDrawn="1"/>
        </p:nvGrpSpPr>
        <p:grpSpPr>
          <a:xfrm>
            <a:off x="6095262" y="0"/>
            <a:ext cx="6101116" cy="6858864"/>
            <a:chOff x="6095262" y="0"/>
            <a:chExt cx="6101116" cy="6858864"/>
          </a:xfrm>
        </p:grpSpPr>
        <p:sp>
          <p:nvSpPr>
            <p:cNvPr id="8" name="Freeform 7"/>
            <p:cNvSpPr/>
            <p:nvPr userDrawn="1"/>
          </p:nvSpPr>
          <p:spPr>
            <a:xfrm>
              <a:off x="6105525" y="0"/>
              <a:ext cx="6082158" cy="6858000"/>
            </a:xfrm>
            <a:custGeom>
              <a:avLst/>
              <a:gdLst>
                <a:gd name="connsiteX0" fmla="*/ 6096000 w 6096000"/>
                <a:gd name="connsiteY0" fmla="*/ 0 h 6867525"/>
                <a:gd name="connsiteX1" fmla="*/ 0 w 6096000"/>
                <a:gd name="connsiteY1" fmla="*/ 9525 h 6867525"/>
                <a:gd name="connsiteX2" fmla="*/ 3362325 w 6096000"/>
                <a:gd name="connsiteY2" fmla="*/ 6867525 h 6867525"/>
                <a:gd name="connsiteX3" fmla="*/ 6096000 w 6096000"/>
                <a:gd name="connsiteY3" fmla="*/ 6858000 h 6867525"/>
                <a:gd name="connsiteX4" fmla="*/ 6096000 w 6096000"/>
                <a:gd name="connsiteY4" fmla="*/ 0 h 686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525">
                  <a:moveTo>
                    <a:pt x="6096000" y="0"/>
                  </a:moveTo>
                  <a:lnTo>
                    <a:pt x="0" y="9525"/>
                  </a:lnTo>
                  <a:lnTo>
                    <a:pt x="3362325" y="6867525"/>
                  </a:lnTo>
                  <a:lnTo>
                    <a:pt x="6096000" y="6858000"/>
                  </a:lnTo>
                  <a:lnTo>
                    <a:pt x="609600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3" name="Freeform 32"/>
            <p:cNvSpPr/>
            <p:nvPr userDrawn="1"/>
          </p:nvSpPr>
          <p:spPr>
            <a:xfrm flipH="1">
              <a:off x="6099048" y="0"/>
              <a:ext cx="6096736" cy="4569416"/>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 name="connsiteX0" fmla="*/ 2623 w 3395129"/>
                <a:gd name="connsiteY0" fmla="*/ 652 h 3446751"/>
                <a:gd name="connsiteX1" fmla="*/ 0 w 3395129"/>
                <a:gd name="connsiteY1" fmla="*/ 3446751 h 3446751"/>
                <a:gd name="connsiteX2" fmla="*/ 3395129 w 3395129"/>
                <a:gd name="connsiteY2" fmla="*/ 0 h 3446751"/>
                <a:gd name="connsiteX3" fmla="*/ 2623 w 3395129"/>
                <a:gd name="connsiteY3" fmla="*/ 652 h 3446751"/>
              </a:gdLst>
              <a:ahLst/>
              <a:cxnLst>
                <a:cxn ang="0">
                  <a:pos x="connsiteX0" y="connsiteY0"/>
                </a:cxn>
                <a:cxn ang="0">
                  <a:pos x="connsiteX1" y="connsiteY1"/>
                </a:cxn>
                <a:cxn ang="0">
                  <a:pos x="connsiteX2" y="connsiteY2"/>
                </a:cxn>
                <a:cxn ang="0">
                  <a:pos x="connsiteX3" y="connsiteY3"/>
                </a:cxn>
              </a:cxnLst>
              <a:rect l="l" t="t" r="r" b="b"/>
              <a:pathLst>
                <a:path w="3395129" h="3446751">
                  <a:moveTo>
                    <a:pt x="2623" y="652"/>
                  </a:moveTo>
                  <a:cubicBezTo>
                    <a:pt x="1749" y="1149352"/>
                    <a:pt x="874" y="2298051"/>
                    <a:pt x="0" y="3446751"/>
                  </a:cubicBezTo>
                  <a:lnTo>
                    <a:pt x="3395129" y="0"/>
                  </a:lnTo>
                  <a:lnTo>
                    <a:pt x="2623" y="652"/>
                  </a:lnTo>
                  <a:close/>
                </a:path>
              </a:pathLst>
            </a:custGeom>
            <a:gradFill flip="none" rotWithShape="1">
              <a:gsLst>
                <a:gs pos="1000">
                  <a:schemeClr val="accent2"/>
                </a:gs>
                <a:gs pos="100000">
                  <a:schemeClr val="accent1"/>
                </a:gs>
              </a:gsLst>
              <a:lin ang="120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Freeform 34"/>
            <p:cNvSpPr/>
            <p:nvPr userDrawn="1"/>
          </p:nvSpPr>
          <p:spPr>
            <a:xfrm flipH="1">
              <a:off x="9451181" y="4569416"/>
              <a:ext cx="2745197" cy="2289448"/>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 name="connsiteX0" fmla="*/ 1529836 w 1529836"/>
                <a:gd name="connsiteY0" fmla="*/ 1726951 h 1726951"/>
                <a:gd name="connsiteX1" fmla="*/ 4894 w 1529836"/>
                <a:gd name="connsiteY1" fmla="*/ 0 h 1726951"/>
                <a:gd name="connsiteX2" fmla="*/ 0 w 1529836"/>
                <a:gd name="connsiteY2" fmla="*/ 1719114 h 1726951"/>
                <a:gd name="connsiteX3" fmla="*/ 1529836 w 1529836"/>
                <a:gd name="connsiteY3" fmla="*/ 1726951 h 1726951"/>
                <a:gd name="connsiteX0" fmla="*/ 1524956 w 1524956"/>
                <a:gd name="connsiteY0" fmla="*/ 1726951 h 1726951"/>
                <a:gd name="connsiteX1" fmla="*/ 14 w 1524956"/>
                <a:gd name="connsiteY1" fmla="*/ 0 h 1726951"/>
                <a:gd name="connsiteX2" fmla="*/ 139661 w 1524956"/>
                <a:gd name="connsiteY2" fmla="*/ 1496385 h 1726951"/>
                <a:gd name="connsiteX3" fmla="*/ 1524956 w 1524956"/>
                <a:gd name="connsiteY3" fmla="*/ 1726951 h 1726951"/>
                <a:gd name="connsiteX0" fmla="*/ 1525273 w 1525273"/>
                <a:gd name="connsiteY0" fmla="*/ 1726951 h 1726951"/>
                <a:gd name="connsiteX1" fmla="*/ 331 w 1525273"/>
                <a:gd name="connsiteY1" fmla="*/ 0 h 1726951"/>
                <a:gd name="connsiteX2" fmla="*/ 2068 w 1525273"/>
                <a:gd name="connsiteY2" fmla="*/ 1726299 h 1726951"/>
                <a:gd name="connsiteX3" fmla="*/ 1525273 w 1525273"/>
                <a:gd name="connsiteY3" fmla="*/ 1726951 h 1726951"/>
              </a:gdLst>
              <a:ahLst/>
              <a:cxnLst>
                <a:cxn ang="0">
                  <a:pos x="connsiteX0" y="connsiteY0"/>
                </a:cxn>
                <a:cxn ang="0">
                  <a:pos x="connsiteX1" y="connsiteY1"/>
                </a:cxn>
                <a:cxn ang="0">
                  <a:pos x="connsiteX2" y="connsiteY2"/>
                </a:cxn>
                <a:cxn ang="0">
                  <a:pos x="connsiteX3" y="connsiteY3"/>
                </a:cxn>
              </a:cxnLst>
              <a:rect l="l" t="t" r="r" b="b"/>
              <a:pathLst>
                <a:path w="1525273" h="1726951">
                  <a:moveTo>
                    <a:pt x="1525273" y="1726951"/>
                  </a:moveTo>
                  <a:lnTo>
                    <a:pt x="331" y="0"/>
                  </a:lnTo>
                  <a:cubicBezTo>
                    <a:pt x="-1300" y="573038"/>
                    <a:pt x="3699" y="1153261"/>
                    <a:pt x="2068" y="1726299"/>
                  </a:cubicBezTo>
                  <a:lnTo>
                    <a:pt x="1525273" y="1726951"/>
                  </a:lnTo>
                  <a:close/>
                </a:path>
              </a:pathLst>
            </a:custGeom>
            <a:gradFill flip="none" rotWithShape="1">
              <a:gsLst>
                <a:gs pos="100000">
                  <a:schemeClr val="accent2"/>
                </a:gs>
                <a:gs pos="0">
                  <a:schemeClr val="accent1"/>
                </a:gs>
              </a:gsLst>
              <a:lin ang="13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Freeform 25"/>
            <p:cNvSpPr/>
            <p:nvPr userDrawn="1"/>
          </p:nvSpPr>
          <p:spPr>
            <a:xfrm flipH="1">
              <a:off x="6095262" y="0"/>
              <a:ext cx="6100521" cy="6858864"/>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Lst>
              <a:ahLst/>
              <a:cxnLst>
                <a:cxn ang="0">
                  <a:pos x="connsiteX0" y="connsiteY0"/>
                </a:cxn>
                <a:cxn ang="0">
                  <a:pos x="connsiteX1" y="connsiteY1"/>
                </a:cxn>
                <a:cxn ang="0">
                  <a:pos x="connsiteX2" y="connsiteY2"/>
                </a:cxn>
                <a:cxn ang="0">
                  <a:pos x="connsiteX3" y="connsiteY3"/>
                </a:cxn>
              </a:cxnLst>
              <a:rect l="l" t="t" r="r" b="b"/>
              <a:pathLst>
                <a:path w="3395129" h="5173702">
                  <a:moveTo>
                    <a:pt x="1524942" y="5173702"/>
                  </a:moveTo>
                  <a:lnTo>
                    <a:pt x="0" y="3446751"/>
                  </a:lnTo>
                  <a:lnTo>
                    <a:pt x="3395129" y="0"/>
                  </a:lnTo>
                  <a:lnTo>
                    <a:pt x="1524942" y="5173702"/>
                  </a:lnTo>
                  <a:close/>
                </a:path>
              </a:pathLst>
            </a:custGeom>
            <a:gradFill flip="none" rotWithShape="1">
              <a:gsLst>
                <a:gs pos="1000">
                  <a:schemeClr val="accent2"/>
                </a:gs>
                <a:gs pos="100000">
                  <a:schemeClr val="accent1"/>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 name="Title 1"/>
          <p:cNvSpPr>
            <a:spLocks noGrp="1"/>
          </p:cNvSpPr>
          <p:nvPr>
            <p:ph type="ctrTitle" hasCustomPrompt="1"/>
          </p:nvPr>
        </p:nvSpPr>
        <p:spPr>
          <a:xfrm>
            <a:off x="383035" y="1655791"/>
            <a:ext cx="11468909" cy="1994392"/>
          </a:xfrm>
          <a:prstGeom prst="rect">
            <a:avLst/>
          </a:prstGeom>
        </p:spPr>
        <p:txBody>
          <a:bodyPr vert="horz" wrap="square" lIns="0" tIns="0" rIns="0" bIns="0" anchor="t" anchorCtr="0">
            <a:noAutofit/>
          </a:bodyPr>
          <a:lstStyle>
            <a:lvl1pPr algn="l">
              <a:lnSpc>
                <a:spcPct val="80000"/>
              </a:lnSpc>
              <a:defRPr sz="7200" b="0">
                <a:solidFill>
                  <a:schemeClr val="tx1"/>
                </a:solidFill>
                <a:latin typeface="3M Circular TT Bold" panose="020B0804020101010102" pitchFamily="34" charset="0"/>
                <a:cs typeface="3M Circular TT Bold" panose="020B0804020101010102" pitchFamily="34" charset="0"/>
              </a:defRPr>
            </a:lvl1pPr>
          </a:lstStyle>
          <a:p>
            <a:r>
              <a:rPr lang="en-US" dirty="0"/>
              <a:t>Two line title</a:t>
            </a:r>
            <a:br>
              <a:rPr lang="en-US" dirty="0"/>
            </a:br>
            <a:r>
              <a:rPr lang="en-US" dirty="0"/>
              <a:t>goes here</a:t>
            </a:r>
            <a:endParaRPr lang="en-GB" dirty="0"/>
          </a:p>
        </p:txBody>
      </p:sp>
      <p:sp>
        <p:nvSpPr>
          <p:cNvPr id="43" name="Text Placeholder 7"/>
          <p:cNvSpPr>
            <a:spLocks noGrp="1"/>
          </p:cNvSpPr>
          <p:nvPr>
            <p:ph type="body" sz="quarter" idx="10" hasCustomPrompt="1"/>
          </p:nvPr>
        </p:nvSpPr>
        <p:spPr>
          <a:xfrm>
            <a:off x="384048" y="5204499"/>
            <a:ext cx="1978025"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sp>
        <p:nvSpPr>
          <p:cNvPr id="6" name="Text Placeholder 5"/>
          <p:cNvSpPr>
            <a:spLocks noGrp="1"/>
          </p:cNvSpPr>
          <p:nvPr>
            <p:ph type="body" sz="quarter" idx="12" hasCustomPrompt="1"/>
          </p:nvPr>
        </p:nvSpPr>
        <p:spPr>
          <a:xfrm>
            <a:off x="384048" y="3895344"/>
            <a:ext cx="9514682" cy="864848"/>
          </a:xfrm>
          <a:prstGeom prst="rect">
            <a:avLst/>
          </a:prstGeom>
        </p:spPr>
        <p:txBody>
          <a:bodyPr lIns="0" tIns="0" rIns="0" bIns="0"/>
          <a:lstStyle>
            <a:lvl1pPr>
              <a:lnSpc>
                <a:spcPct val="90000"/>
              </a:lnSpc>
              <a:defRPr sz="2800">
                <a:solidFill>
                  <a:schemeClr val="tx1"/>
                </a:solidFill>
              </a:defRPr>
            </a:lvl1pPr>
          </a:lstStyle>
          <a:p>
            <a:pPr lvl="0"/>
            <a:r>
              <a:rPr lang="en-US" dirty="0"/>
              <a:t>Title subhead/presenters names, </a:t>
            </a:r>
            <a:br>
              <a:rPr lang="en-US" dirty="0"/>
            </a:br>
            <a:r>
              <a:rPr lang="en-US" dirty="0"/>
              <a:t>one or two lines</a:t>
            </a:r>
          </a:p>
        </p:txBody>
      </p:sp>
    </p:spTree>
    <p:extLst>
      <p:ext uri="{BB962C8B-B14F-4D97-AF65-F5344CB8AC3E}">
        <p14:creationId xmlns:p14="http://schemas.microsoft.com/office/powerpoint/2010/main" val="273334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over_5 line">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1" cy="6858000"/>
          </a:xfrm>
          <a:prstGeom prst="rect">
            <a:avLst/>
          </a:prstGeom>
        </p:spPr>
      </p:pic>
      <p:pic>
        <p:nvPicPr>
          <p:cNvPr id="34" name="Picture 3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grpSp>
        <p:nvGrpSpPr>
          <p:cNvPr id="22" name="Group 21"/>
          <p:cNvGrpSpPr/>
          <p:nvPr userDrawn="1"/>
        </p:nvGrpSpPr>
        <p:grpSpPr>
          <a:xfrm>
            <a:off x="6095262" y="0"/>
            <a:ext cx="6101116" cy="6858864"/>
            <a:chOff x="6095262" y="0"/>
            <a:chExt cx="6101116" cy="6858864"/>
          </a:xfrm>
        </p:grpSpPr>
        <p:sp>
          <p:nvSpPr>
            <p:cNvPr id="23" name="Freeform 22"/>
            <p:cNvSpPr/>
            <p:nvPr userDrawn="1"/>
          </p:nvSpPr>
          <p:spPr>
            <a:xfrm>
              <a:off x="6105525" y="0"/>
              <a:ext cx="6082158" cy="6858000"/>
            </a:xfrm>
            <a:custGeom>
              <a:avLst/>
              <a:gdLst>
                <a:gd name="connsiteX0" fmla="*/ 6096000 w 6096000"/>
                <a:gd name="connsiteY0" fmla="*/ 0 h 6867525"/>
                <a:gd name="connsiteX1" fmla="*/ 0 w 6096000"/>
                <a:gd name="connsiteY1" fmla="*/ 9525 h 6867525"/>
                <a:gd name="connsiteX2" fmla="*/ 3362325 w 6096000"/>
                <a:gd name="connsiteY2" fmla="*/ 6867525 h 6867525"/>
                <a:gd name="connsiteX3" fmla="*/ 6096000 w 6096000"/>
                <a:gd name="connsiteY3" fmla="*/ 6858000 h 6867525"/>
                <a:gd name="connsiteX4" fmla="*/ 6096000 w 6096000"/>
                <a:gd name="connsiteY4" fmla="*/ 0 h 686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525">
                  <a:moveTo>
                    <a:pt x="6096000" y="0"/>
                  </a:moveTo>
                  <a:lnTo>
                    <a:pt x="0" y="9525"/>
                  </a:lnTo>
                  <a:lnTo>
                    <a:pt x="3362325" y="6867525"/>
                  </a:lnTo>
                  <a:lnTo>
                    <a:pt x="6096000" y="6858000"/>
                  </a:lnTo>
                  <a:lnTo>
                    <a:pt x="609600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4" name="Freeform 23"/>
            <p:cNvSpPr/>
            <p:nvPr userDrawn="1"/>
          </p:nvSpPr>
          <p:spPr>
            <a:xfrm flipH="1">
              <a:off x="6099048" y="0"/>
              <a:ext cx="6096736" cy="4569416"/>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 name="connsiteX0" fmla="*/ 2623 w 3395129"/>
                <a:gd name="connsiteY0" fmla="*/ 652 h 3446751"/>
                <a:gd name="connsiteX1" fmla="*/ 0 w 3395129"/>
                <a:gd name="connsiteY1" fmla="*/ 3446751 h 3446751"/>
                <a:gd name="connsiteX2" fmla="*/ 3395129 w 3395129"/>
                <a:gd name="connsiteY2" fmla="*/ 0 h 3446751"/>
                <a:gd name="connsiteX3" fmla="*/ 2623 w 3395129"/>
                <a:gd name="connsiteY3" fmla="*/ 652 h 3446751"/>
              </a:gdLst>
              <a:ahLst/>
              <a:cxnLst>
                <a:cxn ang="0">
                  <a:pos x="connsiteX0" y="connsiteY0"/>
                </a:cxn>
                <a:cxn ang="0">
                  <a:pos x="connsiteX1" y="connsiteY1"/>
                </a:cxn>
                <a:cxn ang="0">
                  <a:pos x="connsiteX2" y="connsiteY2"/>
                </a:cxn>
                <a:cxn ang="0">
                  <a:pos x="connsiteX3" y="connsiteY3"/>
                </a:cxn>
              </a:cxnLst>
              <a:rect l="l" t="t" r="r" b="b"/>
              <a:pathLst>
                <a:path w="3395129" h="3446751">
                  <a:moveTo>
                    <a:pt x="2623" y="652"/>
                  </a:moveTo>
                  <a:cubicBezTo>
                    <a:pt x="1749" y="1149352"/>
                    <a:pt x="874" y="2298051"/>
                    <a:pt x="0" y="3446751"/>
                  </a:cubicBezTo>
                  <a:lnTo>
                    <a:pt x="3395129" y="0"/>
                  </a:lnTo>
                  <a:lnTo>
                    <a:pt x="2623" y="652"/>
                  </a:lnTo>
                  <a:close/>
                </a:path>
              </a:pathLst>
            </a:custGeom>
            <a:gradFill flip="none" rotWithShape="1">
              <a:gsLst>
                <a:gs pos="1000">
                  <a:schemeClr val="accent2"/>
                </a:gs>
                <a:gs pos="100000">
                  <a:schemeClr val="accent3"/>
                </a:gs>
              </a:gsLst>
              <a:lin ang="120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Freeform 24"/>
            <p:cNvSpPr/>
            <p:nvPr userDrawn="1"/>
          </p:nvSpPr>
          <p:spPr>
            <a:xfrm flipH="1">
              <a:off x="9451181" y="4569416"/>
              <a:ext cx="2745197" cy="2289448"/>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 name="connsiteX0" fmla="*/ 1529836 w 1529836"/>
                <a:gd name="connsiteY0" fmla="*/ 1726951 h 1726951"/>
                <a:gd name="connsiteX1" fmla="*/ 4894 w 1529836"/>
                <a:gd name="connsiteY1" fmla="*/ 0 h 1726951"/>
                <a:gd name="connsiteX2" fmla="*/ 0 w 1529836"/>
                <a:gd name="connsiteY2" fmla="*/ 1719114 h 1726951"/>
                <a:gd name="connsiteX3" fmla="*/ 1529836 w 1529836"/>
                <a:gd name="connsiteY3" fmla="*/ 1726951 h 1726951"/>
                <a:gd name="connsiteX0" fmla="*/ 1524956 w 1524956"/>
                <a:gd name="connsiteY0" fmla="*/ 1726951 h 1726951"/>
                <a:gd name="connsiteX1" fmla="*/ 14 w 1524956"/>
                <a:gd name="connsiteY1" fmla="*/ 0 h 1726951"/>
                <a:gd name="connsiteX2" fmla="*/ 139661 w 1524956"/>
                <a:gd name="connsiteY2" fmla="*/ 1496385 h 1726951"/>
                <a:gd name="connsiteX3" fmla="*/ 1524956 w 1524956"/>
                <a:gd name="connsiteY3" fmla="*/ 1726951 h 1726951"/>
                <a:gd name="connsiteX0" fmla="*/ 1525273 w 1525273"/>
                <a:gd name="connsiteY0" fmla="*/ 1726951 h 1726951"/>
                <a:gd name="connsiteX1" fmla="*/ 331 w 1525273"/>
                <a:gd name="connsiteY1" fmla="*/ 0 h 1726951"/>
                <a:gd name="connsiteX2" fmla="*/ 2068 w 1525273"/>
                <a:gd name="connsiteY2" fmla="*/ 1726299 h 1726951"/>
                <a:gd name="connsiteX3" fmla="*/ 1525273 w 1525273"/>
                <a:gd name="connsiteY3" fmla="*/ 1726951 h 1726951"/>
              </a:gdLst>
              <a:ahLst/>
              <a:cxnLst>
                <a:cxn ang="0">
                  <a:pos x="connsiteX0" y="connsiteY0"/>
                </a:cxn>
                <a:cxn ang="0">
                  <a:pos x="connsiteX1" y="connsiteY1"/>
                </a:cxn>
                <a:cxn ang="0">
                  <a:pos x="connsiteX2" y="connsiteY2"/>
                </a:cxn>
                <a:cxn ang="0">
                  <a:pos x="connsiteX3" y="connsiteY3"/>
                </a:cxn>
              </a:cxnLst>
              <a:rect l="l" t="t" r="r" b="b"/>
              <a:pathLst>
                <a:path w="1525273" h="1726951">
                  <a:moveTo>
                    <a:pt x="1525273" y="1726951"/>
                  </a:moveTo>
                  <a:lnTo>
                    <a:pt x="331" y="0"/>
                  </a:lnTo>
                  <a:cubicBezTo>
                    <a:pt x="-1300" y="573038"/>
                    <a:pt x="3699" y="1153261"/>
                    <a:pt x="2068" y="1726299"/>
                  </a:cubicBezTo>
                  <a:lnTo>
                    <a:pt x="1525273" y="1726951"/>
                  </a:lnTo>
                  <a:close/>
                </a:path>
              </a:pathLst>
            </a:custGeom>
            <a:gradFill flip="none" rotWithShape="1">
              <a:gsLst>
                <a:gs pos="100000">
                  <a:schemeClr val="accent2"/>
                </a:gs>
                <a:gs pos="0">
                  <a:schemeClr val="accent3"/>
                </a:gs>
              </a:gsLst>
              <a:lin ang="13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Freeform 25"/>
            <p:cNvSpPr/>
            <p:nvPr userDrawn="1"/>
          </p:nvSpPr>
          <p:spPr>
            <a:xfrm flipH="1">
              <a:off x="6095262" y="0"/>
              <a:ext cx="6100521" cy="6858864"/>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Lst>
              <a:ahLst/>
              <a:cxnLst>
                <a:cxn ang="0">
                  <a:pos x="connsiteX0" y="connsiteY0"/>
                </a:cxn>
                <a:cxn ang="0">
                  <a:pos x="connsiteX1" y="connsiteY1"/>
                </a:cxn>
                <a:cxn ang="0">
                  <a:pos x="connsiteX2" y="connsiteY2"/>
                </a:cxn>
                <a:cxn ang="0">
                  <a:pos x="connsiteX3" y="connsiteY3"/>
                </a:cxn>
              </a:cxnLst>
              <a:rect l="l" t="t" r="r" b="b"/>
              <a:pathLst>
                <a:path w="3395129" h="5173702">
                  <a:moveTo>
                    <a:pt x="1524942" y="5173702"/>
                  </a:moveTo>
                  <a:lnTo>
                    <a:pt x="0" y="3446751"/>
                  </a:lnTo>
                  <a:lnTo>
                    <a:pt x="3395129" y="0"/>
                  </a:lnTo>
                  <a:lnTo>
                    <a:pt x="1524942" y="5173702"/>
                  </a:lnTo>
                  <a:close/>
                </a:path>
              </a:pathLst>
            </a:custGeom>
            <a:gradFill flip="none" rotWithShape="1">
              <a:gsLst>
                <a:gs pos="1000">
                  <a:schemeClr val="accent2"/>
                </a:gs>
                <a:gs pos="100000">
                  <a:schemeClr val="accent3"/>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 name="Title 1"/>
          <p:cNvSpPr>
            <a:spLocks noGrp="1"/>
          </p:cNvSpPr>
          <p:nvPr>
            <p:ph type="ctrTitle" hasCustomPrompt="1"/>
          </p:nvPr>
        </p:nvSpPr>
        <p:spPr>
          <a:xfrm>
            <a:off x="383035" y="1655791"/>
            <a:ext cx="11468909" cy="1994392"/>
          </a:xfrm>
          <a:prstGeom prst="rect">
            <a:avLst/>
          </a:prstGeom>
        </p:spPr>
        <p:txBody>
          <a:bodyPr vert="horz" wrap="square" lIns="0" tIns="0" rIns="0" bIns="0" anchor="t" anchorCtr="0">
            <a:noAutofit/>
          </a:bodyPr>
          <a:lstStyle>
            <a:lvl1pPr algn="l">
              <a:lnSpc>
                <a:spcPct val="80000"/>
              </a:lnSpc>
              <a:defRPr sz="7200" b="0">
                <a:solidFill>
                  <a:schemeClr val="tx1"/>
                </a:solidFill>
                <a:latin typeface="3M Circular TT Bold" panose="020B0804020101010102" pitchFamily="34" charset="0"/>
                <a:cs typeface="3M Circular TT Bold" panose="020B0804020101010102" pitchFamily="34" charset="0"/>
              </a:defRPr>
            </a:lvl1pPr>
          </a:lstStyle>
          <a:p>
            <a:r>
              <a:rPr lang="en-US" dirty="0"/>
              <a:t>Two line title</a:t>
            </a:r>
            <a:br>
              <a:rPr lang="en-US" dirty="0"/>
            </a:br>
            <a:r>
              <a:rPr lang="en-US" dirty="0"/>
              <a:t>goes here</a:t>
            </a:r>
            <a:endParaRPr lang="en-GB" dirty="0"/>
          </a:p>
        </p:txBody>
      </p:sp>
      <p:sp>
        <p:nvSpPr>
          <p:cNvPr id="43" name="Text Placeholder 7"/>
          <p:cNvSpPr>
            <a:spLocks noGrp="1"/>
          </p:cNvSpPr>
          <p:nvPr>
            <p:ph type="body" sz="quarter" idx="10" hasCustomPrompt="1"/>
          </p:nvPr>
        </p:nvSpPr>
        <p:spPr>
          <a:xfrm>
            <a:off x="384047" y="3895344"/>
            <a:ext cx="4114800"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spTree>
    <p:extLst>
      <p:ext uri="{BB962C8B-B14F-4D97-AF65-F5344CB8AC3E}">
        <p14:creationId xmlns:p14="http://schemas.microsoft.com/office/powerpoint/2010/main" val="2464726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Cover_1 REVERSED line/subhead">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sp>
        <p:nvSpPr>
          <p:cNvPr id="19" name="Freeform 18"/>
          <p:cNvSpPr/>
          <p:nvPr userDrawn="1"/>
        </p:nvSpPr>
        <p:spPr>
          <a:xfrm flipH="1" flipV="1">
            <a:off x="-18560" y="0"/>
            <a:ext cx="12188952" cy="6858000"/>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Lst>
            <a:ahLst/>
            <a:cxnLst>
              <a:cxn ang="0">
                <a:pos x="connsiteX0" y="connsiteY0"/>
              </a:cxn>
              <a:cxn ang="0">
                <a:pos x="connsiteX1" y="connsiteY1"/>
              </a:cxn>
              <a:cxn ang="0">
                <a:pos x="connsiteX2" y="connsiteY2"/>
              </a:cxn>
              <a:cxn ang="0">
                <a:pos x="connsiteX3" y="connsiteY3"/>
              </a:cxn>
            </a:cxnLst>
            <a:rect l="l" t="t" r="r" b="b"/>
            <a:pathLst>
              <a:path w="9178997" h="5154183">
                <a:moveTo>
                  <a:pt x="3048116" y="5154183"/>
                </a:moveTo>
                <a:lnTo>
                  <a:pt x="0" y="0"/>
                </a:lnTo>
                <a:lnTo>
                  <a:pt x="9178997" y="1698542"/>
                </a:lnTo>
                <a:lnTo>
                  <a:pt x="3048116" y="5154183"/>
                </a:lnTo>
                <a:close/>
              </a:path>
            </a:pathLst>
          </a:custGeom>
          <a:gradFill flip="none" rotWithShape="1">
            <a:gsLst>
              <a:gs pos="61000">
                <a:schemeClr val="accent2"/>
              </a:gs>
              <a:gs pos="31000">
                <a:schemeClr val="accent3"/>
              </a:gs>
              <a:gs pos="100000">
                <a:schemeClr val="accent1"/>
              </a:gs>
            </a:gsLst>
            <a:lin ang="126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4048" y="2282634"/>
            <a:ext cx="9521825" cy="1051116"/>
          </a:xfrm>
          <a:prstGeom prst="rect">
            <a:avLst/>
          </a:prstGeom>
        </p:spPr>
        <p:txBody>
          <a:bodyPr vert="horz" wrap="square" lIns="0" tIns="0" rIns="0" bIns="0" anchor="t" anchorCtr="0">
            <a:noAutofit/>
          </a:bodyPr>
          <a:lstStyle>
            <a:lvl1pPr algn="l">
              <a:defRPr sz="7200" b="0">
                <a:solidFill>
                  <a:schemeClr val="bg1"/>
                </a:solidFill>
                <a:latin typeface="3M Circular TT Bold" panose="020B0804020101010102" pitchFamily="34" charset="0"/>
                <a:cs typeface="3M Circular TT Bold" panose="020B0804020101010102" pitchFamily="34" charset="0"/>
              </a:defRPr>
            </a:lvl1pPr>
          </a:lstStyle>
          <a:p>
            <a:r>
              <a:rPr lang="en-US" dirty="0"/>
              <a:t>One-line title</a:t>
            </a:r>
            <a:endParaRPr lang="en-GB" dirty="0"/>
          </a:p>
        </p:txBody>
      </p:sp>
      <p:sp>
        <p:nvSpPr>
          <p:cNvPr id="34" name="Text Placeholder 5"/>
          <p:cNvSpPr>
            <a:spLocks noGrp="1"/>
          </p:cNvSpPr>
          <p:nvPr>
            <p:ph type="body" sz="quarter" idx="13" hasCustomPrompt="1"/>
          </p:nvPr>
        </p:nvSpPr>
        <p:spPr>
          <a:xfrm>
            <a:off x="384048" y="3892296"/>
            <a:ext cx="9472598" cy="864848"/>
          </a:xfrm>
          <a:prstGeom prst="rect">
            <a:avLst/>
          </a:prstGeom>
        </p:spPr>
        <p:txBody>
          <a:bodyPr lIns="0" tIns="0" rIns="0" bIns="0"/>
          <a:lstStyle>
            <a:lvl1pPr>
              <a:lnSpc>
                <a:spcPct val="90000"/>
              </a:lnSpc>
              <a:defRPr sz="2800">
                <a:solidFill>
                  <a:schemeClr val="bg1"/>
                </a:solidFill>
              </a:defRPr>
            </a:lvl1pPr>
          </a:lstStyle>
          <a:p>
            <a:pPr lvl="0"/>
            <a:r>
              <a:rPr lang="en-US" dirty="0"/>
              <a:t>Title subhead/presenters names, </a:t>
            </a:r>
            <a:br>
              <a:rPr lang="en-US" dirty="0"/>
            </a:br>
            <a:r>
              <a:rPr lang="en-US" dirty="0"/>
              <a:t>one or two lines</a:t>
            </a:r>
          </a:p>
        </p:txBody>
      </p:sp>
      <p:sp>
        <p:nvSpPr>
          <p:cNvPr id="13" name="Text Placeholder 7"/>
          <p:cNvSpPr>
            <a:spLocks noGrp="1"/>
          </p:cNvSpPr>
          <p:nvPr>
            <p:ph type="body" sz="quarter" idx="10" hasCustomPrompt="1"/>
          </p:nvPr>
        </p:nvSpPr>
        <p:spPr>
          <a:xfrm>
            <a:off x="384048" y="5204499"/>
            <a:ext cx="4449209"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dirty="0"/>
              <a:t>Date</a:t>
            </a:r>
          </a:p>
        </p:txBody>
      </p:sp>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2241652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Cover_1 REVERSED line">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sp>
        <p:nvSpPr>
          <p:cNvPr id="8" name="Freeform 7"/>
          <p:cNvSpPr/>
          <p:nvPr userDrawn="1"/>
        </p:nvSpPr>
        <p:spPr>
          <a:xfrm flipH="1" flipV="1">
            <a:off x="-18560" y="0"/>
            <a:ext cx="12188952" cy="6858000"/>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Lst>
            <a:ahLst/>
            <a:cxnLst>
              <a:cxn ang="0">
                <a:pos x="connsiteX0" y="connsiteY0"/>
              </a:cxn>
              <a:cxn ang="0">
                <a:pos x="connsiteX1" y="connsiteY1"/>
              </a:cxn>
              <a:cxn ang="0">
                <a:pos x="connsiteX2" y="connsiteY2"/>
              </a:cxn>
              <a:cxn ang="0">
                <a:pos x="connsiteX3" y="connsiteY3"/>
              </a:cxn>
            </a:cxnLst>
            <a:rect l="l" t="t" r="r" b="b"/>
            <a:pathLst>
              <a:path w="9178997" h="5154183">
                <a:moveTo>
                  <a:pt x="3048116" y="5154183"/>
                </a:moveTo>
                <a:lnTo>
                  <a:pt x="0" y="0"/>
                </a:lnTo>
                <a:lnTo>
                  <a:pt x="9178997" y="1698542"/>
                </a:lnTo>
                <a:lnTo>
                  <a:pt x="3048116" y="5154183"/>
                </a:lnTo>
                <a:close/>
              </a:path>
            </a:pathLst>
          </a:custGeom>
          <a:gradFill flip="none" rotWithShape="1">
            <a:gsLst>
              <a:gs pos="61000">
                <a:schemeClr val="accent2"/>
              </a:gs>
              <a:gs pos="31000">
                <a:schemeClr val="accent3"/>
              </a:gs>
              <a:gs pos="100000">
                <a:schemeClr val="accent1"/>
              </a:gs>
            </a:gsLst>
            <a:lin ang="126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4048" y="2286000"/>
            <a:ext cx="9521825" cy="1051116"/>
          </a:xfrm>
          <a:prstGeom prst="rect">
            <a:avLst/>
          </a:prstGeom>
        </p:spPr>
        <p:txBody>
          <a:bodyPr vert="horz" wrap="square" lIns="0" tIns="0" rIns="0" bIns="0" anchor="t" anchorCtr="0">
            <a:noAutofit/>
          </a:bodyPr>
          <a:lstStyle>
            <a:lvl1pPr algn="l">
              <a:defRPr sz="7200" b="0">
                <a:solidFill>
                  <a:schemeClr val="bg1"/>
                </a:solidFill>
                <a:latin typeface="3M Circular TT Bold" panose="020B0804020101010102" pitchFamily="34" charset="0"/>
                <a:cs typeface="3M Circular TT Bold" panose="020B0804020101010102" pitchFamily="34" charset="0"/>
              </a:defRPr>
            </a:lvl1pPr>
          </a:lstStyle>
          <a:p>
            <a:r>
              <a:rPr lang="en-US" dirty="0"/>
              <a:t>One-line title</a:t>
            </a:r>
            <a:endParaRPr lang="en-GB" dirty="0"/>
          </a:p>
        </p:txBody>
      </p:sp>
      <p:sp>
        <p:nvSpPr>
          <p:cNvPr id="23" name="Text Placeholder 7"/>
          <p:cNvSpPr>
            <a:spLocks noGrp="1"/>
          </p:cNvSpPr>
          <p:nvPr>
            <p:ph type="body" sz="quarter" idx="10" hasCustomPrompt="1"/>
          </p:nvPr>
        </p:nvSpPr>
        <p:spPr>
          <a:xfrm>
            <a:off x="384047" y="3895344"/>
            <a:ext cx="4114800"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dirty="0"/>
              <a:t>Date</a:t>
            </a:r>
          </a:p>
        </p:txBody>
      </p: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3741100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Cover_2 REVERSED line/subhead">
    <p:spTree>
      <p:nvGrpSpPr>
        <p:cNvPr id="1" name=""/>
        <p:cNvGrpSpPr/>
        <p:nvPr/>
      </p:nvGrpSpPr>
      <p:grpSpPr>
        <a:xfrm>
          <a:off x="0" y="0"/>
          <a:ext cx="0" cy="0"/>
          <a:chOff x="0" y="0"/>
          <a:chExt cx="0" cy="0"/>
        </a:xfrm>
      </p:grpSpPr>
      <p:pic>
        <p:nvPicPr>
          <p:cNvPr id="17" name="Picture 16"/>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sp>
        <p:nvSpPr>
          <p:cNvPr id="8" name="Freeform 7"/>
          <p:cNvSpPr/>
          <p:nvPr userDrawn="1"/>
        </p:nvSpPr>
        <p:spPr>
          <a:xfrm flipH="1" flipV="1">
            <a:off x="-1" y="0"/>
            <a:ext cx="12188950" cy="6858000"/>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6053933"/>
              <a:gd name="connsiteY0" fmla="*/ 5175181 h 5175181"/>
              <a:gd name="connsiteX1" fmla="*/ 2883458 w 6053933"/>
              <a:gd name="connsiteY1" fmla="*/ 0 h 5175181"/>
              <a:gd name="connsiteX2" fmla="*/ 6053933 w 6053933"/>
              <a:gd name="connsiteY2" fmla="*/ 1755636 h 5175181"/>
              <a:gd name="connsiteX3" fmla="*/ 0 w 6053933"/>
              <a:gd name="connsiteY3" fmla="*/ 5175181 h 5175181"/>
              <a:gd name="connsiteX0" fmla="*/ 0 w 6053933"/>
              <a:gd name="connsiteY0" fmla="*/ 5182329 h 5182329"/>
              <a:gd name="connsiteX1" fmla="*/ 2869075 w 6053933"/>
              <a:gd name="connsiteY1" fmla="*/ 0 h 5182329"/>
              <a:gd name="connsiteX2" fmla="*/ 6053933 w 6053933"/>
              <a:gd name="connsiteY2" fmla="*/ 1762784 h 5182329"/>
              <a:gd name="connsiteX3" fmla="*/ 0 w 6053933"/>
              <a:gd name="connsiteY3" fmla="*/ 5182329 h 5182329"/>
              <a:gd name="connsiteX0" fmla="*/ 0 w 6025167"/>
              <a:gd name="connsiteY0" fmla="*/ 5182329 h 5182329"/>
              <a:gd name="connsiteX1" fmla="*/ 2869075 w 6025167"/>
              <a:gd name="connsiteY1" fmla="*/ 0 h 5182329"/>
              <a:gd name="connsiteX2" fmla="*/ 6025167 w 6025167"/>
              <a:gd name="connsiteY2" fmla="*/ 1905745 h 5182329"/>
              <a:gd name="connsiteX3" fmla="*/ 0 w 6025167"/>
              <a:gd name="connsiteY3" fmla="*/ 5182329 h 5182329"/>
              <a:gd name="connsiteX0" fmla="*/ 0 w 6053933"/>
              <a:gd name="connsiteY0" fmla="*/ 5182329 h 5182329"/>
              <a:gd name="connsiteX1" fmla="*/ 2869075 w 6053933"/>
              <a:gd name="connsiteY1" fmla="*/ 0 h 5182329"/>
              <a:gd name="connsiteX2" fmla="*/ 6053933 w 6053933"/>
              <a:gd name="connsiteY2" fmla="*/ 1905745 h 5182329"/>
              <a:gd name="connsiteX3" fmla="*/ 0 w 6053933"/>
              <a:gd name="connsiteY3" fmla="*/ 5182329 h 5182329"/>
              <a:gd name="connsiteX0" fmla="*/ 0 w 6063522"/>
              <a:gd name="connsiteY0" fmla="*/ 5191860 h 5191860"/>
              <a:gd name="connsiteX1" fmla="*/ 2878664 w 6063522"/>
              <a:gd name="connsiteY1" fmla="*/ 0 h 5191860"/>
              <a:gd name="connsiteX2" fmla="*/ 6063522 w 6063522"/>
              <a:gd name="connsiteY2" fmla="*/ 1905745 h 5191860"/>
              <a:gd name="connsiteX3" fmla="*/ 0 w 6063522"/>
              <a:gd name="connsiteY3" fmla="*/ 5191860 h 5191860"/>
              <a:gd name="connsiteX0" fmla="*/ 0 w 6073111"/>
              <a:gd name="connsiteY0" fmla="*/ 5191860 h 5191860"/>
              <a:gd name="connsiteX1" fmla="*/ 2878664 w 6073111"/>
              <a:gd name="connsiteY1" fmla="*/ 0 h 5191860"/>
              <a:gd name="connsiteX2" fmla="*/ 6073111 w 6073111"/>
              <a:gd name="connsiteY2" fmla="*/ 1915276 h 5191860"/>
              <a:gd name="connsiteX3" fmla="*/ 0 w 6073111"/>
              <a:gd name="connsiteY3" fmla="*/ 5191860 h 5191860"/>
              <a:gd name="connsiteX0" fmla="*/ 0 w 6073111"/>
              <a:gd name="connsiteY0" fmla="*/ 5201391 h 5201391"/>
              <a:gd name="connsiteX1" fmla="*/ 2888253 w 6073111"/>
              <a:gd name="connsiteY1" fmla="*/ 0 h 5201391"/>
              <a:gd name="connsiteX2" fmla="*/ 6073111 w 6073111"/>
              <a:gd name="connsiteY2" fmla="*/ 1924807 h 5201391"/>
              <a:gd name="connsiteX3" fmla="*/ 0 w 6073111"/>
              <a:gd name="connsiteY3" fmla="*/ 5201391 h 5201391"/>
              <a:gd name="connsiteX0" fmla="*/ 0 w 6073111"/>
              <a:gd name="connsiteY0" fmla="*/ 5201391 h 5201391"/>
              <a:gd name="connsiteX1" fmla="*/ 4202163 w 6073111"/>
              <a:gd name="connsiteY1" fmla="*/ 0 h 5201391"/>
              <a:gd name="connsiteX2" fmla="*/ 6073111 w 6073111"/>
              <a:gd name="connsiteY2" fmla="*/ 1924807 h 5201391"/>
              <a:gd name="connsiteX3" fmla="*/ 0 w 6073111"/>
              <a:gd name="connsiteY3" fmla="*/ 5201391 h 5201391"/>
              <a:gd name="connsiteX0" fmla="*/ 0 w 6093450"/>
              <a:gd name="connsiteY0" fmla="*/ 5201391 h 5201391"/>
              <a:gd name="connsiteX1" fmla="*/ 4202163 w 6093450"/>
              <a:gd name="connsiteY1" fmla="*/ 0 h 5201391"/>
              <a:gd name="connsiteX2" fmla="*/ 6093450 w 6093450"/>
              <a:gd name="connsiteY2" fmla="*/ 1739044 h 5201391"/>
              <a:gd name="connsiteX3" fmla="*/ 0 w 6093450"/>
              <a:gd name="connsiteY3" fmla="*/ 5201391 h 5201391"/>
              <a:gd name="connsiteX0" fmla="*/ 0 w 6093450"/>
              <a:gd name="connsiteY0" fmla="*/ 5201391 h 5201391"/>
              <a:gd name="connsiteX1" fmla="*/ 4055721 w 6093450"/>
              <a:gd name="connsiteY1" fmla="*/ 0 h 5201391"/>
              <a:gd name="connsiteX2" fmla="*/ 6093450 w 6093450"/>
              <a:gd name="connsiteY2" fmla="*/ 1739044 h 5201391"/>
              <a:gd name="connsiteX3" fmla="*/ 0 w 6093450"/>
              <a:gd name="connsiteY3" fmla="*/ 5201391 h 5201391"/>
            </a:gdLst>
            <a:ahLst/>
            <a:cxnLst>
              <a:cxn ang="0">
                <a:pos x="connsiteX0" y="connsiteY0"/>
              </a:cxn>
              <a:cxn ang="0">
                <a:pos x="connsiteX1" y="connsiteY1"/>
              </a:cxn>
              <a:cxn ang="0">
                <a:pos x="connsiteX2" y="connsiteY2"/>
              </a:cxn>
              <a:cxn ang="0">
                <a:pos x="connsiteX3" y="connsiteY3"/>
              </a:cxn>
            </a:cxnLst>
            <a:rect l="l" t="t" r="r" b="b"/>
            <a:pathLst>
              <a:path w="6093450" h="5201391">
                <a:moveTo>
                  <a:pt x="0" y="5201391"/>
                </a:moveTo>
                <a:lnTo>
                  <a:pt x="4055721" y="0"/>
                </a:lnTo>
                <a:lnTo>
                  <a:pt x="6093450" y="1739044"/>
                </a:lnTo>
                <a:lnTo>
                  <a:pt x="0" y="5201391"/>
                </a:lnTo>
                <a:close/>
              </a:path>
            </a:pathLst>
          </a:custGeom>
          <a:gradFill flip="none" rotWithShape="1">
            <a:gsLst>
              <a:gs pos="52000">
                <a:schemeClr val="accent2"/>
              </a:gs>
              <a:gs pos="100000">
                <a:schemeClr val="accent1"/>
              </a:gs>
              <a:gs pos="20000">
                <a:schemeClr val="accent3"/>
              </a:gs>
            </a:gsLst>
            <a:lin ang="7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5593" y="1652428"/>
            <a:ext cx="11468909" cy="1994392"/>
          </a:xfrm>
          <a:prstGeom prst="rect">
            <a:avLst/>
          </a:prstGeom>
        </p:spPr>
        <p:txBody>
          <a:bodyPr vert="horz" wrap="square" lIns="0" tIns="0" rIns="0" bIns="0" anchor="t" anchorCtr="0">
            <a:noAutofit/>
          </a:bodyPr>
          <a:lstStyle>
            <a:lvl1pPr algn="l">
              <a:lnSpc>
                <a:spcPct val="80000"/>
              </a:lnSpc>
              <a:defRPr sz="7200" b="0">
                <a:solidFill>
                  <a:schemeClr val="bg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sp>
        <p:nvSpPr>
          <p:cNvPr id="14" name="Text Placeholder 5"/>
          <p:cNvSpPr>
            <a:spLocks noGrp="1"/>
          </p:cNvSpPr>
          <p:nvPr>
            <p:ph type="body" sz="quarter" idx="13" hasCustomPrompt="1"/>
          </p:nvPr>
        </p:nvSpPr>
        <p:spPr>
          <a:xfrm>
            <a:off x="384048" y="3892296"/>
            <a:ext cx="9472598" cy="864848"/>
          </a:xfrm>
          <a:prstGeom prst="rect">
            <a:avLst/>
          </a:prstGeom>
        </p:spPr>
        <p:txBody>
          <a:bodyPr lIns="0" tIns="0" rIns="0" bIns="0"/>
          <a:lstStyle>
            <a:lvl1pPr>
              <a:lnSpc>
                <a:spcPct val="90000"/>
              </a:lnSpc>
              <a:defRPr sz="2800">
                <a:solidFill>
                  <a:schemeClr val="bg1"/>
                </a:solidFill>
              </a:defRPr>
            </a:lvl1pPr>
          </a:lstStyle>
          <a:p>
            <a:pPr lvl="0"/>
            <a:r>
              <a:rPr lang="en-US" dirty="0"/>
              <a:t>Title subhead/presenters names, </a:t>
            </a:r>
            <a:br>
              <a:rPr lang="en-US" dirty="0"/>
            </a:br>
            <a:r>
              <a:rPr lang="en-US" dirty="0"/>
              <a:t>one or two lines</a:t>
            </a:r>
          </a:p>
        </p:txBody>
      </p:sp>
      <p:sp>
        <p:nvSpPr>
          <p:cNvPr id="15" name="Text Placeholder 7"/>
          <p:cNvSpPr>
            <a:spLocks noGrp="1"/>
          </p:cNvSpPr>
          <p:nvPr>
            <p:ph type="body" sz="quarter" idx="10" hasCustomPrompt="1"/>
          </p:nvPr>
        </p:nvSpPr>
        <p:spPr>
          <a:xfrm>
            <a:off x="384047" y="5204499"/>
            <a:ext cx="4114800"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pic>
        <p:nvPicPr>
          <p:cNvPr id="16" name="Picture 1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341296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Cover_2 REVERSED line">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sp>
        <p:nvSpPr>
          <p:cNvPr id="8" name="Freeform 7"/>
          <p:cNvSpPr/>
          <p:nvPr userDrawn="1"/>
        </p:nvSpPr>
        <p:spPr>
          <a:xfrm flipH="1" flipV="1">
            <a:off x="-1" y="0"/>
            <a:ext cx="12188950" cy="6858000"/>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6053933"/>
              <a:gd name="connsiteY0" fmla="*/ 5175181 h 5175181"/>
              <a:gd name="connsiteX1" fmla="*/ 2883458 w 6053933"/>
              <a:gd name="connsiteY1" fmla="*/ 0 h 5175181"/>
              <a:gd name="connsiteX2" fmla="*/ 6053933 w 6053933"/>
              <a:gd name="connsiteY2" fmla="*/ 1755636 h 5175181"/>
              <a:gd name="connsiteX3" fmla="*/ 0 w 6053933"/>
              <a:gd name="connsiteY3" fmla="*/ 5175181 h 5175181"/>
              <a:gd name="connsiteX0" fmla="*/ 0 w 6053933"/>
              <a:gd name="connsiteY0" fmla="*/ 5182329 h 5182329"/>
              <a:gd name="connsiteX1" fmla="*/ 2869075 w 6053933"/>
              <a:gd name="connsiteY1" fmla="*/ 0 h 5182329"/>
              <a:gd name="connsiteX2" fmla="*/ 6053933 w 6053933"/>
              <a:gd name="connsiteY2" fmla="*/ 1762784 h 5182329"/>
              <a:gd name="connsiteX3" fmla="*/ 0 w 6053933"/>
              <a:gd name="connsiteY3" fmla="*/ 5182329 h 5182329"/>
              <a:gd name="connsiteX0" fmla="*/ 0 w 6025167"/>
              <a:gd name="connsiteY0" fmla="*/ 5182329 h 5182329"/>
              <a:gd name="connsiteX1" fmla="*/ 2869075 w 6025167"/>
              <a:gd name="connsiteY1" fmla="*/ 0 h 5182329"/>
              <a:gd name="connsiteX2" fmla="*/ 6025167 w 6025167"/>
              <a:gd name="connsiteY2" fmla="*/ 1905745 h 5182329"/>
              <a:gd name="connsiteX3" fmla="*/ 0 w 6025167"/>
              <a:gd name="connsiteY3" fmla="*/ 5182329 h 5182329"/>
              <a:gd name="connsiteX0" fmla="*/ 0 w 6053933"/>
              <a:gd name="connsiteY0" fmla="*/ 5182329 h 5182329"/>
              <a:gd name="connsiteX1" fmla="*/ 2869075 w 6053933"/>
              <a:gd name="connsiteY1" fmla="*/ 0 h 5182329"/>
              <a:gd name="connsiteX2" fmla="*/ 6053933 w 6053933"/>
              <a:gd name="connsiteY2" fmla="*/ 1905745 h 5182329"/>
              <a:gd name="connsiteX3" fmla="*/ 0 w 6053933"/>
              <a:gd name="connsiteY3" fmla="*/ 5182329 h 5182329"/>
              <a:gd name="connsiteX0" fmla="*/ 0 w 6063522"/>
              <a:gd name="connsiteY0" fmla="*/ 5191860 h 5191860"/>
              <a:gd name="connsiteX1" fmla="*/ 2878664 w 6063522"/>
              <a:gd name="connsiteY1" fmla="*/ 0 h 5191860"/>
              <a:gd name="connsiteX2" fmla="*/ 6063522 w 6063522"/>
              <a:gd name="connsiteY2" fmla="*/ 1905745 h 5191860"/>
              <a:gd name="connsiteX3" fmla="*/ 0 w 6063522"/>
              <a:gd name="connsiteY3" fmla="*/ 5191860 h 5191860"/>
              <a:gd name="connsiteX0" fmla="*/ 0 w 6073111"/>
              <a:gd name="connsiteY0" fmla="*/ 5191860 h 5191860"/>
              <a:gd name="connsiteX1" fmla="*/ 2878664 w 6073111"/>
              <a:gd name="connsiteY1" fmla="*/ 0 h 5191860"/>
              <a:gd name="connsiteX2" fmla="*/ 6073111 w 6073111"/>
              <a:gd name="connsiteY2" fmla="*/ 1915276 h 5191860"/>
              <a:gd name="connsiteX3" fmla="*/ 0 w 6073111"/>
              <a:gd name="connsiteY3" fmla="*/ 5191860 h 5191860"/>
              <a:gd name="connsiteX0" fmla="*/ 0 w 6073111"/>
              <a:gd name="connsiteY0" fmla="*/ 5201391 h 5201391"/>
              <a:gd name="connsiteX1" fmla="*/ 2888253 w 6073111"/>
              <a:gd name="connsiteY1" fmla="*/ 0 h 5201391"/>
              <a:gd name="connsiteX2" fmla="*/ 6073111 w 6073111"/>
              <a:gd name="connsiteY2" fmla="*/ 1924807 h 5201391"/>
              <a:gd name="connsiteX3" fmla="*/ 0 w 6073111"/>
              <a:gd name="connsiteY3" fmla="*/ 5201391 h 5201391"/>
              <a:gd name="connsiteX0" fmla="*/ 0 w 6073111"/>
              <a:gd name="connsiteY0" fmla="*/ 5201391 h 5201391"/>
              <a:gd name="connsiteX1" fmla="*/ 4202163 w 6073111"/>
              <a:gd name="connsiteY1" fmla="*/ 0 h 5201391"/>
              <a:gd name="connsiteX2" fmla="*/ 6073111 w 6073111"/>
              <a:gd name="connsiteY2" fmla="*/ 1924807 h 5201391"/>
              <a:gd name="connsiteX3" fmla="*/ 0 w 6073111"/>
              <a:gd name="connsiteY3" fmla="*/ 5201391 h 5201391"/>
              <a:gd name="connsiteX0" fmla="*/ 0 w 6093450"/>
              <a:gd name="connsiteY0" fmla="*/ 5201391 h 5201391"/>
              <a:gd name="connsiteX1" fmla="*/ 4202163 w 6093450"/>
              <a:gd name="connsiteY1" fmla="*/ 0 h 5201391"/>
              <a:gd name="connsiteX2" fmla="*/ 6093450 w 6093450"/>
              <a:gd name="connsiteY2" fmla="*/ 1739044 h 5201391"/>
              <a:gd name="connsiteX3" fmla="*/ 0 w 6093450"/>
              <a:gd name="connsiteY3" fmla="*/ 5201391 h 5201391"/>
              <a:gd name="connsiteX0" fmla="*/ 0 w 6093450"/>
              <a:gd name="connsiteY0" fmla="*/ 5201391 h 5201391"/>
              <a:gd name="connsiteX1" fmla="*/ 4055721 w 6093450"/>
              <a:gd name="connsiteY1" fmla="*/ 0 h 5201391"/>
              <a:gd name="connsiteX2" fmla="*/ 6093450 w 6093450"/>
              <a:gd name="connsiteY2" fmla="*/ 1739044 h 5201391"/>
              <a:gd name="connsiteX3" fmla="*/ 0 w 6093450"/>
              <a:gd name="connsiteY3" fmla="*/ 5201391 h 5201391"/>
            </a:gdLst>
            <a:ahLst/>
            <a:cxnLst>
              <a:cxn ang="0">
                <a:pos x="connsiteX0" y="connsiteY0"/>
              </a:cxn>
              <a:cxn ang="0">
                <a:pos x="connsiteX1" y="connsiteY1"/>
              </a:cxn>
              <a:cxn ang="0">
                <a:pos x="connsiteX2" y="connsiteY2"/>
              </a:cxn>
              <a:cxn ang="0">
                <a:pos x="connsiteX3" y="connsiteY3"/>
              </a:cxn>
            </a:cxnLst>
            <a:rect l="l" t="t" r="r" b="b"/>
            <a:pathLst>
              <a:path w="6093450" h="5201391">
                <a:moveTo>
                  <a:pt x="0" y="5201391"/>
                </a:moveTo>
                <a:lnTo>
                  <a:pt x="4055721" y="0"/>
                </a:lnTo>
                <a:lnTo>
                  <a:pt x="6093450" y="1739044"/>
                </a:lnTo>
                <a:lnTo>
                  <a:pt x="0" y="5201391"/>
                </a:lnTo>
                <a:close/>
              </a:path>
            </a:pathLst>
          </a:custGeom>
          <a:gradFill flip="none" rotWithShape="1">
            <a:gsLst>
              <a:gs pos="52000">
                <a:schemeClr val="accent2"/>
              </a:gs>
              <a:gs pos="100000">
                <a:schemeClr val="accent1"/>
              </a:gs>
              <a:gs pos="20000">
                <a:schemeClr val="accent3"/>
              </a:gs>
            </a:gsLst>
            <a:lin ang="7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5593" y="1652428"/>
            <a:ext cx="11468909" cy="1994392"/>
          </a:xfrm>
          <a:prstGeom prst="rect">
            <a:avLst/>
          </a:prstGeom>
        </p:spPr>
        <p:txBody>
          <a:bodyPr vert="horz" wrap="square" lIns="0" tIns="0" rIns="0" bIns="0" anchor="t" anchorCtr="0">
            <a:noAutofit/>
          </a:bodyPr>
          <a:lstStyle>
            <a:lvl1pPr algn="l">
              <a:lnSpc>
                <a:spcPct val="80000"/>
              </a:lnSpc>
              <a:defRPr sz="7200" b="0">
                <a:solidFill>
                  <a:schemeClr val="bg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sp>
        <p:nvSpPr>
          <p:cNvPr id="22" name="Text Placeholder 7"/>
          <p:cNvSpPr>
            <a:spLocks noGrp="1"/>
          </p:cNvSpPr>
          <p:nvPr>
            <p:ph type="body" sz="quarter" idx="11" hasCustomPrompt="1"/>
          </p:nvPr>
        </p:nvSpPr>
        <p:spPr>
          <a:xfrm>
            <a:off x="384048" y="3895344"/>
            <a:ext cx="4114800"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dirty="0"/>
              <a:t>Date</a:t>
            </a:r>
          </a:p>
        </p:txBody>
      </p:sp>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112562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Cover_3 REVERSED line/subhead">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sp>
        <p:nvSpPr>
          <p:cNvPr id="8" name="Freeform 7"/>
          <p:cNvSpPr/>
          <p:nvPr userDrawn="1"/>
        </p:nvSpPr>
        <p:spPr>
          <a:xfrm flipH="1" flipV="1">
            <a:off x="1" y="-17420"/>
            <a:ext cx="8130732" cy="6875419"/>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6053933"/>
              <a:gd name="connsiteY0" fmla="*/ 5175181 h 5175181"/>
              <a:gd name="connsiteX1" fmla="*/ 2883458 w 6053933"/>
              <a:gd name="connsiteY1" fmla="*/ 0 h 5175181"/>
              <a:gd name="connsiteX2" fmla="*/ 6053933 w 6053933"/>
              <a:gd name="connsiteY2" fmla="*/ 1755636 h 5175181"/>
              <a:gd name="connsiteX3" fmla="*/ 0 w 6053933"/>
              <a:gd name="connsiteY3" fmla="*/ 5175181 h 5175181"/>
              <a:gd name="connsiteX0" fmla="*/ 0 w 6053933"/>
              <a:gd name="connsiteY0" fmla="*/ 5182329 h 5182329"/>
              <a:gd name="connsiteX1" fmla="*/ 2869075 w 6053933"/>
              <a:gd name="connsiteY1" fmla="*/ 0 h 5182329"/>
              <a:gd name="connsiteX2" fmla="*/ 6053933 w 6053933"/>
              <a:gd name="connsiteY2" fmla="*/ 1762784 h 5182329"/>
              <a:gd name="connsiteX3" fmla="*/ 0 w 6053933"/>
              <a:gd name="connsiteY3" fmla="*/ 5182329 h 5182329"/>
              <a:gd name="connsiteX0" fmla="*/ 0 w 6025167"/>
              <a:gd name="connsiteY0" fmla="*/ 5182329 h 5182329"/>
              <a:gd name="connsiteX1" fmla="*/ 2869075 w 6025167"/>
              <a:gd name="connsiteY1" fmla="*/ 0 h 5182329"/>
              <a:gd name="connsiteX2" fmla="*/ 6025167 w 6025167"/>
              <a:gd name="connsiteY2" fmla="*/ 1905745 h 5182329"/>
              <a:gd name="connsiteX3" fmla="*/ 0 w 6025167"/>
              <a:gd name="connsiteY3" fmla="*/ 5182329 h 5182329"/>
              <a:gd name="connsiteX0" fmla="*/ 0 w 6053933"/>
              <a:gd name="connsiteY0" fmla="*/ 5182329 h 5182329"/>
              <a:gd name="connsiteX1" fmla="*/ 2869075 w 6053933"/>
              <a:gd name="connsiteY1" fmla="*/ 0 h 5182329"/>
              <a:gd name="connsiteX2" fmla="*/ 6053933 w 6053933"/>
              <a:gd name="connsiteY2" fmla="*/ 1905745 h 5182329"/>
              <a:gd name="connsiteX3" fmla="*/ 0 w 6053933"/>
              <a:gd name="connsiteY3" fmla="*/ 5182329 h 5182329"/>
              <a:gd name="connsiteX0" fmla="*/ 0 w 6063522"/>
              <a:gd name="connsiteY0" fmla="*/ 5191860 h 5191860"/>
              <a:gd name="connsiteX1" fmla="*/ 2878664 w 6063522"/>
              <a:gd name="connsiteY1" fmla="*/ 0 h 5191860"/>
              <a:gd name="connsiteX2" fmla="*/ 6063522 w 6063522"/>
              <a:gd name="connsiteY2" fmla="*/ 1905745 h 5191860"/>
              <a:gd name="connsiteX3" fmla="*/ 0 w 6063522"/>
              <a:gd name="connsiteY3" fmla="*/ 5191860 h 5191860"/>
              <a:gd name="connsiteX0" fmla="*/ 0 w 6073111"/>
              <a:gd name="connsiteY0" fmla="*/ 5191860 h 5191860"/>
              <a:gd name="connsiteX1" fmla="*/ 2878664 w 6073111"/>
              <a:gd name="connsiteY1" fmla="*/ 0 h 5191860"/>
              <a:gd name="connsiteX2" fmla="*/ 6073111 w 6073111"/>
              <a:gd name="connsiteY2" fmla="*/ 1915276 h 5191860"/>
              <a:gd name="connsiteX3" fmla="*/ 0 w 6073111"/>
              <a:gd name="connsiteY3" fmla="*/ 5191860 h 5191860"/>
              <a:gd name="connsiteX0" fmla="*/ 0 w 6073111"/>
              <a:gd name="connsiteY0" fmla="*/ 5201391 h 5201391"/>
              <a:gd name="connsiteX1" fmla="*/ 2888253 w 6073111"/>
              <a:gd name="connsiteY1" fmla="*/ 0 h 5201391"/>
              <a:gd name="connsiteX2" fmla="*/ 6073111 w 6073111"/>
              <a:gd name="connsiteY2" fmla="*/ 1924807 h 5201391"/>
              <a:gd name="connsiteX3" fmla="*/ 0 w 6073111"/>
              <a:gd name="connsiteY3" fmla="*/ 5201391 h 5201391"/>
              <a:gd name="connsiteX0" fmla="*/ 0 w 6073111"/>
              <a:gd name="connsiteY0" fmla="*/ 5201391 h 5201391"/>
              <a:gd name="connsiteX1" fmla="*/ 2888253 w 6073111"/>
              <a:gd name="connsiteY1" fmla="*/ 0 h 5201391"/>
              <a:gd name="connsiteX2" fmla="*/ 6073111 w 6073111"/>
              <a:gd name="connsiteY2" fmla="*/ 1739869 h 5201391"/>
              <a:gd name="connsiteX3" fmla="*/ 0 w 6073111"/>
              <a:gd name="connsiteY3" fmla="*/ 5201391 h 5201391"/>
              <a:gd name="connsiteX0" fmla="*/ 0 w 6073111"/>
              <a:gd name="connsiteY0" fmla="*/ 5201391 h 5201391"/>
              <a:gd name="connsiteX1" fmla="*/ 2973730 w 6073111"/>
              <a:gd name="connsiteY1" fmla="*/ 0 h 5201391"/>
              <a:gd name="connsiteX2" fmla="*/ 6073111 w 6073111"/>
              <a:gd name="connsiteY2" fmla="*/ 1739869 h 5201391"/>
              <a:gd name="connsiteX3" fmla="*/ 0 w 6073111"/>
              <a:gd name="connsiteY3" fmla="*/ 5201391 h 5201391"/>
              <a:gd name="connsiteX0" fmla="*/ 0 w 6112562"/>
              <a:gd name="connsiteY0" fmla="*/ 5201391 h 5201391"/>
              <a:gd name="connsiteX1" fmla="*/ 3013181 w 6112562"/>
              <a:gd name="connsiteY1" fmla="*/ 0 h 5201391"/>
              <a:gd name="connsiteX2" fmla="*/ 6112562 w 6112562"/>
              <a:gd name="connsiteY2" fmla="*/ 1739869 h 5201391"/>
              <a:gd name="connsiteX3" fmla="*/ 0 w 6112562"/>
              <a:gd name="connsiteY3" fmla="*/ 5201391 h 5201391"/>
              <a:gd name="connsiteX0" fmla="*/ 0 w 6138863"/>
              <a:gd name="connsiteY0" fmla="*/ 5214602 h 5214602"/>
              <a:gd name="connsiteX1" fmla="*/ 3039482 w 6138863"/>
              <a:gd name="connsiteY1" fmla="*/ 0 h 5214602"/>
              <a:gd name="connsiteX2" fmla="*/ 6138863 w 6138863"/>
              <a:gd name="connsiteY2" fmla="*/ 1739869 h 5214602"/>
              <a:gd name="connsiteX3" fmla="*/ 0 w 6138863"/>
              <a:gd name="connsiteY3" fmla="*/ 5214602 h 5214602"/>
            </a:gdLst>
            <a:ahLst/>
            <a:cxnLst>
              <a:cxn ang="0">
                <a:pos x="connsiteX0" y="connsiteY0"/>
              </a:cxn>
              <a:cxn ang="0">
                <a:pos x="connsiteX1" y="connsiteY1"/>
              </a:cxn>
              <a:cxn ang="0">
                <a:pos x="connsiteX2" y="connsiteY2"/>
              </a:cxn>
              <a:cxn ang="0">
                <a:pos x="connsiteX3" y="connsiteY3"/>
              </a:cxn>
            </a:cxnLst>
            <a:rect l="l" t="t" r="r" b="b"/>
            <a:pathLst>
              <a:path w="6138863" h="5214602">
                <a:moveTo>
                  <a:pt x="0" y="5214602"/>
                </a:moveTo>
                <a:lnTo>
                  <a:pt x="3039482" y="0"/>
                </a:lnTo>
                <a:lnTo>
                  <a:pt x="6138863" y="1739869"/>
                </a:lnTo>
                <a:lnTo>
                  <a:pt x="0" y="5214602"/>
                </a:lnTo>
                <a:close/>
              </a:path>
            </a:pathLst>
          </a:custGeom>
          <a:gradFill flip="none" rotWithShape="1">
            <a:gsLst>
              <a:gs pos="52000">
                <a:schemeClr val="accent2"/>
              </a:gs>
              <a:gs pos="100000">
                <a:schemeClr val="accent1"/>
              </a:gs>
              <a:gs pos="20000">
                <a:schemeClr val="accent3"/>
              </a:gs>
            </a:gsLst>
            <a:lin ang="7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5593" y="1652428"/>
            <a:ext cx="11468909" cy="1994392"/>
          </a:xfrm>
          <a:prstGeom prst="rect">
            <a:avLst/>
          </a:prstGeom>
        </p:spPr>
        <p:txBody>
          <a:bodyPr vert="horz" wrap="square" lIns="0" tIns="0" rIns="0" bIns="0" anchor="t" anchorCtr="0">
            <a:noAutofit/>
          </a:bodyPr>
          <a:lstStyle>
            <a:lvl1pPr algn="l">
              <a:lnSpc>
                <a:spcPct val="80000"/>
              </a:lnSpc>
              <a:defRPr sz="7200" b="0">
                <a:solidFill>
                  <a:schemeClr val="bg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sp>
        <p:nvSpPr>
          <p:cNvPr id="21" name="Text Placeholder 5"/>
          <p:cNvSpPr>
            <a:spLocks noGrp="1"/>
          </p:cNvSpPr>
          <p:nvPr>
            <p:ph type="body" sz="quarter" idx="13" hasCustomPrompt="1"/>
          </p:nvPr>
        </p:nvSpPr>
        <p:spPr>
          <a:xfrm>
            <a:off x="384048" y="3892296"/>
            <a:ext cx="9472598" cy="864848"/>
          </a:xfrm>
          <a:prstGeom prst="rect">
            <a:avLst/>
          </a:prstGeom>
        </p:spPr>
        <p:txBody>
          <a:bodyPr lIns="0" tIns="0" rIns="0" bIns="0"/>
          <a:lstStyle>
            <a:lvl1pPr>
              <a:lnSpc>
                <a:spcPct val="90000"/>
              </a:lnSpc>
              <a:defRPr sz="2800">
                <a:solidFill>
                  <a:schemeClr val="bg1"/>
                </a:solidFill>
              </a:defRPr>
            </a:lvl1pPr>
          </a:lstStyle>
          <a:p>
            <a:pPr lvl="0"/>
            <a:r>
              <a:rPr lang="en-US" dirty="0"/>
              <a:t>Title subhead/presenters names, </a:t>
            </a:r>
            <a:br>
              <a:rPr lang="en-US" dirty="0"/>
            </a:br>
            <a:r>
              <a:rPr lang="en-US" dirty="0"/>
              <a:t>one or two lines</a:t>
            </a:r>
          </a:p>
        </p:txBody>
      </p:sp>
      <p:sp>
        <p:nvSpPr>
          <p:cNvPr id="22" name="Text Placeholder 7"/>
          <p:cNvSpPr>
            <a:spLocks noGrp="1"/>
          </p:cNvSpPr>
          <p:nvPr>
            <p:ph type="body" sz="quarter" idx="10" hasCustomPrompt="1"/>
          </p:nvPr>
        </p:nvSpPr>
        <p:spPr>
          <a:xfrm>
            <a:off x="384047" y="5204499"/>
            <a:ext cx="4114800"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pic>
        <p:nvPicPr>
          <p:cNvPr id="13" name="Picture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2700126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over_3 REVERSED line">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sp>
        <p:nvSpPr>
          <p:cNvPr id="8" name="Freeform 7"/>
          <p:cNvSpPr/>
          <p:nvPr userDrawn="1"/>
        </p:nvSpPr>
        <p:spPr>
          <a:xfrm flipH="1" flipV="1">
            <a:off x="1" y="-17420"/>
            <a:ext cx="8130732" cy="6875419"/>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6053933"/>
              <a:gd name="connsiteY0" fmla="*/ 5175181 h 5175181"/>
              <a:gd name="connsiteX1" fmla="*/ 2883458 w 6053933"/>
              <a:gd name="connsiteY1" fmla="*/ 0 h 5175181"/>
              <a:gd name="connsiteX2" fmla="*/ 6053933 w 6053933"/>
              <a:gd name="connsiteY2" fmla="*/ 1755636 h 5175181"/>
              <a:gd name="connsiteX3" fmla="*/ 0 w 6053933"/>
              <a:gd name="connsiteY3" fmla="*/ 5175181 h 5175181"/>
              <a:gd name="connsiteX0" fmla="*/ 0 w 6053933"/>
              <a:gd name="connsiteY0" fmla="*/ 5182329 h 5182329"/>
              <a:gd name="connsiteX1" fmla="*/ 2869075 w 6053933"/>
              <a:gd name="connsiteY1" fmla="*/ 0 h 5182329"/>
              <a:gd name="connsiteX2" fmla="*/ 6053933 w 6053933"/>
              <a:gd name="connsiteY2" fmla="*/ 1762784 h 5182329"/>
              <a:gd name="connsiteX3" fmla="*/ 0 w 6053933"/>
              <a:gd name="connsiteY3" fmla="*/ 5182329 h 5182329"/>
              <a:gd name="connsiteX0" fmla="*/ 0 w 6025167"/>
              <a:gd name="connsiteY0" fmla="*/ 5182329 h 5182329"/>
              <a:gd name="connsiteX1" fmla="*/ 2869075 w 6025167"/>
              <a:gd name="connsiteY1" fmla="*/ 0 h 5182329"/>
              <a:gd name="connsiteX2" fmla="*/ 6025167 w 6025167"/>
              <a:gd name="connsiteY2" fmla="*/ 1905745 h 5182329"/>
              <a:gd name="connsiteX3" fmla="*/ 0 w 6025167"/>
              <a:gd name="connsiteY3" fmla="*/ 5182329 h 5182329"/>
              <a:gd name="connsiteX0" fmla="*/ 0 w 6053933"/>
              <a:gd name="connsiteY0" fmla="*/ 5182329 h 5182329"/>
              <a:gd name="connsiteX1" fmla="*/ 2869075 w 6053933"/>
              <a:gd name="connsiteY1" fmla="*/ 0 h 5182329"/>
              <a:gd name="connsiteX2" fmla="*/ 6053933 w 6053933"/>
              <a:gd name="connsiteY2" fmla="*/ 1905745 h 5182329"/>
              <a:gd name="connsiteX3" fmla="*/ 0 w 6053933"/>
              <a:gd name="connsiteY3" fmla="*/ 5182329 h 5182329"/>
              <a:gd name="connsiteX0" fmla="*/ 0 w 6063522"/>
              <a:gd name="connsiteY0" fmla="*/ 5191860 h 5191860"/>
              <a:gd name="connsiteX1" fmla="*/ 2878664 w 6063522"/>
              <a:gd name="connsiteY1" fmla="*/ 0 h 5191860"/>
              <a:gd name="connsiteX2" fmla="*/ 6063522 w 6063522"/>
              <a:gd name="connsiteY2" fmla="*/ 1905745 h 5191860"/>
              <a:gd name="connsiteX3" fmla="*/ 0 w 6063522"/>
              <a:gd name="connsiteY3" fmla="*/ 5191860 h 5191860"/>
              <a:gd name="connsiteX0" fmla="*/ 0 w 6073111"/>
              <a:gd name="connsiteY0" fmla="*/ 5191860 h 5191860"/>
              <a:gd name="connsiteX1" fmla="*/ 2878664 w 6073111"/>
              <a:gd name="connsiteY1" fmla="*/ 0 h 5191860"/>
              <a:gd name="connsiteX2" fmla="*/ 6073111 w 6073111"/>
              <a:gd name="connsiteY2" fmla="*/ 1915276 h 5191860"/>
              <a:gd name="connsiteX3" fmla="*/ 0 w 6073111"/>
              <a:gd name="connsiteY3" fmla="*/ 5191860 h 5191860"/>
              <a:gd name="connsiteX0" fmla="*/ 0 w 6073111"/>
              <a:gd name="connsiteY0" fmla="*/ 5201391 h 5201391"/>
              <a:gd name="connsiteX1" fmla="*/ 2888253 w 6073111"/>
              <a:gd name="connsiteY1" fmla="*/ 0 h 5201391"/>
              <a:gd name="connsiteX2" fmla="*/ 6073111 w 6073111"/>
              <a:gd name="connsiteY2" fmla="*/ 1924807 h 5201391"/>
              <a:gd name="connsiteX3" fmla="*/ 0 w 6073111"/>
              <a:gd name="connsiteY3" fmla="*/ 5201391 h 5201391"/>
              <a:gd name="connsiteX0" fmla="*/ 0 w 6073111"/>
              <a:gd name="connsiteY0" fmla="*/ 5201391 h 5201391"/>
              <a:gd name="connsiteX1" fmla="*/ 2888253 w 6073111"/>
              <a:gd name="connsiteY1" fmla="*/ 0 h 5201391"/>
              <a:gd name="connsiteX2" fmla="*/ 6073111 w 6073111"/>
              <a:gd name="connsiteY2" fmla="*/ 1739869 h 5201391"/>
              <a:gd name="connsiteX3" fmla="*/ 0 w 6073111"/>
              <a:gd name="connsiteY3" fmla="*/ 5201391 h 5201391"/>
              <a:gd name="connsiteX0" fmla="*/ 0 w 6073111"/>
              <a:gd name="connsiteY0" fmla="*/ 5201391 h 5201391"/>
              <a:gd name="connsiteX1" fmla="*/ 2973730 w 6073111"/>
              <a:gd name="connsiteY1" fmla="*/ 0 h 5201391"/>
              <a:gd name="connsiteX2" fmla="*/ 6073111 w 6073111"/>
              <a:gd name="connsiteY2" fmla="*/ 1739869 h 5201391"/>
              <a:gd name="connsiteX3" fmla="*/ 0 w 6073111"/>
              <a:gd name="connsiteY3" fmla="*/ 5201391 h 5201391"/>
              <a:gd name="connsiteX0" fmla="*/ 0 w 6112562"/>
              <a:gd name="connsiteY0" fmla="*/ 5201391 h 5201391"/>
              <a:gd name="connsiteX1" fmla="*/ 3013181 w 6112562"/>
              <a:gd name="connsiteY1" fmla="*/ 0 h 5201391"/>
              <a:gd name="connsiteX2" fmla="*/ 6112562 w 6112562"/>
              <a:gd name="connsiteY2" fmla="*/ 1739869 h 5201391"/>
              <a:gd name="connsiteX3" fmla="*/ 0 w 6112562"/>
              <a:gd name="connsiteY3" fmla="*/ 5201391 h 5201391"/>
              <a:gd name="connsiteX0" fmla="*/ 0 w 6138863"/>
              <a:gd name="connsiteY0" fmla="*/ 5214602 h 5214602"/>
              <a:gd name="connsiteX1" fmla="*/ 3039482 w 6138863"/>
              <a:gd name="connsiteY1" fmla="*/ 0 h 5214602"/>
              <a:gd name="connsiteX2" fmla="*/ 6138863 w 6138863"/>
              <a:gd name="connsiteY2" fmla="*/ 1739869 h 5214602"/>
              <a:gd name="connsiteX3" fmla="*/ 0 w 6138863"/>
              <a:gd name="connsiteY3" fmla="*/ 5214602 h 5214602"/>
            </a:gdLst>
            <a:ahLst/>
            <a:cxnLst>
              <a:cxn ang="0">
                <a:pos x="connsiteX0" y="connsiteY0"/>
              </a:cxn>
              <a:cxn ang="0">
                <a:pos x="connsiteX1" y="connsiteY1"/>
              </a:cxn>
              <a:cxn ang="0">
                <a:pos x="connsiteX2" y="connsiteY2"/>
              </a:cxn>
              <a:cxn ang="0">
                <a:pos x="connsiteX3" y="connsiteY3"/>
              </a:cxn>
            </a:cxnLst>
            <a:rect l="l" t="t" r="r" b="b"/>
            <a:pathLst>
              <a:path w="6138863" h="5214602">
                <a:moveTo>
                  <a:pt x="0" y="5214602"/>
                </a:moveTo>
                <a:lnTo>
                  <a:pt x="3039482" y="0"/>
                </a:lnTo>
                <a:lnTo>
                  <a:pt x="6138863" y="1739869"/>
                </a:lnTo>
                <a:lnTo>
                  <a:pt x="0" y="5214602"/>
                </a:lnTo>
                <a:close/>
              </a:path>
            </a:pathLst>
          </a:custGeom>
          <a:gradFill flip="none" rotWithShape="1">
            <a:gsLst>
              <a:gs pos="52000">
                <a:schemeClr val="accent2"/>
              </a:gs>
              <a:gs pos="100000">
                <a:schemeClr val="accent1"/>
              </a:gs>
              <a:gs pos="20000">
                <a:schemeClr val="accent3"/>
              </a:gs>
            </a:gsLst>
            <a:lin ang="7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5593" y="1652428"/>
            <a:ext cx="11468909" cy="1994392"/>
          </a:xfrm>
          <a:prstGeom prst="rect">
            <a:avLst/>
          </a:prstGeom>
        </p:spPr>
        <p:txBody>
          <a:bodyPr vert="horz" wrap="square" lIns="0" tIns="0" rIns="0" bIns="0" anchor="t" anchorCtr="0">
            <a:noAutofit/>
          </a:bodyPr>
          <a:lstStyle>
            <a:lvl1pPr algn="l">
              <a:lnSpc>
                <a:spcPct val="80000"/>
              </a:lnSpc>
              <a:defRPr sz="7200" b="0">
                <a:solidFill>
                  <a:schemeClr val="bg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sp>
        <p:nvSpPr>
          <p:cNvPr id="22" name="Text Placeholder 7"/>
          <p:cNvSpPr>
            <a:spLocks noGrp="1"/>
          </p:cNvSpPr>
          <p:nvPr>
            <p:ph type="body" sz="quarter" idx="10" hasCustomPrompt="1"/>
          </p:nvPr>
        </p:nvSpPr>
        <p:spPr>
          <a:xfrm>
            <a:off x="384047" y="3895344"/>
            <a:ext cx="4114800"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dirty="0"/>
              <a:t>Date</a:t>
            </a:r>
          </a:p>
        </p:txBody>
      </p:sp>
      <p:pic>
        <p:nvPicPr>
          <p:cNvPr id="13" name="Picture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4156623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over_4 REVERSED line/subhead">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sp>
        <p:nvSpPr>
          <p:cNvPr id="10" name="Freeform 9"/>
          <p:cNvSpPr/>
          <p:nvPr userDrawn="1"/>
        </p:nvSpPr>
        <p:spPr>
          <a:xfrm flipH="1" flipV="1">
            <a:off x="-8709" y="-8709"/>
            <a:ext cx="8136266" cy="6875416"/>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3202595"/>
              <a:gd name="connsiteY0" fmla="*/ 5189477 h 5189477"/>
              <a:gd name="connsiteX1" fmla="*/ 10681 w 3202595"/>
              <a:gd name="connsiteY1" fmla="*/ 0 h 5189477"/>
              <a:gd name="connsiteX2" fmla="*/ 3202595 w 3202595"/>
              <a:gd name="connsiteY2" fmla="*/ 1769932 h 5189477"/>
              <a:gd name="connsiteX3" fmla="*/ 0 w 3202595"/>
              <a:gd name="connsiteY3" fmla="*/ 5189477 h 5189477"/>
              <a:gd name="connsiteX0" fmla="*/ 2962146 w 6164741"/>
              <a:gd name="connsiteY0" fmla="*/ 5403918 h 5403918"/>
              <a:gd name="connsiteX1" fmla="*/ 3 w 6164741"/>
              <a:gd name="connsiteY1" fmla="*/ 0 h 5403918"/>
              <a:gd name="connsiteX2" fmla="*/ 6164741 w 6164741"/>
              <a:gd name="connsiteY2" fmla="*/ 1984373 h 5403918"/>
              <a:gd name="connsiteX3" fmla="*/ 2962146 w 6164741"/>
              <a:gd name="connsiteY3" fmla="*/ 5403918 h 5403918"/>
              <a:gd name="connsiteX0" fmla="*/ 2962143 w 6164738"/>
              <a:gd name="connsiteY0" fmla="*/ 5403918 h 5403918"/>
              <a:gd name="connsiteX1" fmla="*/ 0 w 6164738"/>
              <a:gd name="connsiteY1" fmla="*/ 0 h 5403918"/>
              <a:gd name="connsiteX2" fmla="*/ 6164738 w 6164738"/>
              <a:gd name="connsiteY2" fmla="*/ 1984373 h 5403918"/>
              <a:gd name="connsiteX3" fmla="*/ 2962143 w 6164738"/>
              <a:gd name="connsiteY3" fmla="*/ 5403918 h 5403918"/>
              <a:gd name="connsiteX0" fmla="*/ 2962143 w 6164738"/>
              <a:gd name="connsiteY0" fmla="*/ 5403918 h 5403918"/>
              <a:gd name="connsiteX1" fmla="*/ 0 w 6164738"/>
              <a:gd name="connsiteY1" fmla="*/ 0 h 5403918"/>
              <a:gd name="connsiteX2" fmla="*/ 6164738 w 6164738"/>
              <a:gd name="connsiteY2" fmla="*/ 1984373 h 5403918"/>
              <a:gd name="connsiteX3" fmla="*/ 2962143 w 6164738"/>
              <a:gd name="connsiteY3" fmla="*/ 5403918 h 5403918"/>
              <a:gd name="connsiteX0" fmla="*/ 2819219 w 6021814"/>
              <a:gd name="connsiteY0" fmla="*/ 5189477 h 5189477"/>
              <a:gd name="connsiteX1" fmla="*/ 0 w 6021814"/>
              <a:gd name="connsiteY1" fmla="*/ 0 h 5189477"/>
              <a:gd name="connsiteX2" fmla="*/ 6021814 w 6021814"/>
              <a:gd name="connsiteY2" fmla="*/ 1769932 h 5189477"/>
              <a:gd name="connsiteX3" fmla="*/ 2819219 w 6021814"/>
              <a:gd name="connsiteY3" fmla="*/ 5189477 h 5189477"/>
              <a:gd name="connsiteX0" fmla="*/ 2819219 w 6007522"/>
              <a:gd name="connsiteY0" fmla="*/ 5189477 h 5189477"/>
              <a:gd name="connsiteX1" fmla="*/ 0 w 6007522"/>
              <a:gd name="connsiteY1" fmla="*/ 0 h 5189477"/>
              <a:gd name="connsiteX2" fmla="*/ 6007522 w 6007522"/>
              <a:gd name="connsiteY2" fmla="*/ 3299613 h 5189477"/>
              <a:gd name="connsiteX3" fmla="*/ 2819219 w 6007522"/>
              <a:gd name="connsiteY3" fmla="*/ 5189477 h 5189477"/>
              <a:gd name="connsiteX0" fmla="*/ 2819219 w 6021814"/>
              <a:gd name="connsiteY0" fmla="*/ 5189477 h 5189477"/>
              <a:gd name="connsiteX1" fmla="*/ 0 w 6021814"/>
              <a:gd name="connsiteY1" fmla="*/ 0 h 5189477"/>
              <a:gd name="connsiteX2" fmla="*/ 6021814 w 6021814"/>
              <a:gd name="connsiteY2" fmla="*/ 3385390 h 5189477"/>
              <a:gd name="connsiteX3" fmla="*/ 2819219 w 6021814"/>
              <a:gd name="connsiteY3" fmla="*/ 5189477 h 5189477"/>
              <a:gd name="connsiteX0" fmla="*/ 2862096 w 6021814"/>
              <a:gd name="connsiteY0" fmla="*/ 5189477 h 5189477"/>
              <a:gd name="connsiteX1" fmla="*/ 0 w 6021814"/>
              <a:gd name="connsiteY1" fmla="*/ 0 h 5189477"/>
              <a:gd name="connsiteX2" fmla="*/ 6021814 w 6021814"/>
              <a:gd name="connsiteY2" fmla="*/ 3385390 h 5189477"/>
              <a:gd name="connsiteX3" fmla="*/ 2862096 w 6021814"/>
              <a:gd name="connsiteY3" fmla="*/ 5189477 h 5189477"/>
              <a:gd name="connsiteX0" fmla="*/ 2862096 w 6021814"/>
              <a:gd name="connsiteY0" fmla="*/ 5189477 h 5189477"/>
              <a:gd name="connsiteX1" fmla="*/ 0 w 6021814"/>
              <a:gd name="connsiteY1" fmla="*/ 0 h 5189477"/>
              <a:gd name="connsiteX2" fmla="*/ 6021814 w 6021814"/>
              <a:gd name="connsiteY2" fmla="*/ 3385390 h 5189477"/>
              <a:gd name="connsiteX3" fmla="*/ 2862096 w 6021814"/>
              <a:gd name="connsiteY3" fmla="*/ 5189477 h 5189477"/>
              <a:gd name="connsiteX0" fmla="*/ 2862096 w 5993229"/>
              <a:gd name="connsiteY0" fmla="*/ 5189477 h 5189477"/>
              <a:gd name="connsiteX1" fmla="*/ 0 w 5993229"/>
              <a:gd name="connsiteY1" fmla="*/ 0 h 5189477"/>
              <a:gd name="connsiteX2" fmla="*/ 5993229 w 5993229"/>
              <a:gd name="connsiteY2" fmla="*/ 3394921 h 5189477"/>
              <a:gd name="connsiteX3" fmla="*/ 2862096 w 5993229"/>
              <a:gd name="connsiteY3" fmla="*/ 5189477 h 5189477"/>
              <a:gd name="connsiteX0" fmla="*/ 2940500 w 5993229"/>
              <a:gd name="connsiteY0" fmla="*/ 5196067 h 5196067"/>
              <a:gd name="connsiteX1" fmla="*/ 0 w 5993229"/>
              <a:gd name="connsiteY1" fmla="*/ 0 h 5196067"/>
              <a:gd name="connsiteX2" fmla="*/ 5993229 w 5993229"/>
              <a:gd name="connsiteY2" fmla="*/ 3394921 h 5196067"/>
              <a:gd name="connsiteX3" fmla="*/ 2940500 w 5993229"/>
              <a:gd name="connsiteY3" fmla="*/ 5196067 h 5196067"/>
              <a:gd name="connsiteX0" fmla="*/ 2940500 w 5999763"/>
              <a:gd name="connsiteY0" fmla="*/ 5196067 h 5196067"/>
              <a:gd name="connsiteX1" fmla="*/ 0 w 5999763"/>
              <a:gd name="connsiteY1" fmla="*/ 0 h 5196067"/>
              <a:gd name="connsiteX2" fmla="*/ 5999763 w 5999763"/>
              <a:gd name="connsiteY2" fmla="*/ 3467409 h 5196067"/>
              <a:gd name="connsiteX3" fmla="*/ 2940500 w 5999763"/>
              <a:gd name="connsiteY3" fmla="*/ 5196067 h 5196067"/>
              <a:gd name="connsiteX0" fmla="*/ 3045039 w 6104302"/>
              <a:gd name="connsiteY0" fmla="*/ 5202656 h 5202656"/>
              <a:gd name="connsiteX1" fmla="*/ 0 w 6104302"/>
              <a:gd name="connsiteY1" fmla="*/ 0 h 5202656"/>
              <a:gd name="connsiteX2" fmla="*/ 6104302 w 6104302"/>
              <a:gd name="connsiteY2" fmla="*/ 3473998 h 5202656"/>
              <a:gd name="connsiteX3" fmla="*/ 3045039 w 6104302"/>
              <a:gd name="connsiteY3" fmla="*/ 5202656 h 5202656"/>
            </a:gdLst>
            <a:ahLst/>
            <a:cxnLst>
              <a:cxn ang="0">
                <a:pos x="connsiteX0" y="connsiteY0"/>
              </a:cxn>
              <a:cxn ang="0">
                <a:pos x="connsiteX1" y="connsiteY1"/>
              </a:cxn>
              <a:cxn ang="0">
                <a:pos x="connsiteX2" y="connsiteY2"/>
              </a:cxn>
              <a:cxn ang="0">
                <a:pos x="connsiteX3" y="connsiteY3"/>
              </a:cxn>
            </a:cxnLst>
            <a:rect l="l" t="t" r="r" b="b"/>
            <a:pathLst>
              <a:path w="6104302" h="5202656">
                <a:moveTo>
                  <a:pt x="3045039" y="5202656"/>
                </a:moveTo>
                <a:cubicBezTo>
                  <a:pt x="3034307" y="5174064"/>
                  <a:pt x="10732" y="42888"/>
                  <a:pt x="0" y="0"/>
                </a:cubicBezTo>
                <a:lnTo>
                  <a:pt x="6104302" y="3473998"/>
                </a:lnTo>
                <a:lnTo>
                  <a:pt x="3045039" y="5202656"/>
                </a:lnTo>
                <a:close/>
              </a:path>
            </a:pathLst>
          </a:custGeom>
          <a:gradFill flip="none" rotWithShape="1">
            <a:gsLst>
              <a:gs pos="22000">
                <a:schemeClr val="accent3"/>
              </a:gs>
              <a:gs pos="51000">
                <a:schemeClr val="accent2"/>
              </a:gs>
              <a:gs pos="98374">
                <a:schemeClr val="accent1"/>
              </a:gs>
            </a:gsLst>
            <a:lin ang="13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3035" y="1655791"/>
            <a:ext cx="11468909" cy="1994392"/>
          </a:xfrm>
          <a:prstGeom prst="rect">
            <a:avLst/>
          </a:prstGeom>
        </p:spPr>
        <p:txBody>
          <a:bodyPr vert="horz" wrap="square" lIns="0" tIns="0" rIns="0" bIns="0" anchor="t" anchorCtr="0">
            <a:noAutofit/>
          </a:bodyPr>
          <a:lstStyle>
            <a:lvl1pPr algn="l">
              <a:lnSpc>
                <a:spcPct val="80000"/>
              </a:lnSpc>
              <a:defRPr sz="7200" b="0">
                <a:solidFill>
                  <a:schemeClr val="bg1"/>
                </a:solidFill>
                <a:latin typeface="3M Circular TT Bold" panose="020B0804020101010102" pitchFamily="34" charset="0"/>
                <a:cs typeface="3M Circular TT Bold" panose="020B0804020101010102" pitchFamily="34" charset="0"/>
              </a:defRPr>
            </a:lvl1pPr>
          </a:lstStyle>
          <a:p>
            <a:r>
              <a:rPr lang="en-US"/>
              <a:t>Two line title</a:t>
            </a:r>
            <a:br>
              <a:rPr lang="en-US"/>
            </a:br>
            <a:r>
              <a:rPr lang="en-US"/>
              <a:t>goes here</a:t>
            </a:r>
            <a:endParaRPr lang="en-GB" dirty="0"/>
          </a:p>
        </p:txBody>
      </p:sp>
      <p:sp>
        <p:nvSpPr>
          <p:cNvPr id="43" name="Text Placeholder 7"/>
          <p:cNvSpPr>
            <a:spLocks noGrp="1"/>
          </p:cNvSpPr>
          <p:nvPr>
            <p:ph type="body" sz="quarter" idx="10" hasCustomPrompt="1"/>
          </p:nvPr>
        </p:nvSpPr>
        <p:spPr>
          <a:xfrm>
            <a:off x="384048" y="5204499"/>
            <a:ext cx="1978025"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sp>
        <p:nvSpPr>
          <p:cNvPr id="6" name="Text Placeholder 5"/>
          <p:cNvSpPr>
            <a:spLocks noGrp="1"/>
          </p:cNvSpPr>
          <p:nvPr>
            <p:ph type="body" sz="quarter" idx="12" hasCustomPrompt="1"/>
          </p:nvPr>
        </p:nvSpPr>
        <p:spPr>
          <a:xfrm>
            <a:off x="384048" y="3895344"/>
            <a:ext cx="9514682" cy="864848"/>
          </a:xfrm>
          <a:prstGeom prst="rect">
            <a:avLst/>
          </a:prstGeom>
        </p:spPr>
        <p:txBody>
          <a:bodyPr lIns="0" tIns="0" rIns="0" bIns="0"/>
          <a:lstStyle>
            <a:lvl1pPr>
              <a:lnSpc>
                <a:spcPct val="90000"/>
              </a:lnSpc>
              <a:defRPr sz="2800">
                <a:solidFill>
                  <a:schemeClr val="bg1"/>
                </a:solidFill>
              </a:defRPr>
            </a:lvl1pPr>
          </a:lstStyle>
          <a:p>
            <a:pPr lvl="0"/>
            <a:r>
              <a:rPr lang="en-US" dirty="0"/>
              <a:t>Title subhead/presenters names, </a:t>
            </a:r>
            <a:br>
              <a:rPr lang="en-US" dirty="0"/>
            </a:br>
            <a:r>
              <a:rPr lang="en-US" dirty="0"/>
              <a:t>one or two lines</a:t>
            </a:r>
          </a:p>
        </p:txBody>
      </p:sp>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594679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Cover_4 REVERSED line">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sp>
        <p:nvSpPr>
          <p:cNvPr id="10" name="Freeform 9"/>
          <p:cNvSpPr/>
          <p:nvPr userDrawn="1"/>
        </p:nvSpPr>
        <p:spPr>
          <a:xfrm flipH="1" flipV="1">
            <a:off x="-8709" y="-8709"/>
            <a:ext cx="8136266" cy="6875416"/>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0 w 6075372"/>
              <a:gd name="connsiteY0" fmla="*/ 5175181 h 5175181"/>
              <a:gd name="connsiteX1" fmla="*/ 2883458 w 6075372"/>
              <a:gd name="connsiteY1" fmla="*/ 0 h 5175181"/>
              <a:gd name="connsiteX2" fmla="*/ 6075372 w 6075372"/>
              <a:gd name="connsiteY2" fmla="*/ 1769932 h 5175181"/>
              <a:gd name="connsiteX3" fmla="*/ 0 w 6075372"/>
              <a:gd name="connsiteY3" fmla="*/ 5175181 h 5175181"/>
              <a:gd name="connsiteX0" fmla="*/ 0 w 3202595"/>
              <a:gd name="connsiteY0" fmla="*/ 5189477 h 5189477"/>
              <a:gd name="connsiteX1" fmla="*/ 10681 w 3202595"/>
              <a:gd name="connsiteY1" fmla="*/ 0 h 5189477"/>
              <a:gd name="connsiteX2" fmla="*/ 3202595 w 3202595"/>
              <a:gd name="connsiteY2" fmla="*/ 1769932 h 5189477"/>
              <a:gd name="connsiteX3" fmla="*/ 0 w 3202595"/>
              <a:gd name="connsiteY3" fmla="*/ 5189477 h 5189477"/>
              <a:gd name="connsiteX0" fmla="*/ 2962146 w 6164741"/>
              <a:gd name="connsiteY0" fmla="*/ 5403918 h 5403918"/>
              <a:gd name="connsiteX1" fmla="*/ 3 w 6164741"/>
              <a:gd name="connsiteY1" fmla="*/ 0 h 5403918"/>
              <a:gd name="connsiteX2" fmla="*/ 6164741 w 6164741"/>
              <a:gd name="connsiteY2" fmla="*/ 1984373 h 5403918"/>
              <a:gd name="connsiteX3" fmla="*/ 2962146 w 6164741"/>
              <a:gd name="connsiteY3" fmla="*/ 5403918 h 5403918"/>
              <a:gd name="connsiteX0" fmla="*/ 2962143 w 6164738"/>
              <a:gd name="connsiteY0" fmla="*/ 5403918 h 5403918"/>
              <a:gd name="connsiteX1" fmla="*/ 0 w 6164738"/>
              <a:gd name="connsiteY1" fmla="*/ 0 h 5403918"/>
              <a:gd name="connsiteX2" fmla="*/ 6164738 w 6164738"/>
              <a:gd name="connsiteY2" fmla="*/ 1984373 h 5403918"/>
              <a:gd name="connsiteX3" fmla="*/ 2962143 w 6164738"/>
              <a:gd name="connsiteY3" fmla="*/ 5403918 h 5403918"/>
              <a:gd name="connsiteX0" fmla="*/ 2962143 w 6164738"/>
              <a:gd name="connsiteY0" fmla="*/ 5403918 h 5403918"/>
              <a:gd name="connsiteX1" fmla="*/ 0 w 6164738"/>
              <a:gd name="connsiteY1" fmla="*/ 0 h 5403918"/>
              <a:gd name="connsiteX2" fmla="*/ 6164738 w 6164738"/>
              <a:gd name="connsiteY2" fmla="*/ 1984373 h 5403918"/>
              <a:gd name="connsiteX3" fmla="*/ 2962143 w 6164738"/>
              <a:gd name="connsiteY3" fmla="*/ 5403918 h 5403918"/>
              <a:gd name="connsiteX0" fmla="*/ 2819219 w 6021814"/>
              <a:gd name="connsiteY0" fmla="*/ 5189477 h 5189477"/>
              <a:gd name="connsiteX1" fmla="*/ 0 w 6021814"/>
              <a:gd name="connsiteY1" fmla="*/ 0 h 5189477"/>
              <a:gd name="connsiteX2" fmla="*/ 6021814 w 6021814"/>
              <a:gd name="connsiteY2" fmla="*/ 1769932 h 5189477"/>
              <a:gd name="connsiteX3" fmla="*/ 2819219 w 6021814"/>
              <a:gd name="connsiteY3" fmla="*/ 5189477 h 5189477"/>
              <a:gd name="connsiteX0" fmla="*/ 2819219 w 6007522"/>
              <a:gd name="connsiteY0" fmla="*/ 5189477 h 5189477"/>
              <a:gd name="connsiteX1" fmla="*/ 0 w 6007522"/>
              <a:gd name="connsiteY1" fmla="*/ 0 h 5189477"/>
              <a:gd name="connsiteX2" fmla="*/ 6007522 w 6007522"/>
              <a:gd name="connsiteY2" fmla="*/ 3299613 h 5189477"/>
              <a:gd name="connsiteX3" fmla="*/ 2819219 w 6007522"/>
              <a:gd name="connsiteY3" fmla="*/ 5189477 h 5189477"/>
              <a:gd name="connsiteX0" fmla="*/ 2819219 w 6021814"/>
              <a:gd name="connsiteY0" fmla="*/ 5189477 h 5189477"/>
              <a:gd name="connsiteX1" fmla="*/ 0 w 6021814"/>
              <a:gd name="connsiteY1" fmla="*/ 0 h 5189477"/>
              <a:gd name="connsiteX2" fmla="*/ 6021814 w 6021814"/>
              <a:gd name="connsiteY2" fmla="*/ 3385390 h 5189477"/>
              <a:gd name="connsiteX3" fmla="*/ 2819219 w 6021814"/>
              <a:gd name="connsiteY3" fmla="*/ 5189477 h 5189477"/>
              <a:gd name="connsiteX0" fmla="*/ 2862096 w 6021814"/>
              <a:gd name="connsiteY0" fmla="*/ 5189477 h 5189477"/>
              <a:gd name="connsiteX1" fmla="*/ 0 w 6021814"/>
              <a:gd name="connsiteY1" fmla="*/ 0 h 5189477"/>
              <a:gd name="connsiteX2" fmla="*/ 6021814 w 6021814"/>
              <a:gd name="connsiteY2" fmla="*/ 3385390 h 5189477"/>
              <a:gd name="connsiteX3" fmla="*/ 2862096 w 6021814"/>
              <a:gd name="connsiteY3" fmla="*/ 5189477 h 5189477"/>
              <a:gd name="connsiteX0" fmla="*/ 2862096 w 6021814"/>
              <a:gd name="connsiteY0" fmla="*/ 5189477 h 5189477"/>
              <a:gd name="connsiteX1" fmla="*/ 0 w 6021814"/>
              <a:gd name="connsiteY1" fmla="*/ 0 h 5189477"/>
              <a:gd name="connsiteX2" fmla="*/ 6021814 w 6021814"/>
              <a:gd name="connsiteY2" fmla="*/ 3385390 h 5189477"/>
              <a:gd name="connsiteX3" fmla="*/ 2862096 w 6021814"/>
              <a:gd name="connsiteY3" fmla="*/ 5189477 h 5189477"/>
              <a:gd name="connsiteX0" fmla="*/ 2862096 w 5993229"/>
              <a:gd name="connsiteY0" fmla="*/ 5189477 h 5189477"/>
              <a:gd name="connsiteX1" fmla="*/ 0 w 5993229"/>
              <a:gd name="connsiteY1" fmla="*/ 0 h 5189477"/>
              <a:gd name="connsiteX2" fmla="*/ 5993229 w 5993229"/>
              <a:gd name="connsiteY2" fmla="*/ 3394921 h 5189477"/>
              <a:gd name="connsiteX3" fmla="*/ 2862096 w 5993229"/>
              <a:gd name="connsiteY3" fmla="*/ 5189477 h 5189477"/>
              <a:gd name="connsiteX0" fmla="*/ 2940500 w 5993229"/>
              <a:gd name="connsiteY0" fmla="*/ 5196067 h 5196067"/>
              <a:gd name="connsiteX1" fmla="*/ 0 w 5993229"/>
              <a:gd name="connsiteY1" fmla="*/ 0 h 5196067"/>
              <a:gd name="connsiteX2" fmla="*/ 5993229 w 5993229"/>
              <a:gd name="connsiteY2" fmla="*/ 3394921 h 5196067"/>
              <a:gd name="connsiteX3" fmla="*/ 2940500 w 5993229"/>
              <a:gd name="connsiteY3" fmla="*/ 5196067 h 5196067"/>
              <a:gd name="connsiteX0" fmla="*/ 2940500 w 5999763"/>
              <a:gd name="connsiteY0" fmla="*/ 5196067 h 5196067"/>
              <a:gd name="connsiteX1" fmla="*/ 0 w 5999763"/>
              <a:gd name="connsiteY1" fmla="*/ 0 h 5196067"/>
              <a:gd name="connsiteX2" fmla="*/ 5999763 w 5999763"/>
              <a:gd name="connsiteY2" fmla="*/ 3467409 h 5196067"/>
              <a:gd name="connsiteX3" fmla="*/ 2940500 w 5999763"/>
              <a:gd name="connsiteY3" fmla="*/ 5196067 h 5196067"/>
              <a:gd name="connsiteX0" fmla="*/ 3045039 w 6104302"/>
              <a:gd name="connsiteY0" fmla="*/ 5202656 h 5202656"/>
              <a:gd name="connsiteX1" fmla="*/ 0 w 6104302"/>
              <a:gd name="connsiteY1" fmla="*/ 0 h 5202656"/>
              <a:gd name="connsiteX2" fmla="*/ 6104302 w 6104302"/>
              <a:gd name="connsiteY2" fmla="*/ 3473998 h 5202656"/>
              <a:gd name="connsiteX3" fmla="*/ 3045039 w 6104302"/>
              <a:gd name="connsiteY3" fmla="*/ 5202656 h 5202656"/>
            </a:gdLst>
            <a:ahLst/>
            <a:cxnLst>
              <a:cxn ang="0">
                <a:pos x="connsiteX0" y="connsiteY0"/>
              </a:cxn>
              <a:cxn ang="0">
                <a:pos x="connsiteX1" y="connsiteY1"/>
              </a:cxn>
              <a:cxn ang="0">
                <a:pos x="connsiteX2" y="connsiteY2"/>
              </a:cxn>
              <a:cxn ang="0">
                <a:pos x="connsiteX3" y="connsiteY3"/>
              </a:cxn>
            </a:cxnLst>
            <a:rect l="l" t="t" r="r" b="b"/>
            <a:pathLst>
              <a:path w="6104302" h="5202656">
                <a:moveTo>
                  <a:pt x="3045039" y="5202656"/>
                </a:moveTo>
                <a:cubicBezTo>
                  <a:pt x="3034307" y="5174064"/>
                  <a:pt x="10732" y="42888"/>
                  <a:pt x="0" y="0"/>
                </a:cubicBezTo>
                <a:lnTo>
                  <a:pt x="6104302" y="3473998"/>
                </a:lnTo>
                <a:lnTo>
                  <a:pt x="3045039" y="5202656"/>
                </a:lnTo>
                <a:close/>
              </a:path>
            </a:pathLst>
          </a:custGeom>
          <a:gradFill flip="none" rotWithShape="1">
            <a:gsLst>
              <a:gs pos="22000">
                <a:schemeClr val="accent3"/>
              </a:gs>
              <a:gs pos="51000">
                <a:schemeClr val="accent2"/>
              </a:gs>
              <a:gs pos="98374">
                <a:schemeClr val="accent1"/>
              </a:gs>
            </a:gsLst>
            <a:lin ang="13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83035" y="1655791"/>
            <a:ext cx="11468909" cy="1994392"/>
          </a:xfrm>
          <a:prstGeom prst="rect">
            <a:avLst/>
          </a:prstGeom>
        </p:spPr>
        <p:txBody>
          <a:bodyPr vert="horz" wrap="square" lIns="0" tIns="0" rIns="0" bIns="0" anchor="t" anchorCtr="0">
            <a:noAutofit/>
          </a:bodyPr>
          <a:lstStyle>
            <a:lvl1pPr algn="l">
              <a:lnSpc>
                <a:spcPct val="80000"/>
              </a:lnSpc>
              <a:defRPr sz="7200" b="0">
                <a:solidFill>
                  <a:schemeClr val="bg1"/>
                </a:solidFill>
                <a:latin typeface="3M Circular TT Bold" panose="020B0804020101010102" pitchFamily="34" charset="0"/>
                <a:cs typeface="3M Circular TT Bold" panose="020B0804020101010102" pitchFamily="34" charset="0"/>
              </a:defRPr>
            </a:lvl1pPr>
          </a:lstStyle>
          <a:p>
            <a:r>
              <a:rPr lang="en-US" dirty="0"/>
              <a:t>Two line title</a:t>
            </a:r>
            <a:br>
              <a:rPr lang="en-US" dirty="0"/>
            </a:br>
            <a:r>
              <a:rPr lang="en-US" dirty="0"/>
              <a:t>goes here</a:t>
            </a:r>
            <a:endParaRPr lang="en-GB" dirty="0"/>
          </a:p>
        </p:txBody>
      </p:sp>
      <p:sp>
        <p:nvSpPr>
          <p:cNvPr id="43" name="Text Placeholder 7"/>
          <p:cNvSpPr>
            <a:spLocks noGrp="1"/>
          </p:cNvSpPr>
          <p:nvPr>
            <p:ph type="body" sz="quarter" idx="10" hasCustomPrompt="1"/>
          </p:nvPr>
        </p:nvSpPr>
        <p:spPr>
          <a:xfrm>
            <a:off x="384047" y="3895344"/>
            <a:ext cx="4114800"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2926128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Cover_5 REVERSED line/subhead">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grpSp>
        <p:nvGrpSpPr>
          <p:cNvPr id="31" name="Group 30"/>
          <p:cNvGrpSpPr/>
          <p:nvPr userDrawn="1"/>
        </p:nvGrpSpPr>
        <p:grpSpPr>
          <a:xfrm>
            <a:off x="6095262" y="0"/>
            <a:ext cx="6101116" cy="6858864"/>
            <a:chOff x="6095262" y="0"/>
            <a:chExt cx="6101116" cy="6858864"/>
          </a:xfrm>
        </p:grpSpPr>
        <p:sp>
          <p:nvSpPr>
            <p:cNvPr id="8" name="Freeform 7"/>
            <p:cNvSpPr/>
            <p:nvPr userDrawn="1"/>
          </p:nvSpPr>
          <p:spPr>
            <a:xfrm>
              <a:off x="6105525" y="0"/>
              <a:ext cx="6082158" cy="6858000"/>
            </a:xfrm>
            <a:custGeom>
              <a:avLst/>
              <a:gdLst>
                <a:gd name="connsiteX0" fmla="*/ 6096000 w 6096000"/>
                <a:gd name="connsiteY0" fmla="*/ 0 h 6867525"/>
                <a:gd name="connsiteX1" fmla="*/ 0 w 6096000"/>
                <a:gd name="connsiteY1" fmla="*/ 9525 h 6867525"/>
                <a:gd name="connsiteX2" fmla="*/ 3362325 w 6096000"/>
                <a:gd name="connsiteY2" fmla="*/ 6867525 h 6867525"/>
                <a:gd name="connsiteX3" fmla="*/ 6096000 w 6096000"/>
                <a:gd name="connsiteY3" fmla="*/ 6858000 h 6867525"/>
                <a:gd name="connsiteX4" fmla="*/ 6096000 w 6096000"/>
                <a:gd name="connsiteY4" fmla="*/ 0 h 686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525">
                  <a:moveTo>
                    <a:pt x="6096000" y="0"/>
                  </a:moveTo>
                  <a:lnTo>
                    <a:pt x="0" y="9525"/>
                  </a:lnTo>
                  <a:lnTo>
                    <a:pt x="3362325" y="6867525"/>
                  </a:lnTo>
                  <a:lnTo>
                    <a:pt x="6096000" y="6858000"/>
                  </a:lnTo>
                  <a:lnTo>
                    <a:pt x="609600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33" name="Freeform 32"/>
            <p:cNvSpPr/>
            <p:nvPr userDrawn="1"/>
          </p:nvSpPr>
          <p:spPr>
            <a:xfrm flipH="1">
              <a:off x="6099048" y="0"/>
              <a:ext cx="6096736" cy="4569416"/>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 name="connsiteX0" fmla="*/ 2623 w 3395129"/>
                <a:gd name="connsiteY0" fmla="*/ 652 h 3446751"/>
                <a:gd name="connsiteX1" fmla="*/ 0 w 3395129"/>
                <a:gd name="connsiteY1" fmla="*/ 3446751 h 3446751"/>
                <a:gd name="connsiteX2" fmla="*/ 3395129 w 3395129"/>
                <a:gd name="connsiteY2" fmla="*/ 0 h 3446751"/>
                <a:gd name="connsiteX3" fmla="*/ 2623 w 3395129"/>
                <a:gd name="connsiteY3" fmla="*/ 652 h 3446751"/>
              </a:gdLst>
              <a:ahLst/>
              <a:cxnLst>
                <a:cxn ang="0">
                  <a:pos x="connsiteX0" y="connsiteY0"/>
                </a:cxn>
                <a:cxn ang="0">
                  <a:pos x="connsiteX1" y="connsiteY1"/>
                </a:cxn>
                <a:cxn ang="0">
                  <a:pos x="connsiteX2" y="connsiteY2"/>
                </a:cxn>
                <a:cxn ang="0">
                  <a:pos x="connsiteX3" y="connsiteY3"/>
                </a:cxn>
              </a:cxnLst>
              <a:rect l="l" t="t" r="r" b="b"/>
              <a:pathLst>
                <a:path w="3395129" h="3446751">
                  <a:moveTo>
                    <a:pt x="2623" y="652"/>
                  </a:moveTo>
                  <a:cubicBezTo>
                    <a:pt x="1749" y="1149352"/>
                    <a:pt x="874" y="2298051"/>
                    <a:pt x="0" y="3446751"/>
                  </a:cubicBezTo>
                  <a:lnTo>
                    <a:pt x="3395129" y="0"/>
                  </a:lnTo>
                  <a:lnTo>
                    <a:pt x="2623" y="652"/>
                  </a:lnTo>
                  <a:close/>
                </a:path>
              </a:pathLst>
            </a:custGeom>
            <a:gradFill flip="none" rotWithShape="1">
              <a:gsLst>
                <a:gs pos="1000">
                  <a:schemeClr val="accent2"/>
                </a:gs>
                <a:gs pos="100000">
                  <a:schemeClr val="accent1"/>
                </a:gs>
              </a:gsLst>
              <a:lin ang="120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Freeform 34"/>
            <p:cNvSpPr/>
            <p:nvPr userDrawn="1"/>
          </p:nvSpPr>
          <p:spPr>
            <a:xfrm flipH="1">
              <a:off x="9451181" y="4569416"/>
              <a:ext cx="2745197" cy="2289448"/>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 name="connsiteX0" fmla="*/ 1529836 w 1529836"/>
                <a:gd name="connsiteY0" fmla="*/ 1726951 h 1726951"/>
                <a:gd name="connsiteX1" fmla="*/ 4894 w 1529836"/>
                <a:gd name="connsiteY1" fmla="*/ 0 h 1726951"/>
                <a:gd name="connsiteX2" fmla="*/ 0 w 1529836"/>
                <a:gd name="connsiteY2" fmla="*/ 1719114 h 1726951"/>
                <a:gd name="connsiteX3" fmla="*/ 1529836 w 1529836"/>
                <a:gd name="connsiteY3" fmla="*/ 1726951 h 1726951"/>
                <a:gd name="connsiteX0" fmla="*/ 1524956 w 1524956"/>
                <a:gd name="connsiteY0" fmla="*/ 1726951 h 1726951"/>
                <a:gd name="connsiteX1" fmla="*/ 14 w 1524956"/>
                <a:gd name="connsiteY1" fmla="*/ 0 h 1726951"/>
                <a:gd name="connsiteX2" fmla="*/ 139661 w 1524956"/>
                <a:gd name="connsiteY2" fmla="*/ 1496385 h 1726951"/>
                <a:gd name="connsiteX3" fmla="*/ 1524956 w 1524956"/>
                <a:gd name="connsiteY3" fmla="*/ 1726951 h 1726951"/>
                <a:gd name="connsiteX0" fmla="*/ 1525273 w 1525273"/>
                <a:gd name="connsiteY0" fmla="*/ 1726951 h 1726951"/>
                <a:gd name="connsiteX1" fmla="*/ 331 w 1525273"/>
                <a:gd name="connsiteY1" fmla="*/ 0 h 1726951"/>
                <a:gd name="connsiteX2" fmla="*/ 2068 w 1525273"/>
                <a:gd name="connsiteY2" fmla="*/ 1726299 h 1726951"/>
                <a:gd name="connsiteX3" fmla="*/ 1525273 w 1525273"/>
                <a:gd name="connsiteY3" fmla="*/ 1726951 h 1726951"/>
              </a:gdLst>
              <a:ahLst/>
              <a:cxnLst>
                <a:cxn ang="0">
                  <a:pos x="connsiteX0" y="connsiteY0"/>
                </a:cxn>
                <a:cxn ang="0">
                  <a:pos x="connsiteX1" y="connsiteY1"/>
                </a:cxn>
                <a:cxn ang="0">
                  <a:pos x="connsiteX2" y="connsiteY2"/>
                </a:cxn>
                <a:cxn ang="0">
                  <a:pos x="connsiteX3" y="connsiteY3"/>
                </a:cxn>
              </a:cxnLst>
              <a:rect l="l" t="t" r="r" b="b"/>
              <a:pathLst>
                <a:path w="1525273" h="1726951">
                  <a:moveTo>
                    <a:pt x="1525273" y="1726951"/>
                  </a:moveTo>
                  <a:lnTo>
                    <a:pt x="331" y="0"/>
                  </a:lnTo>
                  <a:cubicBezTo>
                    <a:pt x="-1300" y="573038"/>
                    <a:pt x="3699" y="1153261"/>
                    <a:pt x="2068" y="1726299"/>
                  </a:cubicBezTo>
                  <a:lnTo>
                    <a:pt x="1525273" y="1726951"/>
                  </a:lnTo>
                  <a:close/>
                </a:path>
              </a:pathLst>
            </a:custGeom>
            <a:gradFill flip="none" rotWithShape="1">
              <a:gsLst>
                <a:gs pos="100000">
                  <a:schemeClr val="accent2"/>
                </a:gs>
                <a:gs pos="0">
                  <a:schemeClr val="accent1"/>
                </a:gs>
              </a:gsLst>
              <a:lin ang="13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Freeform 25"/>
            <p:cNvSpPr/>
            <p:nvPr userDrawn="1"/>
          </p:nvSpPr>
          <p:spPr>
            <a:xfrm flipH="1">
              <a:off x="6095262" y="0"/>
              <a:ext cx="6100521" cy="6858864"/>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Lst>
              <a:ahLst/>
              <a:cxnLst>
                <a:cxn ang="0">
                  <a:pos x="connsiteX0" y="connsiteY0"/>
                </a:cxn>
                <a:cxn ang="0">
                  <a:pos x="connsiteX1" y="connsiteY1"/>
                </a:cxn>
                <a:cxn ang="0">
                  <a:pos x="connsiteX2" y="connsiteY2"/>
                </a:cxn>
                <a:cxn ang="0">
                  <a:pos x="connsiteX3" y="connsiteY3"/>
                </a:cxn>
              </a:cxnLst>
              <a:rect l="l" t="t" r="r" b="b"/>
              <a:pathLst>
                <a:path w="3395129" h="5173702">
                  <a:moveTo>
                    <a:pt x="1524942" y="5173702"/>
                  </a:moveTo>
                  <a:lnTo>
                    <a:pt x="0" y="3446751"/>
                  </a:lnTo>
                  <a:lnTo>
                    <a:pt x="3395129" y="0"/>
                  </a:lnTo>
                  <a:lnTo>
                    <a:pt x="1524942" y="5173702"/>
                  </a:lnTo>
                  <a:close/>
                </a:path>
              </a:pathLst>
            </a:custGeom>
            <a:gradFill flip="none" rotWithShape="1">
              <a:gsLst>
                <a:gs pos="1000">
                  <a:schemeClr val="accent2"/>
                </a:gs>
                <a:gs pos="100000">
                  <a:schemeClr val="accent1"/>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
        <p:nvSpPr>
          <p:cNvPr id="2" name="Title 1"/>
          <p:cNvSpPr>
            <a:spLocks noGrp="1"/>
          </p:cNvSpPr>
          <p:nvPr>
            <p:ph type="ctrTitle" hasCustomPrompt="1"/>
          </p:nvPr>
        </p:nvSpPr>
        <p:spPr>
          <a:xfrm>
            <a:off x="383035" y="1655791"/>
            <a:ext cx="11468909" cy="1994392"/>
          </a:xfrm>
          <a:prstGeom prst="rect">
            <a:avLst/>
          </a:prstGeom>
        </p:spPr>
        <p:txBody>
          <a:bodyPr vert="horz" wrap="square" lIns="0" tIns="0" rIns="0" bIns="0" anchor="t" anchorCtr="0">
            <a:noAutofit/>
          </a:bodyPr>
          <a:lstStyle>
            <a:lvl1pPr algn="l">
              <a:lnSpc>
                <a:spcPct val="80000"/>
              </a:lnSpc>
              <a:defRPr sz="7200" b="0">
                <a:solidFill>
                  <a:schemeClr val="bg1"/>
                </a:solidFill>
                <a:latin typeface="3M Circular TT Bold" panose="020B0804020101010102" pitchFamily="34" charset="0"/>
                <a:cs typeface="3M Circular TT Bold" panose="020B0804020101010102" pitchFamily="34" charset="0"/>
              </a:defRPr>
            </a:lvl1pPr>
          </a:lstStyle>
          <a:p>
            <a:r>
              <a:rPr lang="en-US" dirty="0"/>
              <a:t>Two line title</a:t>
            </a:r>
            <a:br>
              <a:rPr lang="en-US" dirty="0"/>
            </a:br>
            <a:r>
              <a:rPr lang="en-US" dirty="0"/>
              <a:t>goes here</a:t>
            </a:r>
            <a:endParaRPr lang="en-GB" dirty="0"/>
          </a:p>
        </p:txBody>
      </p:sp>
      <p:sp>
        <p:nvSpPr>
          <p:cNvPr id="43" name="Text Placeholder 7"/>
          <p:cNvSpPr>
            <a:spLocks noGrp="1"/>
          </p:cNvSpPr>
          <p:nvPr>
            <p:ph type="body" sz="quarter" idx="10" hasCustomPrompt="1"/>
          </p:nvPr>
        </p:nvSpPr>
        <p:spPr>
          <a:xfrm>
            <a:off x="384048" y="5204499"/>
            <a:ext cx="1978025"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sp>
        <p:nvSpPr>
          <p:cNvPr id="6" name="Text Placeholder 5"/>
          <p:cNvSpPr>
            <a:spLocks noGrp="1"/>
          </p:cNvSpPr>
          <p:nvPr>
            <p:ph type="body" sz="quarter" idx="12" hasCustomPrompt="1"/>
          </p:nvPr>
        </p:nvSpPr>
        <p:spPr>
          <a:xfrm>
            <a:off x="384048" y="3895344"/>
            <a:ext cx="9514682" cy="864848"/>
          </a:xfrm>
          <a:prstGeom prst="rect">
            <a:avLst/>
          </a:prstGeom>
        </p:spPr>
        <p:txBody>
          <a:bodyPr lIns="0" tIns="0" rIns="0" bIns="0"/>
          <a:lstStyle>
            <a:lvl1pPr>
              <a:lnSpc>
                <a:spcPct val="90000"/>
              </a:lnSpc>
              <a:defRPr sz="2800">
                <a:solidFill>
                  <a:schemeClr val="bg1"/>
                </a:solidFill>
              </a:defRPr>
            </a:lvl1pPr>
          </a:lstStyle>
          <a:p>
            <a:pPr lvl="0"/>
            <a:r>
              <a:rPr lang="en-US" dirty="0"/>
              <a:t>Title subhead/presenters names, </a:t>
            </a:r>
            <a:br>
              <a:rPr lang="en-US" dirty="0"/>
            </a:br>
            <a:r>
              <a:rPr lang="en-US" dirty="0"/>
              <a:t>one or two lines</a:t>
            </a:r>
          </a:p>
        </p:txBody>
      </p:sp>
    </p:spTree>
    <p:extLst>
      <p:ext uri="{BB962C8B-B14F-4D97-AF65-F5344CB8AC3E}">
        <p14:creationId xmlns:p14="http://schemas.microsoft.com/office/powerpoint/2010/main" val="210992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Cover_5 REVERSED line">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3049" y="0"/>
            <a:ext cx="12192001" cy="6858000"/>
          </a:xfrm>
          <a:prstGeom prst="rect">
            <a:avLst/>
          </a:prstGeom>
        </p:spPr>
      </p:pic>
      <p:grpSp>
        <p:nvGrpSpPr>
          <p:cNvPr id="22" name="Group 21"/>
          <p:cNvGrpSpPr/>
          <p:nvPr userDrawn="1"/>
        </p:nvGrpSpPr>
        <p:grpSpPr>
          <a:xfrm>
            <a:off x="6095262" y="0"/>
            <a:ext cx="6101116" cy="6858864"/>
            <a:chOff x="6095262" y="0"/>
            <a:chExt cx="6101116" cy="6858864"/>
          </a:xfrm>
        </p:grpSpPr>
        <p:sp>
          <p:nvSpPr>
            <p:cNvPr id="23" name="Freeform 22"/>
            <p:cNvSpPr/>
            <p:nvPr userDrawn="1"/>
          </p:nvSpPr>
          <p:spPr>
            <a:xfrm>
              <a:off x="6105525" y="0"/>
              <a:ext cx="6082158" cy="6858000"/>
            </a:xfrm>
            <a:custGeom>
              <a:avLst/>
              <a:gdLst>
                <a:gd name="connsiteX0" fmla="*/ 6096000 w 6096000"/>
                <a:gd name="connsiteY0" fmla="*/ 0 h 6867525"/>
                <a:gd name="connsiteX1" fmla="*/ 0 w 6096000"/>
                <a:gd name="connsiteY1" fmla="*/ 9525 h 6867525"/>
                <a:gd name="connsiteX2" fmla="*/ 3362325 w 6096000"/>
                <a:gd name="connsiteY2" fmla="*/ 6867525 h 6867525"/>
                <a:gd name="connsiteX3" fmla="*/ 6096000 w 6096000"/>
                <a:gd name="connsiteY3" fmla="*/ 6858000 h 6867525"/>
                <a:gd name="connsiteX4" fmla="*/ 6096000 w 6096000"/>
                <a:gd name="connsiteY4" fmla="*/ 0 h 686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525">
                  <a:moveTo>
                    <a:pt x="6096000" y="0"/>
                  </a:moveTo>
                  <a:lnTo>
                    <a:pt x="0" y="9525"/>
                  </a:lnTo>
                  <a:lnTo>
                    <a:pt x="3362325" y="6867525"/>
                  </a:lnTo>
                  <a:lnTo>
                    <a:pt x="6096000" y="6858000"/>
                  </a:lnTo>
                  <a:lnTo>
                    <a:pt x="609600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sp>
          <p:nvSpPr>
            <p:cNvPr id="24" name="Freeform 23"/>
            <p:cNvSpPr/>
            <p:nvPr userDrawn="1"/>
          </p:nvSpPr>
          <p:spPr>
            <a:xfrm flipH="1">
              <a:off x="6099048" y="0"/>
              <a:ext cx="6096736" cy="4569416"/>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 name="connsiteX0" fmla="*/ 2623 w 3395129"/>
                <a:gd name="connsiteY0" fmla="*/ 652 h 3446751"/>
                <a:gd name="connsiteX1" fmla="*/ 0 w 3395129"/>
                <a:gd name="connsiteY1" fmla="*/ 3446751 h 3446751"/>
                <a:gd name="connsiteX2" fmla="*/ 3395129 w 3395129"/>
                <a:gd name="connsiteY2" fmla="*/ 0 h 3446751"/>
                <a:gd name="connsiteX3" fmla="*/ 2623 w 3395129"/>
                <a:gd name="connsiteY3" fmla="*/ 652 h 3446751"/>
              </a:gdLst>
              <a:ahLst/>
              <a:cxnLst>
                <a:cxn ang="0">
                  <a:pos x="connsiteX0" y="connsiteY0"/>
                </a:cxn>
                <a:cxn ang="0">
                  <a:pos x="connsiteX1" y="connsiteY1"/>
                </a:cxn>
                <a:cxn ang="0">
                  <a:pos x="connsiteX2" y="connsiteY2"/>
                </a:cxn>
                <a:cxn ang="0">
                  <a:pos x="connsiteX3" y="connsiteY3"/>
                </a:cxn>
              </a:cxnLst>
              <a:rect l="l" t="t" r="r" b="b"/>
              <a:pathLst>
                <a:path w="3395129" h="3446751">
                  <a:moveTo>
                    <a:pt x="2623" y="652"/>
                  </a:moveTo>
                  <a:cubicBezTo>
                    <a:pt x="1749" y="1149352"/>
                    <a:pt x="874" y="2298051"/>
                    <a:pt x="0" y="3446751"/>
                  </a:cubicBezTo>
                  <a:lnTo>
                    <a:pt x="3395129" y="0"/>
                  </a:lnTo>
                  <a:lnTo>
                    <a:pt x="2623" y="652"/>
                  </a:lnTo>
                  <a:close/>
                </a:path>
              </a:pathLst>
            </a:custGeom>
            <a:gradFill flip="none" rotWithShape="1">
              <a:gsLst>
                <a:gs pos="1000">
                  <a:schemeClr val="accent2"/>
                </a:gs>
                <a:gs pos="100000">
                  <a:schemeClr val="accent3"/>
                </a:gs>
              </a:gsLst>
              <a:lin ang="120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Freeform 24"/>
            <p:cNvSpPr/>
            <p:nvPr userDrawn="1"/>
          </p:nvSpPr>
          <p:spPr>
            <a:xfrm flipH="1">
              <a:off x="9451181" y="4569416"/>
              <a:ext cx="2745197" cy="2289448"/>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 name="connsiteX0" fmla="*/ 1529836 w 1529836"/>
                <a:gd name="connsiteY0" fmla="*/ 1726951 h 1726951"/>
                <a:gd name="connsiteX1" fmla="*/ 4894 w 1529836"/>
                <a:gd name="connsiteY1" fmla="*/ 0 h 1726951"/>
                <a:gd name="connsiteX2" fmla="*/ 0 w 1529836"/>
                <a:gd name="connsiteY2" fmla="*/ 1719114 h 1726951"/>
                <a:gd name="connsiteX3" fmla="*/ 1529836 w 1529836"/>
                <a:gd name="connsiteY3" fmla="*/ 1726951 h 1726951"/>
                <a:gd name="connsiteX0" fmla="*/ 1524956 w 1524956"/>
                <a:gd name="connsiteY0" fmla="*/ 1726951 h 1726951"/>
                <a:gd name="connsiteX1" fmla="*/ 14 w 1524956"/>
                <a:gd name="connsiteY1" fmla="*/ 0 h 1726951"/>
                <a:gd name="connsiteX2" fmla="*/ 139661 w 1524956"/>
                <a:gd name="connsiteY2" fmla="*/ 1496385 h 1726951"/>
                <a:gd name="connsiteX3" fmla="*/ 1524956 w 1524956"/>
                <a:gd name="connsiteY3" fmla="*/ 1726951 h 1726951"/>
                <a:gd name="connsiteX0" fmla="*/ 1525273 w 1525273"/>
                <a:gd name="connsiteY0" fmla="*/ 1726951 h 1726951"/>
                <a:gd name="connsiteX1" fmla="*/ 331 w 1525273"/>
                <a:gd name="connsiteY1" fmla="*/ 0 h 1726951"/>
                <a:gd name="connsiteX2" fmla="*/ 2068 w 1525273"/>
                <a:gd name="connsiteY2" fmla="*/ 1726299 h 1726951"/>
                <a:gd name="connsiteX3" fmla="*/ 1525273 w 1525273"/>
                <a:gd name="connsiteY3" fmla="*/ 1726951 h 1726951"/>
              </a:gdLst>
              <a:ahLst/>
              <a:cxnLst>
                <a:cxn ang="0">
                  <a:pos x="connsiteX0" y="connsiteY0"/>
                </a:cxn>
                <a:cxn ang="0">
                  <a:pos x="connsiteX1" y="connsiteY1"/>
                </a:cxn>
                <a:cxn ang="0">
                  <a:pos x="connsiteX2" y="connsiteY2"/>
                </a:cxn>
                <a:cxn ang="0">
                  <a:pos x="connsiteX3" y="connsiteY3"/>
                </a:cxn>
              </a:cxnLst>
              <a:rect l="l" t="t" r="r" b="b"/>
              <a:pathLst>
                <a:path w="1525273" h="1726951">
                  <a:moveTo>
                    <a:pt x="1525273" y="1726951"/>
                  </a:moveTo>
                  <a:lnTo>
                    <a:pt x="331" y="0"/>
                  </a:lnTo>
                  <a:cubicBezTo>
                    <a:pt x="-1300" y="573038"/>
                    <a:pt x="3699" y="1153261"/>
                    <a:pt x="2068" y="1726299"/>
                  </a:cubicBezTo>
                  <a:lnTo>
                    <a:pt x="1525273" y="1726951"/>
                  </a:lnTo>
                  <a:close/>
                </a:path>
              </a:pathLst>
            </a:custGeom>
            <a:gradFill flip="none" rotWithShape="1">
              <a:gsLst>
                <a:gs pos="100000">
                  <a:schemeClr val="accent2"/>
                </a:gs>
                <a:gs pos="0">
                  <a:schemeClr val="accent3"/>
                </a:gs>
              </a:gsLst>
              <a:lin ang="13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Freeform 25"/>
            <p:cNvSpPr/>
            <p:nvPr userDrawn="1"/>
          </p:nvSpPr>
          <p:spPr>
            <a:xfrm flipH="1">
              <a:off x="6095262" y="0"/>
              <a:ext cx="6100521" cy="6858864"/>
            </a:xfrm>
            <a:custGeom>
              <a:avLst/>
              <a:gdLst>
                <a:gd name="connsiteX0" fmla="*/ 0 w 9162535"/>
                <a:gd name="connsiteY0" fmla="*/ 5146589 h 5146589"/>
                <a:gd name="connsiteX1" fmla="*/ 5999206 w 9162535"/>
                <a:gd name="connsiteY1" fmla="*/ 0 h 5146589"/>
                <a:gd name="connsiteX2" fmla="*/ 9162535 w 9162535"/>
                <a:gd name="connsiteY2" fmla="*/ 3342502 h 5146589"/>
                <a:gd name="connsiteX3" fmla="*/ 0 w 9162535"/>
                <a:gd name="connsiteY3" fmla="*/ 5146589 h 5146589"/>
                <a:gd name="connsiteX0" fmla="*/ 0 w 6061080"/>
                <a:gd name="connsiteY0" fmla="*/ 5160885 h 5160885"/>
                <a:gd name="connsiteX1" fmla="*/ 2897751 w 6061080"/>
                <a:gd name="connsiteY1" fmla="*/ 0 h 5160885"/>
                <a:gd name="connsiteX2" fmla="*/ 6061080 w 6061080"/>
                <a:gd name="connsiteY2" fmla="*/ 3342502 h 5160885"/>
                <a:gd name="connsiteX3" fmla="*/ 0 w 6061080"/>
                <a:gd name="connsiteY3" fmla="*/ 5160885 h 5160885"/>
                <a:gd name="connsiteX0" fmla="*/ 0 w 6075372"/>
                <a:gd name="connsiteY0" fmla="*/ 5160885 h 5160885"/>
                <a:gd name="connsiteX1" fmla="*/ 2897751 w 6075372"/>
                <a:gd name="connsiteY1" fmla="*/ 0 h 5160885"/>
                <a:gd name="connsiteX2" fmla="*/ 6075372 w 6075372"/>
                <a:gd name="connsiteY2" fmla="*/ 1755636 h 5160885"/>
                <a:gd name="connsiteX3" fmla="*/ 0 w 6075372"/>
                <a:gd name="connsiteY3" fmla="*/ 5160885 h 5160885"/>
                <a:gd name="connsiteX0" fmla="*/ 3119359 w 9194731"/>
                <a:gd name="connsiteY0" fmla="*/ 5203773 h 5203773"/>
                <a:gd name="connsiteX1" fmla="*/ 0 w 9194731"/>
                <a:gd name="connsiteY1" fmla="*/ 0 h 5203773"/>
                <a:gd name="connsiteX2" fmla="*/ 9194731 w 9194731"/>
                <a:gd name="connsiteY2" fmla="*/ 1798524 h 5203773"/>
                <a:gd name="connsiteX3" fmla="*/ 3119359 w 9194731"/>
                <a:gd name="connsiteY3" fmla="*/ 5203773 h 5203773"/>
                <a:gd name="connsiteX0" fmla="*/ 3119359 w 9194731"/>
                <a:gd name="connsiteY0" fmla="*/ 5147756 h 5147756"/>
                <a:gd name="connsiteX1" fmla="*/ 0 w 9194731"/>
                <a:gd name="connsiteY1" fmla="*/ 0 h 5147756"/>
                <a:gd name="connsiteX2" fmla="*/ 9194731 w 9194731"/>
                <a:gd name="connsiteY2" fmla="*/ 1742507 h 5147756"/>
                <a:gd name="connsiteX3" fmla="*/ 3119359 w 9194731"/>
                <a:gd name="connsiteY3" fmla="*/ 5147756 h 5147756"/>
                <a:gd name="connsiteX0" fmla="*/ 3151267 w 9226639"/>
                <a:gd name="connsiteY0" fmla="*/ 5163714 h 5163714"/>
                <a:gd name="connsiteX1" fmla="*/ 0 w 9226639"/>
                <a:gd name="connsiteY1" fmla="*/ 0 h 5163714"/>
                <a:gd name="connsiteX2" fmla="*/ 9226639 w 9226639"/>
                <a:gd name="connsiteY2" fmla="*/ 1758465 h 5163714"/>
                <a:gd name="connsiteX3" fmla="*/ 3151267 w 9226639"/>
                <a:gd name="connsiteY3" fmla="*/ 5163714 h 5163714"/>
                <a:gd name="connsiteX0" fmla="*/ 3151267 w 9198054"/>
                <a:gd name="connsiteY0" fmla="*/ 5163714 h 5163714"/>
                <a:gd name="connsiteX1" fmla="*/ 0 w 9198054"/>
                <a:gd name="connsiteY1" fmla="*/ 0 h 5163714"/>
                <a:gd name="connsiteX2" fmla="*/ 9198054 w 9198054"/>
                <a:gd name="connsiteY2" fmla="*/ 1901426 h 5163714"/>
                <a:gd name="connsiteX3" fmla="*/ 3151267 w 9198054"/>
                <a:gd name="connsiteY3" fmla="*/ 5163714 h 5163714"/>
                <a:gd name="connsiteX0" fmla="*/ 3208437 w 9198054"/>
                <a:gd name="connsiteY0" fmla="*/ 5163714 h 5163714"/>
                <a:gd name="connsiteX1" fmla="*/ 0 w 9198054"/>
                <a:gd name="connsiteY1" fmla="*/ 0 h 5163714"/>
                <a:gd name="connsiteX2" fmla="*/ 9198054 w 9198054"/>
                <a:gd name="connsiteY2" fmla="*/ 1901426 h 5163714"/>
                <a:gd name="connsiteX3" fmla="*/ 3208437 w 9198054"/>
                <a:gd name="connsiteY3" fmla="*/ 5163714 h 5163714"/>
                <a:gd name="connsiteX0" fmla="*/ 3160796 w 9198054"/>
                <a:gd name="connsiteY0" fmla="*/ 5154183 h 5154183"/>
                <a:gd name="connsiteX1" fmla="*/ 0 w 9198054"/>
                <a:gd name="connsiteY1" fmla="*/ 0 h 5154183"/>
                <a:gd name="connsiteX2" fmla="*/ 9198054 w 9198054"/>
                <a:gd name="connsiteY2" fmla="*/ 1901426 h 5154183"/>
                <a:gd name="connsiteX3" fmla="*/ 3160796 w 9198054"/>
                <a:gd name="connsiteY3" fmla="*/ 5154183 h 5154183"/>
                <a:gd name="connsiteX0" fmla="*/ 3160796 w 9178997"/>
                <a:gd name="connsiteY0" fmla="*/ 5154183 h 5154183"/>
                <a:gd name="connsiteX1" fmla="*/ 0 w 9178997"/>
                <a:gd name="connsiteY1" fmla="*/ 0 h 5154183"/>
                <a:gd name="connsiteX2" fmla="*/ 9178997 w 9178997"/>
                <a:gd name="connsiteY2" fmla="*/ 1910957 h 5154183"/>
                <a:gd name="connsiteX3" fmla="*/ 3160796 w 9178997"/>
                <a:gd name="connsiteY3" fmla="*/ 5154183 h 5154183"/>
                <a:gd name="connsiteX0" fmla="*/ 3048116 w 9178997"/>
                <a:gd name="connsiteY0" fmla="*/ 5154183 h 5154183"/>
                <a:gd name="connsiteX1" fmla="*/ 0 w 9178997"/>
                <a:gd name="connsiteY1" fmla="*/ 0 h 5154183"/>
                <a:gd name="connsiteX2" fmla="*/ 9178997 w 9178997"/>
                <a:gd name="connsiteY2" fmla="*/ 1910957 h 5154183"/>
                <a:gd name="connsiteX3" fmla="*/ 3048116 w 9178997"/>
                <a:gd name="connsiteY3" fmla="*/ 5154183 h 5154183"/>
                <a:gd name="connsiteX0" fmla="*/ 3048116 w 9178997"/>
                <a:gd name="connsiteY0" fmla="*/ 5154183 h 5154183"/>
                <a:gd name="connsiteX1" fmla="*/ 0 w 9178997"/>
                <a:gd name="connsiteY1" fmla="*/ 0 h 5154183"/>
                <a:gd name="connsiteX2" fmla="*/ 9178997 w 9178997"/>
                <a:gd name="connsiteY2" fmla="*/ 1698542 h 5154183"/>
                <a:gd name="connsiteX3" fmla="*/ 3048116 w 9178997"/>
                <a:gd name="connsiteY3" fmla="*/ 5154183 h 5154183"/>
                <a:gd name="connsiteX0" fmla="*/ 1498773 w 9178997"/>
                <a:gd name="connsiteY0" fmla="*/ 5154183 h 5154183"/>
                <a:gd name="connsiteX1" fmla="*/ 0 w 9178997"/>
                <a:gd name="connsiteY1" fmla="*/ 0 h 5154183"/>
                <a:gd name="connsiteX2" fmla="*/ 9178997 w 9178997"/>
                <a:gd name="connsiteY2" fmla="*/ 1698542 h 5154183"/>
                <a:gd name="connsiteX3" fmla="*/ 1498773 w 9178997"/>
                <a:gd name="connsiteY3" fmla="*/ 5154183 h 5154183"/>
                <a:gd name="connsiteX0" fmla="*/ 1498773 w 3368960"/>
                <a:gd name="connsiteY0" fmla="*/ 5173702 h 5173702"/>
                <a:gd name="connsiteX1" fmla="*/ 0 w 3368960"/>
                <a:gd name="connsiteY1" fmla="*/ 19519 h 5173702"/>
                <a:gd name="connsiteX2" fmla="*/ 3368960 w 3368960"/>
                <a:gd name="connsiteY2" fmla="*/ 0 h 5173702"/>
                <a:gd name="connsiteX3" fmla="*/ 1498773 w 3368960"/>
                <a:gd name="connsiteY3" fmla="*/ 5173702 h 5173702"/>
                <a:gd name="connsiteX0" fmla="*/ 1513119 w 3383306"/>
                <a:gd name="connsiteY0" fmla="*/ 5173702 h 5173702"/>
                <a:gd name="connsiteX1" fmla="*/ 0 w 3383306"/>
                <a:gd name="connsiteY1" fmla="*/ 1730421 h 5173702"/>
                <a:gd name="connsiteX2" fmla="*/ 3383306 w 3383306"/>
                <a:gd name="connsiteY2" fmla="*/ 0 h 5173702"/>
                <a:gd name="connsiteX3" fmla="*/ 1513119 w 3383306"/>
                <a:gd name="connsiteY3" fmla="*/ 5173702 h 5173702"/>
                <a:gd name="connsiteX0" fmla="*/ 1524942 w 3395129"/>
                <a:gd name="connsiteY0" fmla="*/ 5173702 h 5173702"/>
                <a:gd name="connsiteX1" fmla="*/ 0 w 3395129"/>
                <a:gd name="connsiteY1" fmla="*/ 3446751 h 5173702"/>
                <a:gd name="connsiteX2" fmla="*/ 3395129 w 3395129"/>
                <a:gd name="connsiteY2" fmla="*/ 0 h 5173702"/>
                <a:gd name="connsiteX3" fmla="*/ 1524942 w 3395129"/>
                <a:gd name="connsiteY3" fmla="*/ 5173702 h 5173702"/>
              </a:gdLst>
              <a:ahLst/>
              <a:cxnLst>
                <a:cxn ang="0">
                  <a:pos x="connsiteX0" y="connsiteY0"/>
                </a:cxn>
                <a:cxn ang="0">
                  <a:pos x="connsiteX1" y="connsiteY1"/>
                </a:cxn>
                <a:cxn ang="0">
                  <a:pos x="connsiteX2" y="connsiteY2"/>
                </a:cxn>
                <a:cxn ang="0">
                  <a:pos x="connsiteX3" y="connsiteY3"/>
                </a:cxn>
              </a:cxnLst>
              <a:rect l="l" t="t" r="r" b="b"/>
              <a:pathLst>
                <a:path w="3395129" h="5173702">
                  <a:moveTo>
                    <a:pt x="1524942" y="5173702"/>
                  </a:moveTo>
                  <a:lnTo>
                    <a:pt x="0" y="3446751"/>
                  </a:lnTo>
                  <a:lnTo>
                    <a:pt x="3395129" y="0"/>
                  </a:lnTo>
                  <a:lnTo>
                    <a:pt x="1524942" y="5173702"/>
                  </a:lnTo>
                  <a:close/>
                </a:path>
              </a:pathLst>
            </a:custGeom>
            <a:gradFill flip="none" rotWithShape="1">
              <a:gsLst>
                <a:gs pos="1000">
                  <a:schemeClr val="accent2"/>
                </a:gs>
                <a:gs pos="100000">
                  <a:schemeClr val="accent3"/>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 name="Title 1"/>
          <p:cNvSpPr>
            <a:spLocks noGrp="1"/>
          </p:cNvSpPr>
          <p:nvPr>
            <p:ph type="ctrTitle" hasCustomPrompt="1"/>
          </p:nvPr>
        </p:nvSpPr>
        <p:spPr>
          <a:xfrm>
            <a:off x="383035" y="1655791"/>
            <a:ext cx="11468909" cy="1994392"/>
          </a:xfrm>
          <a:prstGeom prst="rect">
            <a:avLst/>
          </a:prstGeom>
        </p:spPr>
        <p:txBody>
          <a:bodyPr vert="horz" wrap="square" lIns="0" tIns="0" rIns="0" bIns="0" anchor="t" anchorCtr="0">
            <a:noAutofit/>
          </a:bodyPr>
          <a:lstStyle>
            <a:lvl1pPr algn="l">
              <a:lnSpc>
                <a:spcPct val="80000"/>
              </a:lnSpc>
              <a:defRPr sz="7200" b="0">
                <a:solidFill>
                  <a:schemeClr val="bg1"/>
                </a:solidFill>
                <a:latin typeface="3M Circular TT Bold" panose="020B0804020101010102" pitchFamily="34" charset="0"/>
                <a:cs typeface="3M Circular TT Bold" panose="020B0804020101010102" pitchFamily="34" charset="0"/>
              </a:defRPr>
            </a:lvl1pPr>
          </a:lstStyle>
          <a:p>
            <a:r>
              <a:rPr lang="en-US" dirty="0"/>
              <a:t>Two line title</a:t>
            </a:r>
            <a:br>
              <a:rPr lang="en-US" dirty="0"/>
            </a:br>
            <a:r>
              <a:rPr lang="en-US" dirty="0"/>
              <a:t>goes here</a:t>
            </a:r>
            <a:endParaRPr lang="en-GB" dirty="0"/>
          </a:p>
        </p:txBody>
      </p:sp>
      <p:sp>
        <p:nvSpPr>
          <p:cNvPr id="43" name="Text Placeholder 7"/>
          <p:cNvSpPr>
            <a:spLocks noGrp="1"/>
          </p:cNvSpPr>
          <p:nvPr>
            <p:ph type="body" sz="quarter" idx="10" hasCustomPrompt="1"/>
          </p:nvPr>
        </p:nvSpPr>
        <p:spPr>
          <a:xfrm>
            <a:off x="384047" y="3895344"/>
            <a:ext cx="4114800" cy="480462"/>
          </a:xfrm>
          <a:prstGeom prst="rect">
            <a:avLst/>
          </a:prstGeom>
        </p:spPr>
        <p:txBody>
          <a:bodyPr lIns="0" tIns="0" rIns="0" bIns="0"/>
          <a:lstStyle>
            <a:lvl1pPr marL="0" indent="0">
              <a:buNone/>
              <a:defRPr sz="2800">
                <a:solidFill>
                  <a:schemeClr val="bg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2798765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Cover_1 line_Blank">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84048" y="2286000"/>
            <a:ext cx="9521825" cy="1051116"/>
          </a:xfrm>
          <a:prstGeom prst="rect">
            <a:avLst/>
          </a:prstGeom>
        </p:spPr>
        <p:txBody>
          <a:bodyPr vert="horz" wrap="square" lIns="0" tIns="0" rIns="0" bIns="0" anchor="t" anchorCtr="0">
            <a:noAutofit/>
          </a:bodyPr>
          <a:lstStyle>
            <a:lvl1pPr algn="l">
              <a:defRPr sz="7200" b="0">
                <a:solidFill>
                  <a:schemeClr val="tx1"/>
                </a:solidFill>
                <a:latin typeface="3M Circular TT Bold" panose="020B0804020101010102" pitchFamily="34" charset="0"/>
                <a:cs typeface="3M Circular TT Bold" panose="020B0804020101010102" pitchFamily="34" charset="0"/>
              </a:defRPr>
            </a:lvl1pPr>
          </a:lstStyle>
          <a:p>
            <a:r>
              <a:rPr lang="en-US"/>
              <a:t>One-line title</a:t>
            </a:r>
            <a:endParaRPr lang="en-GB" dirty="0"/>
          </a:p>
        </p:txBody>
      </p:sp>
      <p:sp>
        <p:nvSpPr>
          <p:cNvPr id="10" name="Text Placeholder 7"/>
          <p:cNvSpPr>
            <a:spLocks noGrp="1"/>
          </p:cNvSpPr>
          <p:nvPr>
            <p:ph type="body" sz="quarter" idx="12" hasCustomPrompt="1"/>
          </p:nvPr>
        </p:nvSpPr>
        <p:spPr>
          <a:xfrm>
            <a:off x="384048" y="4257741"/>
            <a:ext cx="1978025" cy="480462"/>
          </a:xfrm>
          <a:prstGeom prst="rect">
            <a:avLst/>
          </a:prstGeom>
        </p:spPr>
        <p:txBody>
          <a:bodyPr lIns="0" tIns="0" rIns="0" bIns="0"/>
          <a:lstStyle>
            <a:lvl1pPr marL="0" indent="0">
              <a:buNone/>
              <a:defRPr sz="2800">
                <a:solidFill>
                  <a:schemeClr val="tx1"/>
                </a:solidFill>
                <a:latin typeface="3M Circular TT Book" panose="020B0604020101020102" pitchFamily="34" charset="0"/>
                <a:cs typeface="3M Circular TT Book" panose="020B0604020101020102" pitchFamily="34" charset="0"/>
              </a:defRPr>
            </a:lvl1pPr>
            <a:lvl5pPr>
              <a:defRPr/>
            </a:lvl5pPr>
          </a:lstStyle>
          <a:p>
            <a:pPr lvl="0"/>
            <a:r>
              <a:rPr lang="en-US"/>
              <a:t>Date</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3035" y="384048"/>
            <a:ext cx="2424041" cy="430558"/>
          </a:xfrm>
          <a:prstGeom prst="rect">
            <a:avLst/>
          </a:prstGeom>
        </p:spPr>
      </p:pic>
    </p:spTree>
    <p:extLst>
      <p:ext uri="{BB962C8B-B14F-4D97-AF65-F5344CB8AC3E}">
        <p14:creationId xmlns:p14="http://schemas.microsoft.com/office/powerpoint/2010/main" val="1346657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4.xml"/><Relationship Id="rId18" Type="http://schemas.openxmlformats.org/officeDocument/2006/relationships/slideLayout" Target="../slideLayouts/slideLayout39.xml"/><Relationship Id="rId26" Type="http://schemas.openxmlformats.org/officeDocument/2006/relationships/slideLayout" Target="../slideLayouts/slideLayout47.xml"/><Relationship Id="rId39" Type="http://schemas.openxmlformats.org/officeDocument/2006/relationships/slideLayout" Target="../slideLayouts/slideLayout60.xml"/><Relationship Id="rId21" Type="http://schemas.openxmlformats.org/officeDocument/2006/relationships/slideLayout" Target="../slideLayouts/slideLayout42.xml"/><Relationship Id="rId34" Type="http://schemas.openxmlformats.org/officeDocument/2006/relationships/slideLayout" Target="../slideLayouts/slideLayout55.xml"/><Relationship Id="rId42" Type="http://schemas.openxmlformats.org/officeDocument/2006/relationships/tags" Target="../tags/tag4.xml"/><Relationship Id="rId7" Type="http://schemas.openxmlformats.org/officeDocument/2006/relationships/slideLayout" Target="../slideLayouts/slideLayout28.xml"/><Relationship Id="rId2" Type="http://schemas.openxmlformats.org/officeDocument/2006/relationships/slideLayout" Target="../slideLayouts/slideLayout23.xml"/><Relationship Id="rId16" Type="http://schemas.openxmlformats.org/officeDocument/2006/relationships/slideLayout" Target="../slideLayouts/slideLayout37.xml"/><Relationship Id="rId29" Type="http://schemas.openxmlformats.org/officeDocument/2006/relationships/slideLayout" Target="../slideLayouts/slideLayout50.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24" Type="http://schemas.openxmlformats.org/officeDocument/2006/relationships/slideLayout" Target="../slideLayouts/slideLayout45.xml"/><Relationship Id="rId32" Type="http://schemas.openxmlformats.org/officeDocument/2006/relationships/slideLayout" Target="../slideLayouts/slideLayout53.xml"/><Relationship Id="rId37" Type="http://schemas.openxmlformats.org/officeDocument/2006/relationships/slideLayout" Target="../slideLayouts/slideLayout58.xml"/><Relationship Id="rId40" Type="http://schemas.openxmlformats.org/officeDocument/2006/relationships/slideLayout" Target="../slideLayouts/slideLayout61.xml"/><Relationship Id="rId45" Type="http://schemas.openxmlformats.org/officeDocument/2006/relationships/image" Target="../media/image4.emf"/><Relationship Id="rId5" Type="http://schemas.openxmlformats.org/officeDocument/2006/relationships/slideLayout" Target="../slideLayouts/slideLayout26.xml"/><Relationship Id="rId15" Type="http://schemas.openxmlformats.org/officeDocument/2006/relationships/slideLayout" Target="../slideLayouts/slideLayout36.xml"/><Relationship Id="rId23" Type="http://schemas.openxmlformats.org/officeDocument/2006/relationships/slideLayout" Target="../slideLayouts/slideLayout44.xml"/><Relationship Id="rId28" Type="http://schemas.openxmlformats.org/officeDocument/2006/relationships/slideLayout" Target="../slideLayouts/slideLayout49.xml"/><Relationship Id="rId36" Type="http://schemas.openxmlformats.org/officeDocument/2006/relationships/slideLayout" Target="../slideLayouts/slideLayout57.xml"/><Relationship Id="rId10" Type="http://schemas.openxmlformats.org/officeDocument/2006/relationships/slideLayout" Target="../slideLayouts/slideLayout31.xml"/><Relationship Id="rId19" Type="http://schemas.openxmlformats.org/officeDocument/2006/relationships/slideLayout" Target="../slideLayouts/slideLayout40.xml"/><Relationship Id="rId31" Type="http://schemas.openxmlformats.org/officeDocument/2006/relationships/slideLayout" Target="../slideLayouts/slideLayout52.xml"/><Relationship Id="rId44" Type="http://schemas.openxmlformats.org/officeDocument/2006/relationships/oleObject" Target="../embeddings/oleObject2.bin"/><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 Id="rId22" Type="http://schemas.openxmlformats.org/officeDocument/2006/relationships/slideLayout" Target="../slideLayouts/slideLayout43.xml"/><Relationship Id="rId27" Type="http://schemas.openxmlformats.org/officeDocument/2006/relationships/slideLayout" Target="../slideLayouts/slideLayout48.xml"/><Relationship Id="rId30" Type="http://schemas.openxmlformats.org/officeDocument/2006/relationships/slideLayout" Target="../slideLayouts/slideLayout51.xml"/><Relationship Id="rId35" Type="http://schemas.openxmlformats.org/officeDocument/2006/relationships/slideLayout" Target="../slideLayouts/slideLayout56.xml"/><Relationship Id="rId43" Type="http://schemas.openxmlformats.org/officeDocument/2006/relationships/tags" Target="../tags/tag5.xml"/><Relationship Id="rId8" Type="http://schemas.openxmlformats.org/officeDocument/2006/relationships/slideLayout" Target="../slideLayouts/slideLayout29.xml"/><Relationship Id="rId3" Type="http://schemas.openxmlformats.org/officeDocument/2006/relationships/slideLayout" Target="../slideLayouts/slideLayout24.xml"/><Relationship Id="rId12" Type="http://schemas.openxmlformats.org/officeDocument/2006/relationships/slideLayout" Target="../slideLayouts/slideLayout33.xml"/><Relationship Id="rId17" Type="http://schemas.openxmlformats.org/officeDocument/2006/relationships/slideLayout" Target="../slideLayouts/slideLayout38.xml"/><Relationship Id="rId25" Type="http://schemas.openxmlformats.org/officeDocument/2006/relationships/slideLayout" Target="../slideLayouts/slideLayout46.xml"/><Relationship Id="rId33" Type="http://schemas.openxmlformats.org/officeDocument/2006/relationships/slideLayout" Target="../slideLayouts/slideLayout54.xml"/><Relationship Id="rId38" Type="http://schemas.openxmlformats.org/officeDocument/2006/relationships/slideLayout" Target="../slideLayouts/slideLayout59.xml"/><Relationship Id="rId20" Type="http://schemas.openxmlformats.org/officeDocument/2006/relationships/slideLayout" Target="../slideLayouts/slideLayout41.xml"/><Relationship Id="rId4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4.xml"/><Relationship Id="rId18" Type="http://schemas.openxmlformats.org/officeDocument/2006/relationships/slideLayout" Target="../slideLayouts/slideLayout79.xml"/><Relationship Id="rId26" Type="http://schemas.openxmlformats.org/officeDocument/2006/relationships/slideLayout" Target="../slideLayouts/slideLayout87.xml"/><Relationship Id="rId39" Type="http://schemas.openxmlformats.org/officeDocument/2006/relationships/slideLayout" Target="../slideLayouts/slideLayout100.xml"/><Relationship Id="rId21" Type="http://schemas.openxmlformats.org/officeDocument/2006/relationships/slideLayout" Target="../slideLayouts/slideLayout82.xml"/><Relationship Id="rId34" Type="http://schemas.openxmlformats.org/officeDocument/2006/relationships/slideLayout" Target="../slideLayouts/slideLayout95.xml"/><Relationship Id="rId42" Type="http://schemas.openxmlformats.org/officeDocument/2006/relationships/tags" Target="../tags/tag8.xml"/><Relationship Id="rId7" Type="http://schemas.openxmlformats.org/officeDocument/2006/relationships/slideLayout" Target="../slideLayouts/slideLayout68.xml"/><Relationship Id="rId2" Type="http://schemas.openxmlformats.org/officeDocument/2006/relationships/slideLayout" Target="../slideLayouts/slideLayout63.xml"/><Relationship Id="rId16" Type="http://schemas.openxmlformats.org/officeDocument/2006/relationships/slideLayout" Target="../slideLayouts/slideLayout77.xml"/><Relationship Id="rId29" Type="http://schemas.openxmlformats.org/officeDocument/2006/relationships/slideLayout" Target="../slideLayouts/slideLayout90.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24" Type="http://schemas.openxmlformats.org/officeDocument/2006/relationships/slideLayout" Target="../slideLayouts/slideLayout85.xml"/><Relationship Id="rId32" Type="http://schemas.openxmlformats.org/officeDocument/2006/relationships/slideLayout" Target="../slideLayouts/slideLayout93.xml"/><Relationship Id="rId37" Type="http://schemas.openxmlformats.org/officeDocument/2006/relationships/slideLayout" Target="../slideLayouts/slideLayout98.xml"/><Relationship Id="rId40" Type="http://schemas.openxmlformats.org/officeDocument/2006/relationships/slideLayout" Target="../slideLayouts/slideLayout101.xml"/><Relationship Id="rId45" Type="http://schemas.openxmlformats.org/officeDocument/2006/relationships/image" Target="../media/image4.emf"/><Relationship Id="rId5" Type="http://schemas.openxmlformats.org/officeDocument/2006/relationships/slideLayout" Target="../slideLayouts/slideLayout66.xml"/><Relationship Id="rId15" Type="http://schemas.openxmlformats.org/officeDocument/2006/relationships/slideLayout" Target="../slideLayouts/slideLayout76.xml"/><Relationship Id="rId23" Type="http://schemas.openxmlformats.org/officeDocument/2006/relationships/slideLayout" Target="../slideLayouts/slideLayout84.xml"/><Relationship Id="rId28" Type="http://schemas.openxmlformats.org/officeDocument/2006/relationships/slideLayout" Target="../slideLayouts/slideLayout89.xml"/><Relationship Id="rId36" Type="http://schemas.openxmlformats.org/officeDocument/2006/relationships/slideLayout" Target="../slideLayouts/slideLayout97.xml"/><Relationship Id="rId10" Type="http://schemas.openxmlformats.org/officeDocument/2006/relationships/slideLayout" Target="../slideLayouts/slideLayout71.xml"/><Relationship Id="rId19" Type="http://schemas.openxmlformats.org/officeDocument/2006/relationships/slideLayout" Target="../slideLayouts/slideLayout80.xml"/><Relationship Id="rId31" Type="http://schemas.openxmlformats.org/officeDocument/2006/relationships/slideLayout" Target="../slideLayouts/slideLayout92.xml"/><Relationship Id="rId44" Type="http://schemas.openxmlformats.org/officeDocument/2006/relationships/oleObject" Target="../embeddings/oleObject4.bin"/><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slideLayout" Target="../slideLayouts/slideLayout75.xml"/><Relationship Id="rId22" Type="http://schemas.openxmlformats.org/officeDocument/2006/relationships/slideLayout" Target="../slideLayouts/slideLayout83.xml"/><Relationship Id="rId27" Type="http://schemas.openxmlformats.org/officeDocument/2006/relationships/slideLayout" Target="../slideLayouts/slideLayout88.xml"/><Relationship Id="rId30" Type="http://schemas.openxmlformats.org/officeDocument/2006/relationships/slideLayout" Target="../slideLayouts/slideLayout91.xml"/><Relationship Id="rId35" Type="http://schemas.openxmlformats.org/officeDocument/2006/relationships/slideLayout" Target="../slideLayouts/slideLayout96.xml"/><Relationship Id="rId43" Type="http://schemas.openxmlformats.org/officeDocument/2006/relationships/tags" Target="../tags/tag9.xml"/><Relationship Id="rId8" Type="http://schemas.openxmlformats.org/officeDocument/2006/relationships/slideLayout" Target="../slideLayouts/slideLayout69.xml"/><Relationship Id="rId3" Type="http://schemas.openxmlformats.org/officeDocument/2006/relationships/slideLayout" Target="../slideLayouts/slideLayout64.xml"/><Relationship Id="rId12" Type="http://schemas.openxmlformats.org/officeDocument/2006/relationships/slideLayout" Target="../slideLayouts/slideLayout73.xml"/><Relationship Id="rId17" Type="http://schemas.openxmlformats.org/officeDocument/2006/relationships/slideLayout" Target="../slideLayouts/slideLayout78.xml"/><Relationship Id="rId25" Type="http://schemas.openxmlformats.org/officeDocument/2006/relationships/slideLayout" Target="../slideLayouts/slideLayout86.xml"/><Relationship Id="rId33" Type="http://schemas.openxmlformats.org/officeDocument/2006/relationships/slideLayout" Target="../slideLayouts/slideLayout94.xml"/><Relationship Id="rId38" Type="http://schemas.openxmlformats.org/officeDocument/2006/relationships/slideLayout" Target="../slideLayouts/slideLayout99.xml"/><Relationship Id="rId20" Type="http://schemas.openxmlformats.org/officeDocument/2006/relationships/slideLayout" Target="../slideLayouts/slideLayout81.xml"/><Relationship Id="rId4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14.xml"/><Relationship Id="rId18" Type="http://schemas.openxmlformats.org/officeDocument/2006/relationships/slideLayout" Target="../slideLayouts/slideLayout119.xml"/><Relationship Id="rId26" Type="http://schemas.openxmlformats.org/officeDocument/2006/relationships/slideLayout" Target="../slideLayouts/slideLayout127.xml"/><Relationship Id="rId39" Type="http://schemas.openxmlformats.org/officeDocument/2006/relationships/slideLayout" Target="../slideLayouts/slideLayout140.xml"/><Relationship Id="rId21" Type="http://schemas.openxmlformats.org/officeDocument/2006/relationships/slideLayout" Target="../slideLayouts/slideLayout122.xml"/><Relationship Id="rId34" Type="http://schemas.openxmlformats.org/officeDocument/2006/relationships/slideLayout" Target="../slideLayouts/slideLayout135.xml"/><Relationship Id="rId42" Type="http://schemas.openxmlformats.org/officeDocument/2006/relationships/tags" Target="../tags/tag12.xml"/><Relationship Id="rId7" Type="http://schemas.openxmlformats.org/officeDocument/2006/relationships/slideLayout" Target="../slideLayouts/slideLayout108.xml"/><Relationship Id="rId2" Type="http://schemas.openxmlformats.org/officeDocument/2006/relationships/slideLayout" Target="../slideLayouts/slideLayout103.xml"/><Relationship Id="rId16" Type="http://schemas.openxmlformats.org/officeDocument/2006/relationships/slideLayout" Target="../slideLayouts/slideLayout117.xml"/><Relationship Id="rId29" Type="http://schemas.openxmlformats.org/officeDocument/2006/relationships/slideLayout" Target="../slideLayouts/slideLayout130.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24" Type="http://schemas.openxmlformats.org/officeDocument/2006/relationships/slideLayout" Target="../slideLayouts/slideLayout125.xml"/><Relationship Id="rId32" Type="http://schemas.openxmlformats.org/officeDocument/2006/relationships/slideLayout" Target="../slideLayouts/slideLayout133.xml"/><Relationship Id="rId37" Type="http://schemas.openxmlformats.org/officeDocument/2006/relationships/slideLayout" Target="../slideLayouts/slideLayout138.xml"/><Relationship Id="rId40" Type="http://schemas.openxmlformats.org/officeDocument/2006/relationships/slideLayout" Target="../slideLayouts/slideLayout141.xml"/><Relationship Id="rId45" Type="http://schemas.openxmlformats.org/officeDocument/2006/relationships/image" Target="../media/image8.emf"/><Relationship Id="rId5" Type="http://schemas.openxmlformats.org/officeDocument/2006/relationships/slideLayout" Target="../slideLayouts/slideLayout106.xml"/><Relationship Id="rId15" Type="http://schemas.openxmlformats.org/officeDocument/2006/relationships/slideLayout" Target="../slideLayouts/slideLayout116.xml"/><Relationship Id="rId23" Type="http://schemas.openxmlformats.org/officeDocument/2006/relationships/slideLayout" Target="../slideLayouts/slideLayout124.xml"/><Relationship Id="rId28" Type="http://schemas.openxmlformats.org/officeDocument/2006/relationships/slideLayout" Target="../slideLayouts/slideLayout129.xml"/><Relationship Id="rId36" Type="http://schemas.openxmlformats.org/officeDocument/2006/relationships/slideLayout" Target="../slideLayouts/slideLayout137.xml"/><Relationship Id="rId10" Type="http://schemas.openxmlformats.org/officeDocument/2006/relationships/slideLayout" Target="../slideLayouts/slideLayout111.xml"/><Relationship Id="rId19" Type="http://schemas.openxmlformats.org/officeDocument/2006/relationships/slideLayout" Target="../slideLayouts/slideLayout120.xml"/><Relationship Id="rId31" Type="http://schemas.openxmlformats.org/officeDocument/2006/relationships/slideLayout" Target="../slideLayouts/slideLayout132.xml"/><Relationship Id="rId44" Type="http://schemas.openxmlformats.org/officeDocument/2006/relationships/oleObject" Target="../embeddings/oleObject5.bin"/><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slideLayout" Target="../slideLayouts/slideLayout115.xml"/><Relationship Id="rId22" Type="http://schemas.openxmlformats.org/officeDocument/2006/relationships/slideLayout" Target="../slideLayouts/slideLayout123.xml"/><Relationship Id="rId27" Type="http://schemas.openxmlformats.org/officeDocument/2006/relationships/slideLayout" Target="../slideLayouts/slideLayout128.xml"/><Relationship Id="rId30" Type="http://schemas.openxmlformats.org/officeDocument/2006/relationships/slideLayout" Target="../slideLayouts/slideLayout131.xml"/><Relationship Id="rId35" Type="http://schemas.openxmlformats.org/officeDocument/2006/relationships/slideLayout" Target="../slideLayouts/slideLayout136.xml"/><Relationship Id="rId43" Type="http://schemas.openxmlformats.org/officeDocument/2006/relationships/tags" Target="../tags/tag13.xml"/><Relationship Id="rId8" Type="http://schemas.openxmlformats.org/officeDocument/2006/relationships/slideLayout" Target="../slideLayouts/slideLayout109.xml"/><Relationship Id="rId3" Type="http://schemas.openxmlformats.org/officeDocument/2006/relationships/slideLayout" Target="../slideLayouts/slideLayout104.xml"/><Relationship Id="rId12" Type="http://schemas.openxmlformats.org/officeDocument/2006/relationships/slideLayout" Target="../slideLayouts/slideLayout113.xml"/><Relationship Id="rId17" Type="http://schemas.openxmlformats.org/officeDocument/2006/relationships/slideLayout" Target="../slideLayouts/slideLayout118.xml"/><Relationship Id="rId25" Type="http://schemas.openxmlformats.org/officeDocument/2006/relationships/slideLayout" Target="../slideLayouts/slideLayout126.xml"/><Relationship Id="rId33" Type="http://schemas.openxmlformats.org/officeDocument/2006/relationships/slideLayout" Target="../slideLayouts/slideLayout134.xml"/><Relationship Id="rId38" Type="http://schemas.openxmlformats.org/officeDocument/2006/relationships/slideLayout" Target="../slideLayouts/slideLayout139.xml"/><Relationship Id="rId20" Type="http://schemas.openxmlformats.org/officeDocument/2006/relationships/slideLayout" Target="../slideLayouts/slideLayout121.xml"/><Relationship Id="rId41"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35BF69FB-B9F2-4309-BF8F-02978BC7B773}"/>
              </a:ext>
            </a:extLst>
          </p:cNvPr>
          <p:cNvGraphicFramePr>
            <a:graphicFrameLocks noChangeAspect="1"/>
          </p:cNvGraphicFramePr>
          <p:nvPr userDrawn="1">
            <p:custDataLst>
              <p:tags r:id="rId23"/>
            </p:custDataLst>
            <p:extLst>
              <p:ext uri="{D42A27DB-BD31-4B8C-83A1-F6EECF244321}">
                <p14:modId xmlns:p14="http://schemas.microsoft.com/office/powerpoint/2010/main" val="20750704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5" imgW="359" imgH="360" progId="TCLayout.ActiveDocument.1">
                  <p:embed/>
                </p:oleObj>
              </mc:Choice>
              <mc:Fallback>
                <p:oleObj name="think-cell Slide" r:id="rId25" imgW="359" imgH="360" progId="TCLayout.ActiveDocument.1">
                  <p:embed/>
                  <p:pic>
                    <p:nvPicPr>
                      <p:cNvPr id="12" name="Object 11" hidden="1">
                        <a:extLst>
                          <a:ext uri="{FF2B5EF4-FFF2-40B4-BE49-F238E27FC236}">
                            <a16:creationId xmlns:a16="http://schemas.microsoft.com/office/drawing/2014/main" id="{35BF69FB-B9F2-4309-BF8F-02978BC7B773}"/>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11" name="Rectangle 10" hidden="1">
            <a:extLst>
              <a:ext uri="{FF2B5EF4-FFF2-40B4-BE49-F238E27FC236}">
                <a16:creationId xmlns:a16="http://schemas.microsoft.com/office/drawing/2014/main" id="{6CE5BC89-59B0-40E1-998F-8FD9E7FB6756}"/>
              </a:ext>
            </a:extLst>
          </p:cNvPr>
          <p:cNvSpPr/>
          <p:nvPr userDrawn="1">
            <p:custDataLst>
              <p:tags r:id="rId24"/>
            </p:custDataLst>
          </p:nvPr>
        </p:nvSpPr>
        <p:spPr>
          <a:xfrm>
            <a:off x="0" y="0"/>
            <a:ext cx="158750" cy="15875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t" anchorCtr="0">
            <a:noAutofit/>
          </a:bodyPr>
          <a:lstStyle/>
          <a:p>
            <a:pPr marL="0" lvl="0" indent="0" algn="ctr"/>
            <a:endParaRPr lang="en-US" sz="3200" b="0" i="0" baseline="0" dirty="0">
              <a:latin typeface="3M Circular TT Bold" panose="020B0804020101010102" pitchFamily="34" charset="0"/>
              <a:ea typeface="+mj-ea"/>
              <a:cs typeface="+mj-cs"/>
              <a:sym typeface="3M Circular TT Bold" panose="020B0804020101010102" pitchFamily="34" charset="0"/>
            </a:endParaRPr>
          </a:p>
        </p:txBody>
      </p:sp>
      <p:sp>
        <p:nvSpPr>
          <p:cNvPr id="2" name="Title Placeholder 1"/>
          <p:cNvSpPr>
            <a:spLocks noGrp="1"/>
          </p:cNvSpPr>
          <p:nvPr>
            <p:ph type="title"/>
          </p:nvPr>
        </p:nvSpPr>
        <p:spPr>
          <a:xfrm>
            <a:off x="379412" y="381000"/>
            <a:ext cx="11425237" cy="822960"/>
          </a:xfrm>
          <a:prstGeom prst="rect">
            <a:avLst/>
          </a:prstGeom>
        </p:spPr>
        <p:txBody>
          <a:bodyPr vert="horz" wrap="square"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379412" y="1295400"/>
            <a:ext cx="11425236" cy="4953000"/>
          </a:xfrm>
          <a:prstGeom prst="rect">
            <a:avLst/>
          </a:prstGeom>
        </p:spPr>
        <p:txBody>
          <a:bodyPr vert="horz" wrap="square" lIns="0" tIns="0" rIns="18000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Box 24"/>
          <p:cNvSpPr txBox="1">
            <a:spLocks noChangeArrowheads="1"/>
          </p:cNvSpPr>
          <p:nvPr/>
        </p:nvSpPr>
        <p:spPr bwMode="auto">
          <a:xfrm>
            <a:off x="378794" y="6596406"/>
            <a:ext cx="3122942" cy="1472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Arial" charset="0"/>
              </a:defRPr>
            </a:lvl1pPr>
            <a:lvl2pPr marL="742950" indent="-285750" eaLnBrk="0" hangingPunct="0">
              <a:defRPr sz="2400">
                <a:solidFill>
                  <a:schemeClr val="tx1"/>
                </a:solidFill>
                <a:latin typeface="Arial" charset="0"/>
                <a:ea typeface="Arial" charset="0"/>
                <a:cs typeface="Arial" charset="0"/>
              </a:defRPr>
            </a:lvl2pPr>
            <a:lvl3pPr marL="1143000" indent="-228600" eaLnBrk="0" hangingPunct="0">
              <a:defRPr sz="2400">
                <a:solidFill>
                  <a:schemeClr val="tx1"/>
                </a:solidFill>
                <a:latin typeface="Arial" charset="0"/>
                <a:ea typeface="Arial" charset="0"/>
                <a:cs typeface="Arial" charset="0"/>
              </a:defRPr>
            </a:lvl3pPr>
            <a:lvl4pPr marL="1600200" indent="-228600" eaLnBrk="0" hangingPunct="0">
              <a:defRPr sz="2400">
                <a:solidFill>
                  <a:schemeClr val="tx1"/>
                </a:solidFill>
                <a:latin typeface="Arial" charset="0"/>
                <a:ea typeface="Arial" charset="0"/>
                <a:cs typeface="Arial" charset="0"/>
              </a:defRPr>
            </a:lvl4pPr>
            <a:lvl5pPr marL="2057400" indent="-228600" eaLnBrk="0" hangingPunct="0">
              <a:defRPr sz="2400">
                <a:solidFill>
                  <a:schemeClr val="tx1"/>
                </a:solidFill>
                <a:latin typeface="Arial" charset="0"/>
                <a:ea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ea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ea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ea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3M Circular TT Book" panose="020B0604020101020102" pitchFamily="34" charset="0"/>
                <a:ea typeface="ＭＳ Ｐゴシック" charset="0"/>
                <a:cs typeface="3M Circular TT Book" panose="020B0604020101020102" pitchFamily="34" charset="0"/>
              </a:rPr>
              <a:t>© 3M  2020.  All Rights Reserved.   3M Confidential</a:t>
            </a:r>
          </a:p>
        </p:txBody>
      </p:sp>
    </p:spTree>
    <p:extLst>
      <p:ext uri="{BB962C8B-B14F-4D97-AF65-F5344CB8AC3E}">
        <p14:creationId xmlns:p14="http://schemas.microsoft.com/office/powerpoint/2010/main" val="2152200900"/>
      </p:ext>
    </p:extLst>
  </p:cSld>
  <p:clrMap bg1="lt1" tx1="dk1" bg2="lt2" tx2="dk2" accent1="accent1" accent2="accent2" accent3="accent3" accent4="accent4" accent5="accent5" accent6="accent6" hlink="hlink" folHlink="folHlink"/>
  <p:sldLayoutIdLst>
    <p:sldLayoutId id="2147483782" r:id="rId1"/>
    <p:sldLayoutId id="2147483664" r:id="rId2"/>
    <p:sldLayoutId id="2147483783" r:id="rId3"/>
    <p:sldLayoutId id="2147483750" r:id="rId4"/>
    <p:sldLayoutId id="2147483666" r:id="rId5"/>
    <p:sldLayoutId id="2147483749" r:id="rId6"/>
    <p:sldLayoutId id="2147483727" r:id="rId7"/>
    <p:sldLayoutId id="2147483751" r:id="rId8"/>
    <p:sldLayoutId id="2147483671" r:id="rId9"/>
    <p:sldLayoutId id="2147483752" r:id="rId10"/>
    <p:sldLayoutId id="2147483728" r:id="rId11"/>
    <p:sldLayoutId id="2147483673" r:id="rId12"/>
    <p:sldLayoutId id="2147483672" r:id="rId13"/>
    <p:sldLayoutId id="2147483674" r:id="rId14"/>
    <p:sldLayoutId id="2147483676" r:id="rId15"/>
    <p:sldLayoutId id="2147483729" r:id="rId16"/>
    <p:sldLayoutId id="2147483675" r:id="rId17"/>
    <p:sldLayoutId id="2147483667" r:id="rId18"/>
    <p:sldLayoutId id="2147483753" r:id="rId19"/>
    <p:sldLayoutId id="2147483781" r:id="rId20"/>
    <p:sldLayoutId id="2147484057" r:id="rId2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0"/>
        </a:spcBef>
        <a:spcAft>
          <a:spcPts val="600"/>
        </a:spcAft>
        <a:buFont typeface="Arial" panose="020B0604020202020204" pitchFamily="34" charset="0"/>
        <a:buNone/>
        <a:defRPr lang="en-US" sz="2000" kern="1200" dirty="0" smtClean="0">
          <a:solidFill>
            <a:schemeClr val="tx1"/>
          </a:solidFill>
          <a:latin typeface="+mn-lt"/>
          <a:ea typeface="+mj-ea"/>
          <a:cs typeface="+mj-cs"/>
        </a:defRPr>
      </a:lvl1pPr>
      <a:lvl2pPr marL="182563" indent="-182563" algn="l" defTabSz="914400" rtl="0" eaLnBrk="1" latinLnBrk="0" hangingPunct="1">
        <a:lnSpc>
          <a:spcPct val="110000"/>
        </a:lnSpc>
        <a:spcBef>
          <a:spcPts val="0"/>
        </a:spcBef>
        <a:spcAft>
          <a:spcPts val="600"/>
        </a:spcAft>
        <a:buFont typeface="Arial" panose="020B0604020202020204" pitchFamily="34" charset="0"/>
        <a:buChar char="•"/>
        <a:defRPr lang="en-US" sz="2000" kern="1200" dirty="0" smtClean="0">
          <a:solidFill>
            <a:schemeClr val="tx1"/>
          </a:solidFill>
          <a:latin typeface="+mn-lt"/>
          <a:ea typeface="+mn-ea"/>
          <a:cs typeface="+mn-cs"/>
        </a:defRPr>
      </a:lvl2pPr>
      <a:lvl3pPr marL="357188" indent="-174625" algn="l" defTabSz="914400" rtl="0" eaLnBrk="1" latinLnBrk="0" hangingPunct="1">
        <a:lnSpc>
          <a:spcPct val="110000"/>
        </a:lnSpc>
        <a:spcBef>
          <a:spcPts val="0"/>
        </a:spcBef>
        <a:spcAft>
          <a:spcPts val="600"/>
        </a:spcAft>
        <a:buFont typeface="Arial" panose="020B0604020202020204" pitchFamily="34" charset="0"/>
        <a:buChar char="•"/>
        <a:defRPr lang="en-US" sz="1600" kern="1200" dirty="0" smtClean="0">
          <a:solidFill>
            <a:schemeClr val="tx1"/>
          </a:solidFill>
          <a:latin typeface="+mn-lt"/>
          <a:ea typeface="+mn-ea"/>
          <a:cs typeface="+mn-cs"/>
        </a:defRPr>
      </a:lvl3pPr>
      <a:lvl4pPr marL="539750" indent="-182563" algn="l" defTabSz="914400" rtl="0" eaLnBrk="1" latinLnBrk="0" hangingPunct="1">
        <a:lnSpc>
          <a:spcPct val="110000"/>
        </a:lnSpc>
        <a:spcBef>
          <a:spcPts val="0"/>
        </a:spcBef>
        <a:spcAft>
          <a:spcPts val="600"/>
        </a:spcAft>
        <a:buFont typeface="Arial" panose="020B0604020202020204" pitchFamily="34" charset="0"/>
        <a:buChar char="•"/>
        <a:defRPr lang="en-US" sz="1400" kern="1200" dirty="0" smtClean="0">
          <a:solidFill>
            <a:schemeClr val="tx1"/>
          </a:solidFill>
          <a:latin typeface="+mn-lt"/>
          <a:ea typeface="+mn-ea"/>
          <a:cs typeface="+mn-cs"/>
        </a:defRPr>
      </a:lvl4pPr>
      <a:lvl5pPr marL="714375" indent="-174625" algn="l" defTabSz="914400" rtl="0" eaLnBrk="1" latinLnBrk="0" hangingPunct="1">
        <a:lnSpc>
          <a:spcPct val="110000"/>
        </a:lnSpc>
        <a:spcBef>
          <a:spcPts val="0"/>
        </a:spcBef>
        <a:spcAft>
          <a:spcPts val="600"/>
        </a:spcAft>
        <a:buFont typeface="Arial" panose="020B0604020202020204" pitchFamily="34" charset="0"/>
        <a:buChar char="•"/>
        <a:defRPr lang="en-GB" sz="12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088" userDrawn="1">
          <p15:clr>
            <a:srgbClr val="F26B43"/>
          </p15:clr>
        </p15:guide>
        <p15:guide id="2" pos="3840" userDrawn="1">
          <p15:clr>
            <a:srgbClr val="F26B43"/>
          </p15:clr>
        </p15:guide>
        <p15:guide id="3" pos="2640" userDrawn="1">
          <p15:clr>
            <a:srgbClr val="F26B43"/>
          </p15:clr>
        </p15:guide>
        <p15:guide id="4" pos="1440" userDrawn="1">
          <p15:clr>
            <a:srgbClr val="F26B43"/>
          </p15:clr>
        </p15:guide>
        <p15:guide id="5" pos="240" userDrawn="1">
          <p15:clr>
            <a:srgbClr val="F26B43"/>
          </p15:clr>
        </p15:guide>
        <p15:guide id="6" pos="5040" userDrawn="1">
          <p15:clr>
            <a:srgbClr val="F26B43"/>
          </p15:clr>
        </p15:guide>
        <p15:guide id="7" pos="6240" userDrawn="1">
          <p15:clr>
            <a:srgbClr val="F26B43"/>
          </p15:clr>
        </p15:guide>
        <p15:guide id="8" pos="7440" userDrawn="1">
          <p15:clr>
            <a:srgbClr val="F26B43"/>
          </p15:clr>
        </p15:guide>
        <p15:guide id="9" orient="horz" pos="1474" userDrawn="1">
          <p15:clr>
            <a:srgbClr val="F26B43"/>
          </p15:clr>
        </p15:guide>
        <p15:guide id="10" orient="horz" pos="840" userDrawn="1">
          <p15:clr>
            <a:srgbClr val="F26B43"/>
          </p15:clr>
        </p15:guide>
        <p15:guide id="11" orient="horz" pos="240" userDrawn="1">
          <p15:clr>
            <a:srgbClr val="F26B43"/>
          </p15:clr>
        </p15:guide>
        <p15:guide id="12" orient="horz" pos="2696" userDrawn="1">
          <p15:clr>
            <a:srgbClr val="F26B43"/>
          </p15:clr>
        </p15:guide>
        <p15:guide id="14" orient="horz" pos="4080" userDrawn="1">
          <p15:clr>
            <a:srgbClr val="F26B43"/>
          </p15:clr>
        </p15:guide>
        <p15:guide id="15" orient="horz" pos="3936" userDrawn="1">
          <p15:clr>
            <a:srgbClr val="F26B43"/>
          </p15:clr>
        </p15:guide>
        <p15:guide id="17" pos="5034" userDrawn="1">
          <p15:clr>
            <a:srgbClr val="F26B43"/>
          </p15:clr>
        </p15:guide>
        <p15:guide id="18" orient="horz" pos="3312" userDrawn="1">
          <p15:clr>
            <a:srgbClr val="F26B43"/>
          </p15:clr>
        </p15:guide>
        <p15:guide id="19" orient="horz" pos="2702" userDrawn="1">
          <p15:clr>
            <a:srgbClr val="F26B43"/>
          </p15:clr>
        </p15:guide>
        <p15:guide id="21" pos="2634" userDrawn="1">
          <p15:clr>
            <a:srgbClr val="F26B43"/>
          </p15:clr>
        </p15:guide>
        <p15:guide id="22" pos="5046" userDrawn="1">
          <p15:clr>
            <a:srgbClr val="F26B43"/>
          </p15:clr>
        </p15:guide>
        <p15:guide id="23" orient="horz" pos="1468" userDrawn="1">
          <p15:clr>
            <a:srgbClr val="F26B43"/>
          </p15:clr>
        </p15:guide>
        <p15:guide id="25" orient="horz" pos="1480" userDrawn="1">
          <p15:clr>
            <a:srgbClr val="F26B43"/>
          </p15:clr>
        </p15:guide>
        <p15:guide id="26" orient="horz" pos="2706" userDrawn="1">
          <p15:clr>
            <a:srgbClr val="F26B43"/>
          </p15:clr>
        </p15:guide>
        <p15:guide id="27" pos="2648" userDrawn="1">
          <p15:clr>
            <a:srgbClr val="F26B43"/>
          </p15:clr>
        </p15:guide>
        <p15:guide id="28" orient="horz" pos="576" userDrawn="1">
          <p15:clr>
            <a:srgbClr val="FBAE4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42"/>
            </p:custDataLst>
            <p:extLst>
              <p:ext uri="{D42A27DB-BD31-4B8C-83A1-F6EECF244321}">
                <p14:modId xmlns:p14="http://schemas.microsoft.com/office/powerpoint/2010/main" val="29277384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4" imgW="270" imgH="270" progId="TCLayout.ActiveDocument.1">
                  <p:embed/>
                </p:oleObj>
              </mc:Choice>
              <mc:Fallback>
                <p:oleObj name="think-cell Slide" r:id="rId44" imgW="270" imgH="270" progId="TCLayout.ActiveDocument.1">
                  <p:embed/>
                  <p:pic>
                    <p:nvPicPr>
                      <p:cNvPr id="4" name="Object 3" hidden="1"/>
                      <p:cNvPicPr/>
                      <p:nvPr/>
                    </p:nvPicPr>
                    <p:blipFill>
                      <a:blip r:embed="rId45"/>
                      <a:stretch>
                        <a:fillRect/>
                      </a:stretch>
                    </p:blipFill>
                    <p:spPr>
                      <a:xfrm>
                        <a:off x="1588" y="1588"/>
                        <a:ext cx="1587"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FC04930F-2290-4A9D-8689-BE84C02E82D6}"/>
              </a:ext>
            </a:extLst>
          </p:cNvPr>
          <p:cNvSpPr/>
          <p:nvPr userDrawn="1">
            <p:custDataLst>
              <p:tags r:id="rId43"/>
            </p:custDataLst>
          </p:nvPr>
        </p:nvSpPr>
        <p:spPr>
          <a:xfrm>
            <a:off x="0" y="0"/>
            <a:ext cx="158750" cy="15875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t" anchorCtr="0">
            <a:noAutofit/>
          </a:bodyPr>
          <a:lstStyle/>
          <a:p>
            <a:pPr marL="0" lvl="0" indent="0" algn="ctr"/>
            <a:endParaRPr lang="en-US" sz="3200" b="0" i="0" baseline="0" dirty="0">
              <a:latin typeface="3M Circular TT Bold" panose="020B0804020101010102" pitchFamily="34" charset="0"/>
              <a:ea typeface="+mj-ea"/>
              <a:cs typeface="+mj-cs"/>
              <a:sym typeface="3M Circular TT Bold" panose="020B0804020101010102" pitchFamily="34" charset="0"/>
            </a:endParaRPr>
          </a:p>
        </p:txBody>
      </p:sp>
      <p:sp>
        <p:nvSpPr>
          <p:cNvPr id="2" name="Title Placeholder 1"/>
          <p:cNvSpPr>
            <a:spLocks noGrp="1"/>
          </p:cNvSpPr>
          <p:nvPr>
            <p:ph type="title"/>
          </p:nvPr>
        </p:nvSpPr>
        <p:spPr>
          <a:xfrm>
            <a:off x="379412" y="381000"/>
            <a:ext cx="11425237" cy="822960"/>
          </a:xfrm>
          <a:prstGeom prst="rect">
            <a:avLst/>
          </a:prstGeom>
        </p:spPr>
        <p:txBody>
          <a:bodyPr vert="horz" wrap="square" lIns="0" tIns="0" rIns="0" bIns="0" rtlCol="0" anchor="t" anchorCtr="0">
            <a:noAutofit/>
          </a:bodyPr>
          <a:lstStyle/>
          <a:p>
            <a:r>
              <a:rPr lang="en-US"/>
              <a:t>Click to edit Master title style</a:t>
            </a:r>
            <a:endParaRPr lang="en-GB" dirty="0"/>
          </a:p>
        </p:txBody>
      </p:sp>
      <p:sp>
        <p:nvSpPr>
          <p:cNvPr id="3" name="Text Placeholder 2"/>
          <p:cNvSpPr>
            <a:spLocks noGrp="1"/>
          </p:cNvSpPr>
          <p:nvPr>
            <p:ph type="body" idx="1"/>
          </p:nvPr>
        </p:nvSpPr>
        <p:spPr>
          <a:xfrm>
            <a:off x="379412" y="1295400"/>
            <a:ext cx="11425236" cy="4953000"/>
          </a:xfrm>
          <a:prstGeom prst="rect">
            <a:avLst/>
          </a:prstGeom>
        </p:spPr>
        <p:txBody>
          <a:bodyPr vert="horz" wrap="square" lIns="0" tIns="0" rIns="18000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598053795"/>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 id="2147483936" r:id="rId5"/>
    <p:sldLayoutId id="2147483937" r:id="rId6"/>
    <p:sldLayoutId id="2147483938" r:id="rId7"/>
    <p:sldLayoutId id="2147483939" r:id="rId8"/>
    <p:sldLayoutId id="2147483940" r:id="rId9"/>
    <p:sldLayoutId id="2147483941" r:id="rId10"/>
    <p:sldLayoutId id="2147483942" r:id="rId11"/>
    <p:sldLayoutId id="2147483943" r:id="rId12"/>
    <p:sldLayoutId id="2147483944" r:id="rId13"/>
    <p:sldLayoutId id="2147483945" r:id="rId14"/>
    <p:sldLayoutId id="2147483946" r:id="rId15"/>
    <p:sldLayoutId id="2147483947" r:id="rId16"/>
    <p:sldLayoutId id="2147483948" r:id="rId17"/>
    <p:sldLayoutId id="2147483949" r:id="rId18"/>
    <p:sldLayoutId id="2147483950" r:id="rId19"/>
    <p:sldLayoutId id="2147483951" r:id="rId20"/>
    <p:sldLayoutId id="2147483952" r:id="rId21"/>
    <p:sldLayoutId id="2147483953" r:id="rId22"/>
    <p:sldLayoutId id="2147483954" r:id="rId23"/>
    <p:sldLayoutId id="2147483955" r:id="rId24"/>
    <p:sldLayoutId id="2147483956" r:id="rId25"/>
    <p:sldLayoutId id="2147483957" r:id="rId26"/>
    <p:sldLayoutId id="2147483958" r:id="rId27"/>
    <p:sldLayoutId id="2147483959" r:id="rId28"/>
    <p:sldLayoutId id="2147483960" r:id="rId29"/>
    <p:sldLayoutId id="2147483961" r:id="rId30"/>
    <p:sldLayoutId id="2147483962" r:id="rId31"/>
    <p:sldLayoutId id="2147483963" r:id="rId32"/>
    <p:sldLayoutId id="2147483964" r:id="rId33"/>
    <p:sldLayoutId id="2147483965" r:id="rId34"/>
    <p:sldLayoutId id="2147483966" r:id="rId35"/>
    <p:sldLayoutId id="2147483967" r:id="rId36"/>
    <p:sldLayoutId id="2147483968" r:id="rId37"/>
    <p:sldLayoutId id="2147483969" r:id="rId38"/>
    <p:sldLayoutId id="2147483970" r:id="rId39"/>
    <p:sldLayoutId id="2147483971" r:id="rId4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0"/>
        </a:spcBef>
        <a:spcAft>
          <a:spcPts val="600"/>
        </a:spcAft>
        <a:buFont typeface="Arial" panose="020B0604020202020204" pitchFamily="34" charset="0"/>
        <a:buNone/>
        <a:defRPr lang="en-US" sz="2000" kern="1200" dirty="0" smtClean="0">
          <a:solidFill>
            <a:schemeClr val="tx1"/>
          </a:solidFill>
          <a:latin typeface="+mn-lt"/>
          <a:ea typeface="+mj-ea"/>
          <a:cs typeface="+mj-cs"/>
        </a:defRPr>
      </a:lvl1pPr>
      <a:lvl2pPr marL="182563" indent="-182563" algn="l" defTabSz="914400" rtl="0" eaLnBrk="1" latinLnBrk="0" hangingPunct="1">
        <a:lnSpc>
          <a:spcPct val="110000"/>
        </a:lnSpc>
        <a:spcBef>
          <a:spcPts val="0"/>
        </a:spcBef>
        <a:spcAft>
          <a:spcPts val="600"/>
        </a:spcAft>
        <a:buFont typeface="Arial" panose="020B0604020202020204" pitchFamily="34" charset="0"/>
        <a:buChar char="•"/>
        <a:defRPr lang="en-US" sz="2000" kern="1200" dirty="0" smtClean="0">
          <a:solidFill>
            <a:schemeClr val="tx1"/>
          </a:solidFill>
          <a:latin typeface="+mn-lt"/>
          <a:ea typeface="+mn-ea"/>
          <a:cs typeface="+mn-cs"/>
        </a:defRPr>
      </a:lvl2pPr>
      <a:lvl3pPr marL="357188" indent="-174625" algn="l" defTabSz="914400" rtl="0" eaLnBrk="1" latinLnBrk="0" hangingPunct="1">
        <a:lnSpc>
          <a:spcPct val="110000"/>
        </a:lnSpc>
        <a:spcBef>
          <a:spcPts val="0"/>
        </a:spcBef>
        <a:spcAft>
          <a:spcPts val="600"/>
        </a:spcAft>
        <a:buFont typeface="Arial" panose="020B0604020202020204" pitchFamily="34" charset="0"/>
        <a:buChar char="•"/>
        <a:defRPr lang="en-US" sz="1600" kern="1200" dirty="0" smtClean="0">
          <a:solidFill>
            <a:schemeClr val="tx1"/>
          </a:solidFill>
          <a:latin typeface="+mn-lt"/>
          <a:ea typeface="+mn-ea"/>
          <a:cs typeface="+mn-cs"/>
        </a:defRPr>
      </a:lvl3pPr>
      <a:lvl4pPr marL="539750" indent="-182563" algn="l" defTabSz="914400" rtl="0" eaLnBrk="1" latinLnBrk="0" hangingPunct="1">
        <a:lnSpc>
          <a:spcPct val="110000"/>
        </a:lnSpc>
        <a:spcBef>
          <a:spcPts val="0"/>
        </a:spcBef>
        <a:spcAft>
          <a:spcPts val="600"/>
        </a:spcAft>
        <a:buFont typeface="Arial" panose="020B0604020202020204" pitchFamily="34" charset="0"/>
        <a:buChar char="•"/>
        <a:defRPr lang="en-US" sz="1400" kern="1200" dirty="0" smtClean="0">
          <a:solidFill>
            <a:schemeClr val="tx1"/>
          </a:solidFill>
          <a:latin typeface="+mn-lt"/>
          <a:ea typeface="+mn-ea"/>
          <a:cs typeface="+mn-cs"/>
        </a:defRPr>
      </a:lvl4pPr>
      <a:lvl5pPr marL="714375" indent="-174625" algn="l" defTabSz="914400" rtl="0" eaLnBrk="1" latinLnBrk="0" hangingPunct="1">
        <a:lnSpc>
          <a:spcPct val="110000"/>
        </a:lnSpc>
        <a:spcBef>
          <a:spcPts val="0"/>
        </a:spcBef>
        <a:spcAft>
          <a:spcPts val="600"/>
        </a:spcAft>
        <a:buFont typeface="Arial" panose="020B0604020202020204" pitchFamily="34" charset="0"/>
        <a:buChar char="•"/>
        <a:defRPr lang="en-GB" sz="12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088">
          <p15:clr>
            <a:srgbClr val="F26B43"/>
          </p15:clr>
        </p15:guide>
        <p15:guide id="2" pos="3840">
          <p15:clr>
            <a:srgbClr val="F26B43"/>
          </p15:clr>
        </p15:guide>
        <p15:guide id="3" pos="2640">
          <p15:clr>
            <a:srgbClr val="F26B43"/>
          </p15:clr>
        </p15:guide>
        <p15:guide id="4" pos="1440">
          <p15:clr>
            <a:srgbClr val="F26B43"/>
          </p15:clr>
        </p15:guide>
        <p15:guide id="5" pos="240">
          <p15:clr>
            <a:srgbClr val="F26B43"/>
          </p15:clr>
        </p15:guide>
        <p15:guide id="6" pos="5040">
          <p15:clr>
            <a:srgbClr val="F26B43"/>
          </p15:clr>
        </p15:guide>
        <p15:guide id="7" pos="6240">
          <p15:clr>
            <a:srgbClr val="F26B43"/>
          </p15:clr>
        </p15:guide>
        <p15:guide id="8" pos="7440">
          <p15:clr>
            <a:srgbClr val="F26B43"/>
          </p15:clr>
        </p15:guide>
        <p15:guide id="9" orient="horz" pos="1474">
          <p15:clr>
            <a:srgbClr val="F26B43"/>
          </p15:clr>
        </p15:guide>
        <p15:guide id="10" orient="horz" pos="840">
          <p15:clr>
            <a:srgbClr val="F26B43"/>
          </p15:clr>
        </p15:guide>
        <p15:guide id="11" orient="horz" pos="240">
          <p15:clr>
            <a:srgbClr val="F26B43"/>
          </p15:clr>
        </p15:guide>
        <p15:guide id="12" orient="horz" pos="2696">
          <p15:clr>
            <a:srgbClr val="F26B43"/>
          </p15:clr>
        </p15:guide>
        <p15:guide id="14" orient="horz" pos="4080">
          <p15:clr>
            <a:srgbClr val="F26B43"/>
          </p15:clr>
        </p15:guide>
        <p15:guide id="15" orient="horz" pos="3936">
          <p15:clr>
            <a:srgbClr val="F26B43"/>
          </p15:clr>
        </p15:guide>
        <p15:guide id="17" pos="5034">
          <p15:clr>
            <a:srgbClr val="F26B43"/>
          </p15:clr>
        </p15:guide>
        <p15:guide id="18" orient="horz" pos="3312">
          <p15:clr>
            <a:srgbClr val="F26B43"/>
          </p15:clr>
        </p15:guide>
        <p15:guide id="19" orient="horz" pos="2702">
          <p15:clr>
            <a:srgbClr val="F26B43"/>
          </p15:clr>
        </p15:guide>
        <p15:guide id="21" pos="2634">
          <p15:clr>
            <a:srgbClr val="F26B43"/>
          </p15:clr>
        </p15:guide>
        <p15:guide id="22" pos="5046">
          <p15:clr>
            <a:srgbClr val="F26B43"/>
          </p15:clr>
        </p15:guide>
        <p15:guide id="23" orient="horz" pos="1468">
          <p15:clr>
            <a:srgbClr val="F26B43"/>
          </p15:clr>
        </p15:guide>
        <p15:guide id="25" orient="horz" pos="1480">
          <p15:clr>
            <a:srgbClr val="F26B43"/>
          </p15:clr>
        </p15:guide>
        <p15:guide id="26" orient="horz" pos="2706">
          <p15:clr>
            <a:srgbClr val="F26B43"/>
          </p15:clr>
        </p15:guide>
        <p15:guide id="27" pos="2648">
          <p15:clr>
            <a:srgbClr val="F26B43"/>
          </p15:clr>
        </p15:guide>
        <p15:guide id="28" orient="horz" pos="576">
          <p15:clr>
            <a:srgbClr val="FBAE4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42"/>
            </p:custDataLst>
            <p:extLst>
              <p:ext uri="{D42A27DB-BD31-4B8C-83A1-F6EECF244321}">
                <p14:modId xmlns:p14="http://schemas.microsoft.com/office/powerpoint/2010/main" val="24506301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4" imgW="270" imgH="270" progId="TCLayout.ActiveDocument.1">
                  <p:embed/>
                </p:oleObj>
              </mc:Choice>
              <mc:Fallback>
                <p:oleObj name="think-cell Slide" r:id="rId44" imgW="270" imgH="270" progId="TCLayout.ActiveDocument.1">
                  <p:embed/>
                  <p:pic>
                    <p:nvPicPr>
                      <p:cNvPr id="4" name="Object 3" hidden="1"/>
                      <p:cNvPicPr/>
                      <p:nvPr/>
                    </p:nvPicPr>
                    <p:blipFill>
                      <a:blip r:embed="rId45"/>
                      <a:stretch>
                        <a:fillRect/>
                      </a:stretch>
                    </p:blipFill>
                    <p:spPr>
                      <a:xfrm>
                        <a:off x="1588" y="1588"/>
                        <a:ext cx="1587"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92875C50-8A7C-468B-9810-6431DFB0E5B8}"/>
              </a:ext>
            </a:extLst>
          </p:cNvPr>
          <p:cNvSpPr/>
          <p:nvPr userDrawn="1">
            <p:custDataLst>
              <p:tags r:id="rId43"/>
            </p:custDataLst>
          </p:nvPr>
        </p:nvSpPr>
        <p:spPr>
          <a:xfrm>
            <a:off x="0" y="0"/>
            <a:ext cx="158750" cy="15875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t" anchorCtr="0">
            <a:noAutofit/>
          </a:bodyPr>
          <a:lstStyle/>
          <a:p>
            <a:pPr marL="0" lvl="0" indent="0" algn="ctr"/>
            <a:endParaRPr lang="en-US" sz="3200" b="0" i="0" baseline="0" dirty="0">
              <a:latin typeface="3M Circular TT Bold" panose="020B0804020101010102" pitchFamily="34" charset="0"/>
              <a:ea typeface="+mj-ea"/>
              <a:cs typeface="+mj-cs"/>
              <a:sym typeface="3M Circular TT Bold" panose="020B0804020101010102" pitchFamily="34" charset="0"/>
            </a:endParaRPr>
          </a:p>
        </p:txBody>
      </p:sp>
      <p:sp>
        <p:nvSpPr>
          <p:cNvPr id="2" name="Title Placeholder 1"/>
          <p:cNvSpPr>
            <a:spLocks noGrp="1"/>
          </p:cNvSpPr>
          <p:nvPr>
            <p:ph type="title"/>
          </p:nvPr>
        </p:nvSpPr>
        <p:spPr>
          <a:xfrm>
            <a:off x="379412" y="381000"/>
            <a:ext cx="11425237" cy="822960"/>
          </a:xfrm>
          <a:prstGeom prst="rect">
            <a:avLst/>
          </a:prstGeom>
        </p:spPr>
        <p:txBody>
          <a:bodyPr vert="horz" wrap="square" lIns="0" tIns="0" rIns="0" bIns="0" rtlCol="0" anchor="t" anchorCtr="0">
            <a:noAutofit/>
          </a:bodyPr>
          <a:lstStyle/>
          <a:p>
            <a:r>
              <a:rPr lang="en-US"/>
              <a:t>Click to edit Master title style</a:t>
            </a:r>
            <a:endParaRPr lang="en-GB" dirty="0"/>
          </a:p>
        </p:txBody>
      </p:sp>
      <p:sp>
        <p:nvSpPr>
          <p:cNvPr id="3" name="Text Placeholder 2"/>
          <p:cNvSpPr>
            <a:spLocks noGrp="1"/>
          </p:cNvSpPr>
          <p:nvPr>
            <p:ph type="body" idx="1"/>
          </p:nvPr>
        </p:nvSpPr>
        <p:spPr>
          <a:xfrm>
            <a:off x="379412" y="1295400"/>
            <a:ext cx="11425236" cy="4953000"/>
          </a:xfrm>
          <a:prstGeom prst="rect">
            <a:avLst/>
          </a:prstGeom>
        </p:spPr>
        <p:txBody>
          <a:bodyPr vert="horz" wrap="square" lIns="0" tIns="0" rIns="18000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872671652"/>
      </p:ext>
    </p:extLst>
  </p:cSld>
  <p:clrMap bg1="lt1" tx1="dk1" bg2="lt2" tx2="dk2" accent1="accent1" accent2="accent2" accent3="accent3" accent4="accent4" accent5="accent5" accent6="accent6" hlink="hlink" folHlink="folHlink"/>
  <p:sldLayoutIdLst>
    <p:sldLayoutId id="2147483974" r:id="rId1"/>
    <p:sldLayoutId id="2147483975" r:id="rId2"/>
    <p:sldLayoutId id="2147483976" r:id="rId3"/>
    <p:sldLayoutId id="2147483977" r:id="rId4"/>
    <p:sldLayoutId id="2147483978" r:id="rId5"/>
    <p:sldLayoutId id="2147483979" r:id="rId6"/>
    <p:sldLayoutId id="2147483980" r:id="rId7"/>
    <p:sldLayoutId id="2147483981" r:id="rId8"/>
    <p:sldLayoutId id="2147483982" r:id="rId9"/>
    <p:sldLayoutId id="2147483983" r:id="rId10"/>
    <p:sldLayoutId id="2147483984" r:id="rId11"/>
    <p:sldLayoutId id="2147483985" r:id="rId12"/>
    <p:sldLayoutId id="2147483986" r:id="rId13"/>
    <p:sldLayoutId id="2147483987" r:id="rId14"/>
    <p:sldLayoutId id="2147483988" r:id="rId15"/>
    <p:sldLayoutId id="2147483989" r:id="rId16"/>
    <p:sldLayoutId id="2147483990" r:id="rId17"/>
    <p:sldLayoutId id="2147483991" r:id="rId18"/>
    <p:sldLayoutId id="2147483992" r:id="rId19"/>
    <p:sldLayoutId id="2147483993" r:id="rId20"/>
    <p:sldLayoutId id="2147483994" r:id="rId21"/>
    <p:sldLayoutId id="2147483995" r:id="rId22"/>
    <p:sldLayoutId id="2147483996" r:id="rId23"/>
    <p:sldLayoutId id="2147483997" r:id="rId24"/>
    <p:sldLayoutId id="2147483998" r:id="rId25"/>
    <p:sldLayoutId id="2147483999" r:id="rId26"/>
    <p:sldLayoutId id="2147484000" r:id="rId27"/>
    <p:sldLayoutId id="2147484001" r:id="rId28"/>
    <p:sldLayoutId id="2147484002" r:id="rId29"/>
    <p:sldLayoutId id="2147484003" r:id="rId30"/>
    <p:sldLayoutId id="2147484004" r:id="rId31"/>
    <p:sldLayoutId id="2147484005" r:id="rId32"/>
    <p:sldLayoutId id="2147484006" r:id="rId33"/>
    <p:sldLayoutId id="2147484007" r:id="rId34"/>
    <p:sldLayoutId id="2147484008" r:id="rId35"/>
    <p:sldLayoutId id="2147484009" r:id="rId36"/>
    <p:sldLayoutId id="2147484010" r:id="rId37"/>
    <p:sldLayoutId id="2147484011" r:id="rId38"/>
    <p:sldLayoutId id="2147484012" r:id="rId39"/>
    <p:sldLayoutId id="2147484013" r:id="rId4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0"/>
        </a:spcBef>
        <a:spcAft>
          <a:spcPts val="600"/>
        </a:spcAft>
        <a:buFont typeface="Arial" panose="020B0604020202020204" pitchFamily="34" charset="0"/>
        <a:buNone/>
        <a:defRPr lang="en-US" sz="2000" kern="1200" dirty="0" smtClean="0">
          <a:solidFill>
            <a:schemeClr val="tx1"/>
          </a:solidFill>
          <a:latin typeface="+mn-lt"/>
          <a:ea typeface="+mj-ea"/>
          <a:cs typeface="+mj-cs"/>
        </a:defRPr>
      </a:lvl1pPr>
      <a:lvl2pPr marL="182563" indent="-182563" algn="l" defTabSz="914400" rtl="0" eaLnBrk="1" latinLnBrk="0" hangingPunct="1">
        <a:lnSpc>
          <a:spcPct val="110000"/>
        </a:lnSpc>
        <a:spcBef>
          <a:spcPts val="0"/>
        </a:spcBef>
        <a:spcAft>
          <a:spcPts val="600"/>
        </a:spcAft>
        <a:buFont typeface="Arial" panose="020B0604020202020204" pitchFamily="34" charset="0"/>
        <a:buChar char="•"/>
        <a:defRPr lang="en-US" sz="2000" kern="1200" dirty="0" smtClean="0">
          <a:solidFill>
            <a:schemeClr val="tx1"/>
          </a:solidFill>
          <a:latin typeface="+mn-lt"/>
          <a:ea typeface="+mn-ea"/>
          <a:cs typeface="+mn-cs"/>
        </a:defRPr>
      </a:lvl2pPr>
      <a:lvl3pPr marL="357188" indent="-174625" algn="l" defTabSz="914400" rtl="0" eaLnBrk="1" latinLnBrk="0" hangingPunct="1">
        <a:lnSpc>
          <a:spcPct val="110000"/>
        </a:lnSpc>
        <a:spcBef>
          <a:spcPts val="0"/>
        </a:spcBef>
        <a:spcAft>
          <a:spcPts val="600"/>
        </a:spcAft>
        <a:buFont typeface="Arial" panose="020B0604020202020204" pitchFamily="34" charset="0"/>
        <a:buChar char="•"/>
        <a:defRPr lang="en-US" sz="1600" kern="1200" dirty="0" smtClean="0">
          <a:solidFill>
            <a:schemeClr val="tx1"/>
          </a:solidFill>
          <a:latin typeface="+mn-lt"/>
          <a:ea typeface="+mn-ea"/>
          <a:cs typeface="+mn-cs"/>
        </a:defRPr>
      </a:lvl3pPr>
      <a:lvl4pPr marL="539750" indent="-182563" algn="l" defTabSz="914400" rtl="0" eaLnBrk="1" latinLnBrk="0" hangingPunct="1">
        <a:lnSpc>
          <a:spcPct val="110000"/>
        </a:lnSpc>
        <a:spcBef>
          <a:spcPts val="0"/>
        </a:spcBef>
        <a:spcAft>
          <a:spcPts val="600"/>
        </a:spcAft>
        <a:buFont typeface="Arial" panose="020B0604020202020204" pitchFamily="34" charset="0"/>
        <a:buChar char="•"/>
        <a:defRPr lang="en-US" sz="1400" kern="1200" dirty="0" smtClean="0">
          <a:solidFill>
            <a:schemeClr val="tx1"/>
          </a:solidFill>
          <a:latin typeface="+mn-lt"/>
          <a:ea typeface="+mn-ea"/>
          <a:cs typeface="+mn-cs"/>
        </a:defRPr>
      </a:lvl4pPr>
      <a:lvl5pPr marL="714375" indent="-174625" algn="l" defTabSz="914400" rtl="0" eaLnBrk="1" latinLnBrk="0" hangingPunct="1">
        <a:lnSpc>
          <a:spcPct val="110000"/>
        </a:lnSpc>
        <a:spcBef>
          <a:spcPts val="0"/>
        </a:spcBef>
        <a:spcAft>
          <a:spcPts val="600"/>
        </a:spcAft>
        <a:buFont typeface="Arial" panose="020B0604020202020204" pitchFamily="34" charset="0"/>
        <a:buChar char="•"/>
        <a:defRPr lang="en-GB" sz="12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088">
          <p15:clr>
            <a:srgbClr val="F26B43"/>
          </p15:clr>
        </p15:guide>
        <p15:guide id="2" pos="3840">
          <p15:clr>
            <a:srgbClr val="F26B43"/>
          </p15:clr>
        </p15:guide>
        <p15:guide id="3" pos="2640">
          <p15:clr>
            <a:srgbClr val="F26B43"/>
          </p15:clr>
        </p15:guide>
        <p15:guide id="4" pos="1440">
          <p15:clr>
            <a:srgbClr val="F26B43"/>
          </p15:clr>
        </p15:guide>
        <p15:guide id="5" pos="240">
          <p15:clr>
            <a:srgbClr val="F26B43"/>
          </p15:clr>
        </p15:guide>
        <p15:guide id="6" pos="5040">
          <p15:clr>
            <a:srgbClr val="F26B43"/>
          </p15:clr>
        </p15:guide>
        <p15:guide id="7" pos="6240">
          <p15:clr>
            <a:srgbClr val="F26B43"/>
          </p15:clr>
        </p15:guide>
        <p15:guide id="8" pos="7440">
          <p15:clr>
            <a:srgbClr val="F26B43"/>
          </p15:clr>
        </p15:guide>
        <p15:guide id="9" orient="horz" pos="1474">
          <p15:clr>
            <a:srgbClr val="F26B43"/>
          </p15:clr>
        </p15:guide>
        <p15:guide id="10" orient="horz" pos="840">
          <p15:clr>
            <a:srgbClr val="F26B43"/>
          </p15:clr>
        </p15:guide>
        <p15:guide id="11" orient="horz" pos="240">
          <p15:clr>
            <a:srgbClr val="F26B43"/>
          </p15:clr>
        </p15:guide>
        <p15:guide id="12" orient="horz" pos="2696">
          <p15:clr>
            <a:srgbClr val="F26B43"/>
          </p15:clr>
        </p15:guide>
        <p15:guide id="14" orient="horz" pos="4080">
          <p15:clr>
            <a:srgbClr val="F26B43"/>
          </p15:clr>
        </p15:guide>
        <p15:guide id="15" orient="horz" pos="3936">
          <p15:clr>
            <a:srgbClr val="F26B43"/>
          </p15:clr>
        </p15:guide>
        <p15:guide id="17" pos="5034">
          <p15:clr>
            <a:srgbClr val="F26B43"/>
          </p15:clr>
        </p15:guide>
        <p15:guide id="18" orient="horz" pos="3312">
          <p15:clr>
            <a:srgbClr val="F26B43"/>
          </p15:clr>
        </p15:guide>
        <p15:guide id="19" orient="horz" pos="2702">
          <p15:clr>
            <a:srgbClr val="F26B43"/>
          </p15:clr>
        </p15:guide>
        <p15:guide id="21" pos="2634">
          <p15:clr>
            <a:srgbClr val="F26B43"/>
          </p15:clr>
        </p15:guide>
        <p15:guide id="22" pos="5046">
          <p15:clr>
            <a:srgbClr val="F26B43"/>
          </p15:clr>
        </p15:guide>
        <p15:guide id="23" orient="horz" pos="1468">
          <p15:clr>
            <a:srgbClr val="F26B43"/>
          </p15:clr>
        </p15:guide>
        <p15:guide id="25" orient="horz" pos="1480">
          <p15:clr>
            <a:srgbClr val="F26B43"/>
          </p15:clr>
        </p15:guide>
        <p15:guide id="26" orient="horz" pos="2706">
          <p15:clr>
            <a:srgbClr val="F26B43"/>
          </p15:clr>
        </p15:guide>
        <p15:guide id="27" pos="2648">
          <p15:clr>
            <a:srgbClr val="F26B43"/>
          </p15:clr>
        </p15:guide>
        <p15:guide id="28" orient="horz" pos="576">
          <p15:clr>
            <a:srgbClr val="FBAE4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BDF7B4C-E695-4D53-922C-76BAEE6EE244}"/>
              </a:ext>
            </a:extLst>
          </p:cNvPr>
          <p:cNvGraphicFramePr>
            <a:graphicFrameLocks noChangeAspect="1"/>
          </p:cNvGraphicFramePr>
          <p:nvPr userDrawn="1">
            <p:custDataLst>
              <p:tags r:id="rId42"/>
            </p:custDataLst>
            <p:extLst>
              <p:ext uri="{D42A27DB-BD31-4B8C-83A1-F6EECF244321}">
                <p14:modId xmlns:p14="http://schemas.microsoft.com/office/powerpoint/2010/main" val="39441125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4" imgW="306" imgH="306" progId="TCLayout.ActiveDocument.1">
                  <p:embed/>
                </p:oleObj>
              </mc:Choice>
              <mc:Fallback>
                <p:oleObj name="think-cell Slide" r:id="rId44" imgW="306" imgH="306" progId="TCLayout.ActiveDocument.1">
                  <p:embed/>
                  <p:pic>
                    <p:nvPicPr>
                      <p:cNvPr id="5" name="Object 4" hidden="1">
                        <a:extLst>
                          <a:ext uri="{FF2B5EF4-FFF2-40B4-BE49-F238E27FC236}">
                            <a16:creationId xmlns:a16="http://schemas.microsoft.com/office/drawing/2014/main" id="{2BDF7B4C-E695-4D53-922C-76BAEE6EE244}"/>
                          </a:ext>
                        </a:extLst>
                      </p:cNvPr>
                      <p:cNvPicPr/>
                      <p:nvPr/>
                    </p:nvPicPr>
                    <p:blipFill>
                      <a:blip r:embed="rId4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A13515-0A51-4370-A987-E9EF624C90BC}"/>
              </a:ext>
            </a:extLst>
          </p:cNvPr>
          <p:cNvSpPr/>
          <p:nvPr userDrawn="1">
            <p:custDataLst>
              <p:tags r:id="rId43"/>
            </p:custDataLst>
          </p:nvPr>
        </p:nvSpPr>
        <p:spPr>
          <a:xfrm>
            <a:off x="0" y="0"/>
            <a:ext cx="158750" cy="15875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t" anchorCtr="0">
            <a:noAutofit/>
          </a:bodyPr>
          <a:lstStyle/>
          <a:p>
            <a:pPr marL="0" lvl="0" indent="0" algn="ctr"/>
            <a:endParaRPr lang="en-US" sz="3200" b="0" i="0" baseline="0" dirty="0">
              <a:latin typeface="3M Circular TT Bold" panose="020B0804020101010102" pitchFamily="34" charset="0"/>
              <a:ea typeface="+mj-ea"/>
              <a:cs typeface="+mj-cs"/>
              <a:sym typeface="3M Circular TT Bold" panose="020B0804020101010102" pitchFamily="34" charset="0"/>
            </a:endParaRPr>
          </a:p>
        </p:txBody>
      </p:sp>
      <p:sp>
        <p:nvSpPr>
          <p:cNvPr id="2" name="Title Placeholder 1"/>
          <p:cNvSpPr>
            <a:spLocks noGrp="1"/>
          </p:cNvSpPr>
          <p:nvPr>
            <p:ph type="title"/>
          </p:nvPr>
        </p:nvSpPr>
        <p:spPr>
          <a:xfrm>
            <a:off x="379412" y="381000"/>
            <a:ext cx="11425237" cy="822960"/>
          </a:xfrm>
          <a:prstGeom prst="rect">
            <a:avLst/>
          </a:prstGeom>
        </p:spPr>
        <p:txBody>
          <a:bodyPr vert="horz" wrap="square" lIns="0" tIns="0" rIns="0" bIns="0" rtlCol="0" anchor="t" anchorCtr="0">
            <a:noAutofit/>
          </a:bodyPr>
          <a:lstStyle/>
          <a:p>
            <a:r>
              <a:rPr lang="en-US"/>
              <a:t>Click to edit Master title style</a:t>
            </a:r>
            <a:endParaRPr lang="en-GB" dirty="0"/>
          </a:p>
        </p:txBody>
      </p:sp>
      <p:sp>
        <p:nvSpPr>
          <p:cNvPr id="3" name="Text Placeholder 2"/>
          <p:cNvSpPr>
            <a:spLocks noGrp="1"/>
          </p:cNvSpPr>
          <p:nvPr>
            <p:ph type="body" idx="1"/>
          </p:nvPr>
        </p:nvSpPr>
        <p:spPr>
          <a:xfrm>
            <a:off x="379412" y="1295400"/>
            <a:ext cx="11425236" cy="4953000"/>
          </a:xfrm>
          <a:prstGeom prst="rect">
            <a:avLst/>
          </a:prstGeom>
        </p:spPr>
        <p:txBody>
          <a:bodyPr vert="horz" wrap="square" lIns="0" tIns="0" rIns="18000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4262778792"/>
      </p:ext>
    </p:extLst>
  </p:cSld>
  <p:clrMap bg1="lt1" tx1="dk1" bg2="lt2" tx2="dk2" accent1="accent1" accent2="accent2" accent3="accent3" accent4="accent4" accent5="accent5" accent6="accent6" hlink="hlink" folHlink="folHlink"/>
  <p:sldLayoutIdLst>
    <p:sldLayoutId id="2147484017" r:id="rId1"/>
    <p:sldLayoutId id="2147484018" r:id="rId2"/>
    <p:sldLayoutId id="2147484019" r:id="rId3"/>
    <p:sldLayoutId id="2147484020" r:id="rId4"/>
    <p:sldLayoutId id="2147484021" r:id="rId5"/>
    <p:sldLayoutId id="2147484022" r:id="rId6"/>
    <p:sldLayoutId id="2147484023" r:id="rId7"/>
    <p:sldLayoutId id="2147484024" r:id="rId8"/>
    <p:sldLayoutId id="2147484025" r:id="rId9"/>
    <p:sldLayoutId id="2147484026" r:id="rId10"/>
    <p:sldLayoutId id="2147484027" r:id="rId11"/>
    <p:sldLayoutId id="2147484028" r:id="rId12"/>
    <p:sldLayoutId id="2147484029" r:id="rId13"/>
    <p:sldLayoutId id="2147484030" r:id="rId14"/>
    <p:sldLayoutId id="2147484031" r:id="rId15"/>
    <p:sldLayoutId id="2147484032" r:id="rId16"/>
    <p:sldLayoutId id="2147484033" r:id="rId17"/>
    <p:sldLayoutId id="2147484034" r:id="rId18"/>
    <p:sldLayoutId id="2147484035" r:id="rId19"/>
    <p:sldLayoutId id="2147484036" r:id="rId20"/>
    <p:sldLayoutId id="2147484037" r:id="rId21"/>
    <p:sldLayoutId id="2147484038" r:id="rId22"/>
    <p:sldLayoutId id="2147484039" r:id="rId23"/>
    <p:sldLayoutId id="2147484040" r:id="rId24"/>
    <p:sldLayoutId id="2147484041" r:id="rId25"/>
    <p:sldLayoutId id="2147484042" r:id="rId26"/>
    <p:sldLayoutId id="2147484043" r:id="rId27"/>
    <p:sldLayoutId id="2147484044" r:id="rId28"/>
    <p:sldLayoutId id="2147484045" r:id="rId29"/>
    <p:sldLayoutId id="2147484046" r:id="rId30"/>
    <p:sldLayoutId id="2147484047" r:id="rId31"/>
    <p:sldLayoutId id="2147484048" r:id="rId32"/>
    <p:sldLayoutId id="2147484049" r:id="rId33"/>
    <p:sldLayoutId id="2147484050" r:id="rId34"/>
    <p:sldLayoutId id="2147484051" r:id="rId35"/>
    <p:sldLayoutId id="2147484052" r:id="rId36"/>
    <p:sldLayoutId id="2147484053" r:id="rId37"/>
    <p:sldLayoutId id="2147484054" r:id="rId38"/>
    <p:sldLayoutId id="2147484055" r:id="rId39"/>
    <p:sldLayoutId id="2147484056" r:id="rId4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0"/>
        </a:spcBef>
        <a:spcAft>
          <a:spcPts val="600"/>
        </a:spcAft>
        <a:buFont typeface="Arial" panose="020B0604020202020204" pitchFamily="34" charset="0"/>
        <a:buNone/>
        <a:defRPr lang="en-US" sz="2000" kern="1200" dirty="0" smtClean="0">
          <a:solidFill>
            <a:schemeClr val="tx1"/>
          </a:solidFill>
          <a:latin typeface="+mn-lt"/>
          <a:ea typeface="+mj-ea"/>
          <a:cs typeface="+mj-cs"/>
        </a:defRPr>
      </a:lvl1pPr>
      <a:lvl2pPr marL="182563" indent="-182563" algn="l" defTabSz="914400" rtl="0" eaLnBrk="1" latinLnBrk="0" hangingPunct="1">
        <a:lnSpc>
          <a:spcPct val="110000"/>
        </a:lnSpc>
        <a:spcBef>
          <a:spcPts val="0"/>
        </a:spcBef>
        <a:spcAft>
          <a:spcPts val="600"/>
        </a:spcAft>
        <a:buFont typeface="Arial" panose="020B0604020202020204" pitchFamily="34" charset="0"/>
        <a:buChar char="•"/>
        <a:defRPr lang="en-US" sz="2000" kern="1200" dirty="0" smtClean="0">
          <a:solidFill>
            <a:schemeClr val="tx1"/>
          </a:solidFill>
          <a:latin typeface="+mn-lt"/>
          <a:ea typeface="+mn-ea"/>
          <a:cs typeface="+mn-cs"/>
        </a:defRPr>
      </a:lvl2pPr>
      <a:lvl3pPr marL="357188" indent="-174625" algn="l" defTabSz="914400" rtl="0" eaLnBrk="1" latinLnBrk="0" hangingPunct="1">
        <a:lnSpc>
          <a:spcPct val="110000"/>
        </a:lnSpc>
        <a:spcBef>
          <a:spcPts val="0"/>
        </a:spcBef>
        <a:spcAft>
          <a:spcPts val="600"/>
        </a:spcAft>
        <a:buFont typeface="Arial" panose="020B0604020202020204" pitchFamily="34" charset="0"/>
        <a:buChar char="•"/>
        <a:defRPr lang="en-US" sz="1600" kern="1200" dirty="0" smtClean="0">
          <a:solidFill>
            <a:schemeClr val="tx1"/>
          </a:solidFill>
          <a:latin typeface="+mn-lt"/>
          <a:ea typeface="+mn-ea"/>
          <a:cs typeface="+mn-cs"/>
        </a:defRPr>
      </a:lvl3pPr>
      <a:lvl4pPr marL="539750" indent="-182563" algn="l" defTabSz="914400" rtl="0" eaLnBrk="1" latinLnBrk="0" hangingPunct="1">
        <a:lnSpc>
          <a:spcPct val="110000"/>
        </a:lnSpc>
        <a:spcBef>
          <a:spcPts val="0"/>
        </a:spcBef>
        <a:spcAft>
          <a:spcPts val="600"/>
        </a:spcAft>
        <a:buFont typeface="Arial" panose="020B0604020202020204" pitchFamily="34" charset="0"/>
        <a:buChar char="•"/>
        <a:defRPr lang="en-US" sz="1400" kern="1200" dirty="0" smtClean="0">
          <a:solidFill>
            <a:schemeClr val="tx1"/>
          </a:solidFill>
          <a:latin typeface="+mn-lt"/>
          <a:ea typeface="+mn-ea"/>
          <a:cs typeface="+mn-cs"/>
        </a:defRPr>
      </a:lvl4pPr>
      <a:lvl5pPr marL="714375" indent="-174625" algn="l" defTabSz="914400" rtl="0" eaLnBrk="1" latinLnBrk="0" hangingPunct="1">
        <a:lnSpc>
          <a:spcPct val="110000"/>
        </a:lnSpc>
        <a:spcBef>
          <a:spcPts val="0"/>
        </a:spcBef>
        <a:spcAft>
          <a:spcPts val="600"/>
        </a:spcAft>
        <a:buFont typeface="Arial" panose="020B0604020202020204" pitchFamily="34" charset="0"/>
        <a:buChar char="•"/>
        <a:defRPr lang="en-GB" sz="12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088">
          <p15:clr>
            <a:srgbClr val="F26B43"/>
          </p15:clr>
        </p15:guide>
        <p15:guide id="2" pos="3840">
          <p15:clr>
            <a:srgbClr val="F26B43"/>
          </p15:clr>
        </p15:guide>
        <p15:guide id="3" pos="2640">
          <p15:clr>
            <a:srgbClr val="F26B43"/>
          </p15:clr>
        </p15:guide>
        <p15:guide id="4" pos="1440">
          <p15:clr>
            <a:srgbClr val="F26B43"/>
          </p15:clr>
        </p15:guide>
        <p15:guide id="5" pos="240">
          <p15:clr>
            <a:srgbClr val="F26B43"/>
          </p15:clr>
        </p15:guide>
        <p15:guide id="6" pos="5040">
          <p15:clr>
            <a:srgbClr val="F26B43"/>
          </p15:clr>
        </p15:guide>
        <p15:guide id="7" pos="6240">
          <p15:clr>
            <a:srgbClr val="F26B43"/>
          </p15:clr>
        </p15:guide>
        <p15:guide id="8" pos="7440">
          <p15:clr>
            <a:srgbClr val="F26B43"/>
          </p15:clr>
        </p15:guide>
        <p15:guide id="9" orient="horz" pos="1474">
          <p15:clr>
            <a:srgbClr val="F26B43"/>
          </p15:clr>
        </p15:guide>
        <p15:guide id="10" orient="horz" pos="840">
          <p15:clr>
            <a:srgbClr val="F26B43"/>
          </p15:clr>
        </p15:guide>
        <p15:guide id="11" orient="horz" pos="240">
          <p15:clr>
            <a:srgbClr val="F26B43"/>
          </p15:clr>
        </p15:guide>
        <p15:guide id="12" orient="horz" pos="2696">
          <p15:clr>
            <a:srgbClr val="F26B43"/>
          </p15:clr>
        </p15:guide>
        <p15:guide id="14" orient="horz" pos="4080">
          <p15:clr>
            <a:srgbClr val="F26B43"/>
          </p15:clr>
        </p15:guide>
        <p15:guide id="15" orient="horz" pos="3936">
          <p15:clr>
            <a:srgbClr val="F26B43"/>
          </p15:clr>
        </p15:guide>
        <p15:guide id="17" pos="5034">
          <p15:clr>
            <a:srgbClr val="F26B43"/>
          </p15:clr>
        </p15:guide>
        <p15:guide id="18" orient="horz" pos="3312">
          <p15:clr>
            <a:srgbClr val="F26B43"/>
          </p15:clr>
        </p15:guide>
        <p15:guide id="19" orient="horz" pos="2702">
          <p15:clr>
            <a:srgbClr val="F26B43"/>
          </p15:clr>
        </p15:guide>
        <p15:guide id="21" pos="2634">
          <p15:clr>
            <a:srgbClr val="F26B43"/>
          </p15:clr>
        </p15:guide>
        <p15:guide id="22" pos="5046">
          <p15:clr>
            <a:srgbClr val="F26B43"/>
          </p15:clr>
        </p15:guide>
        <p15:guide id="23" orient="horz" pos="1468">
          <p15:clr>
            <a:srgbClr val="F26B43"/>
          </p15:clr>
        </p15:guide>
        <p15:guide id="25" orient="horz" pos="1480">
          <p15:clr>
            <a:srgbClr val="F26B43"/>
          </p15:clr>
        </p15:guide>
        <p15:guide id="26" orient="horz" pos="2706">
          <p15:clr>
            <a:srgbClr val="F26B43"/>
          </p15:clr>
        </p15:guide>
        <p15:guide id="27" pos="2648">
          <p15:clr>
            <a:srgbClr val="F26B43"/>
          </p15:clr>
        </p15:guide>
        <p15:guide id="28" orient="horz" pos="576">
          <p15:clr>
            <a:srgbClr val="FBAE4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slideLayout" Target="../slideLayouts/slideLayout2.xml"/><Relationship Id="rId7" Type="http://schemas.openxmlformats.org/officeDocument/2006/relationships/image" Target="../media/image11.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10.emf"/><Relationship Id="rId5" Type="http://schemas.openxmlformats.org/officeDocument/2006/relationships/oleObject" Target="../embeddings/oleObject6.bin"/><Relationship Id="rId4" Type="http://schemas.openxmlformats.org/officeDocument/2006/relationships/notesSlide" Target="../notesSlides/notesSlide2.xml"/><Relationship Id="rId9"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2755A8-7BB6-4AA6-B5F3-2892651632A5}"/>
              </a:ext>
            </a:extLst>
          </p:cNvPr>
          <p:cNvSpPr>
            <a:spLocks noGrp="1"/>
          </p:cNvSpPr>
          <p:nvPr>
            <p:ph sz="quarter" idx="4294967295"/>
          </p:nvPr>
        </p:nvSpPr>
        <p:spPr>
          <a:xfrm>
            <a:off x="379409" y="6035040"/>
            <a:ext cx="11812589" cy="731520"/>
          </a:xfrm>
          <a:solidFill>
            <a:schemeClr val="bg1"/>
          </a:solidFill>
        </p:spPr>
        <p:txBody>
          <a:bodyPr/>
          <a:lstStyle/>
          <a:p>
            <a:r>
              <a:rPr lang="en-US" sz="1600" dirty="0"/>
              <a:t>The </a:t>
            </a:r>
            <a:r>
              <a:rPr lang="en-US" sz="1600" dirty="0" err="1"/>
              <a:t>Eesleys</a:t>
            </a:r>
            <a:r>
              <a:rPr lang="en-US" sz="1600" dirty="0"/>
              <a:t> Family - Standing left to right – Jennie, George, Charles, Bessie, John, Robert Albert (“Bert”).  Seated left to right – Will, Jeanie Goldie Eesley (Mom), Garfield, Albert Robert Eesley (Dad) , Alf (Albert Robert), Hanna (“Anna”).  Photo taken circa 1900</a:t>
            </a:r>
          </a:p>
        </p:txBody>
      </p:sp>
      <p:pic>
        <p:nvPicPr>
          <p:cNvPr id="5" name="Picture 4">
            <a:extLst>
              <a:ext uri="{FF2B5EF4-FFF2-40B4-BE49-F238E27FC236}">
                <a16:creationId xmlns:a16="http://schemas.microsoft.com/office/drawing/2014/main" id="{45CDD3BE-19C1-4B19-AF99-BD134CD99CDD}"/>
              </a:ext>
            </a:extLst>
          </p:cNvPr>
          <p:cNvPicPr>
            <a:picLocks noChangeAspect="1"/>
          </p:cNvPicPr>
          <p:nvPr/>
        </p:nvPicPr>
        <p:blipFill>
          <a:blip r:embed="rId3"/>
          <a:stretch>
            <a:fillRect/>
          </a:stretch>
        </p:blipFill>
        <p:spPr>
          <a:xfrm>
            <a:off x="1599403" y="91440"/>
            <a:ext cx="9372599" cy="5845482"/>
          </a:xfrm>
          <a:prstGeom prst="rect">
            <a:avLst/>
          </a:prstGeom>
        </p:spPr>
      </p:pic>
    </p:spTree>
    <p:extLst>
      <p:ext uri="{BB962C8B-B14F-4D97-AF65-F5344CB8AC3E}">
        <p14:creationId xmlns:p14="http://schemas.microsoft.com/office/powerpoint/2010/main" val="1580888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4F0A7796-C936-46E9-B12E-B454881BC6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6" progId="TCLayout.ActiveDocument.1">
                  <p:embed/>
                </p:oleObj>
              </mc:Choice>
              <mc:Fallback>
                <p:oleObj name="think-cell Slide" r:id="rId5" imgW="395" imgH="396" progId="TCLayout.ActiveDocument.1">
                  <p:embed/>
                  <p:pic>
                    <p:nvPicPr>
                      <p:cNvPr id="4" name="Object 3" hidden="1">
                        <a:extLst>
                          <a:ext uri="{FF2B5EF4-FFF2-40B4-BE49-F238E27FC236}">
                            <a16:creationId xmlns:a16="http://schemas.microsoft.com/office/drawing/2014/main" id="{4F0A7796-C936-46E9-B12E-B454881BC67C}"/>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9DEEBB40-BAA6-4ED5-B1A5-6F31F675EA51}"/>
              </a:ext>
            </a:extLst>
          </p:cNvPr>
          <p:cNvSpPr/>
          <p:nvPr>
            <p:custDataLst>
              <p:tags r:id="rId2"/>
            </p:custDataLst>
          </p:nvPr>
        </p:nvSpPr>
        <p:spPr>
          <a:xfrm>
            <a:off x="0" y="0"/>
            <a:ext cx="158750" cy="15875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3M Circular TT Bold" panose="020B0804020101010102" pitchFamily="34" charset="0"/>
              <a:ea typeface="+mn-ea"/>
              <a:cs typeface="+mn-cs"/>
              <a:sym typeface="3M Circular TT Bold" panose="020B0804020101010102" pitchFamily="34" charset="0"/>
            </a:endParaRPr>
          </a:p>
        </p:txBody>
      </p:sp>
      <p:sp>
        <p:nvSpPr>
          <p:cNvPr id="7" name="Rectangle 6">
            <a:extLst>
              <a:ext uri="{FF2B5EF4-FFF2-40B4-BE49-F238E27FC236}">
                <a16:creationId xmlns:a16="http://schemas.microsoft.com/office/drawing/2014/main" id="{0065F62E-C99C-415C-9FD7-0B1E6AF470BC}"/>
              </a:ext>
            </a:extLst>
          </p:cNvPr>
          <p:cNvSpPr/>
          <p:nvPr/>
        </p:nvSpPr>
        <p:spPr>
          <a:xfrm>
            <a:off x="160020" y="6294134"/>
            <a:ext cx="690372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endParaRPr lang="en-US" sz="2000" dirty="0"/>
          </a:p>
        </p:txBody>
      </p:sp>
      <p:pic>
        <p:nvPicPr>
          <p:cNvPr id="9" name="Picture 8">
            <a:extLst>
              <a:ext uri="{FF2B5EF4-FFF2-40B4-BE49-F238E27FC236}">
                <a16:creationId xmlns:a16="http://schemas.microsoft.com/office/drawing/2014/main" id="{BD7F7DCE-E78A-40F7-BCEB-D9707762BCCE}"/>
              </a:ext>
            </a:extLst>
          </p:cNvPr>
          <p:cNvPicPr>
            <a:picLocks noChangeAspect="1"/>
          </p:cNvPicPr>
          <p:nvPr/>
        </p:nvPicPr>
        <p:blipFill>
          <a:blip r:embed="rId7"/>
          <a:stretch>
            <a:fillRect/>
          </a:stretch>
        </p:blipFill>
        <p:spPr>
          <a:xfrm>
            <a:off x="6437942" y="3347431"/>
            <a:ext cx="2402213" cy="2765338"/>
          </a:xfrm>
          <a:prstGeom prst="rect">
            <a:avLst/>
          </a:prstGeom>
        </p:spPr>
      </p:pic>
      <p:pic>
        <p:nvPicPr>
          <p:cNvPr id="11" name="Picture 10">
            <a:extLst>
              <a:ext uri="{FF2B5EF4-FFF2-40B4-BE49-F238E27FC236}">
                <a16:creationId xmlns:a16="http://schemas.microsoft.com/office/drawing/2014/main" id="{13474186-DA63-4C98-BF30-6837C76BCE17}"/>
              </a:ext>
            </a:extLst>
          </p:cNvPr>
          <p:cNvPicPr>
            <a:picLocks noChangeAspect="1"/>
          </p:cNvPicPr>
          <p:nvPr/>
        </p:nvPicPr>
        <p:blipFill>
          <a:blip r:embed="rId8"/>
          <a:stretch>
            <a:fillRect/>
          </a:stretch>
        </p:blipFill>
        <p:spPr>
          <a:xfrm>
            <a:off x="3798235" y="3347431"/>
            <a:ext cx="2254317" cy="2765338"/>
          </a:xfrm>
          <a:prstGeom prst="rect">
            <a:avLst/>
          </a:prstGeom>
        </p:spPr>
      </p:pic>
      <p:pic>
        <p:nvPicPr>
          <p:cNvPr id="13" name="Picture 12">
            <a:extLst>
              <a:ext uri="{FF2B5EF4-FFF2-40B4-BE49-F238E27FC236}">
                <a16:creationId xmlns:a16="http://schemas.microsoft.com/office/drawing/2014/main" id="{29580882-4FB1-4A99-9042-69C3FDD0E0B8}"/>
              </a:ext>
            </a:extLst>
          </p:cNvPr>
          <p:cNvPicPr>
            <a:picLocks noChangeAspect="1"/>
          </p:cNvPicPr>
          <p:nvPr/>
        </p:nvPicPr>
        <p:blipFill>
          <a:blip r:embed="rId9"/>
          <a:stretch>
            <a:fillRect/>
          </a:stretch>
        </p:blipFill>
        <p:spPr>
          <a:xfrm>
            <a:off x="4968839" y="106666"/>
            <a:ext cx="2254317" cy="2865093"/>
          </a:xfrm>
          <a:prstGeom prst="rect">
            <a:avLst/>
          </a:prstGeom>
        </p:spPr>
      </p:pic>
      <p:sp>
        <p:nvSpPr>
          <p:cNvPr id="14" name="TextBox 13">
            <a:extLst>
              <a:ext uri="{FF2B5EF4-FFF2-40B4-BE49-F238E27FC236}">
                <a16:creationId xmlns:a16="http://schemas.microsoft.com/office/drawing/2014/main" id="{E4A4EF5B-7C89-498C-8CC7-E1B3A1EA5CDA}"/>
              </a:ext>
            </a:extLst>
          </p:cNvPr>
          <p:cNvSpPr txBox="1"/>
          <p:nvPr/>
        </p:nvSpPr>
        <p:spPr>
          <a:xfrm>
            <a:off x="7326630" y="106666"/>
            <a:ext cx="2758769" cy="1477328"/>
          </a:xfrm>
          <a:prstGeom prst="rect">
            <a:avLst/>
          </a:prstGeom>
          <a:noFill/>
        </p:spPr>
        <p:txBody>
          <a:bodyPr wrap="none" lIns="0" tIns="0" rIns="0" bIns="0" rtlCol="0">
            <a:spAutoFit/>
          </a:bodyPr>
          <a:lstStyle/>
          <a:p>
            <a:r>
              <a:rPr lang="en-US" sz="1600" b="1" dirty="0"/>
              <a:t>Charles Leonard Eesley</a:t>
            </a:r>
          </a:p>
          <a:p>
            <a:r>
              <a:rPr lang="en-US" sz="1600" dirty="0"/>
              <a:t>Born 9/26/1879 </a:t>
            </a:r>
          </a:p>
          <a:p>
            <a:r>
              <a:rPr lang="en-US" sz="1600" dirty="0"/>
              <a:t>Died 10/1972</a:t>
            </a:r>
          </a:p>
          <a:p>
            <a:r>
              <a:rPr lang="en-US" sz="1600" dirty="0"/>
              <a:t>Photo taken circa 1928</a:t>
            </a:r>
          </a:p>
          <a:p>
            <a:endParaRPr lang="en-US" sz="1600" dirty="0"/>
          </a:p>
          <a:p>
            <a:r>
              <a:rPr lang="en-US" sz="1600" dirty="0"/>
              <a:t>Married Lilly Dale Chenoweth</a:t>
            </a:r>
          </a:p>
        </p:txBody>
      </p:sp>
      <p:sp>
        <p:nvSpPr>
          <p:cNvPr id="15" name="TextBox 14">
            <a:extLst>
              <a:ext uri="{FF2B5EF4-FFF2-40B4-BE49-F238E27FC236}">
                <a16:creationId xmlns:a16="http://schemas.microsoft.com/office/drawing/2014/main" id="{C3DDC2B5-AC9F-4A38-B7D3-D3F03A19413E}"/>
              </a:ext>
            </a:extLst>
          </p:cNvPr>
          <p:cNvSpPr txBox="1"/>
          <p:nvPr/>
        </p:nvSpPr>
        <p:spPr>
          <a:xfrm>
            <a:off x="8840155" y="3394709"/>
            <a:ext cx="3191826" cy="1477328"/>
          </a:xfrm>
          <a:prstGeom prst="rect">
            <a:avLst/>
          </a:prstGeom>
          <a:noFill/>
        </p:spPr>
        <p:txBody>
          <a:bodyPr wrap="square" lIns="0" tIns="0" rIns="0" bIns="0" rtlCol="0">
            <a:spAutoFit/>
          </a:bodyPr>
          <a:lstStyle/>
          <a:p>
            <a:r>
              <a:rPr lang="en-US" sz="1600" b="1" dirty="0"/>
              <a:t>Donald Stuart Eesley</a:t>
            </a:r>
          </a:p>
          <a:p>
            <a:r>
              <a:rPr lang="en-US" sz="1600" dirty="0"/>
              <a:t>Born 9/24/1908</a:t>
            </a:r>
          </a:p>
          <a:p>
            <a:r>
              <a:rPr lang="en-US" sz="1600" dirty="0"/>
              <a:t>Died 5/15/1975</a:t>
            </a:r>
          </a:p>
          <a:p>
            <a:r>
              <a:rPr lang="en-US" sz="1600" dirty="0"/>
              <a:t>Photo taken circa 1932</a:t>
            </a:r>
          </a:p>
          <a:p>
            <a:endParaRPr lang="en-US" sz="1600" dirty="0"/>
          </a:p>
          <a:p>
            <a:r>
              <a:rPr lang="en-US" sz="1600" dirty="0"/>
              <a:t>Married Margaret Adeline </a:t>
            </a:r>
            <a:r>
              <a:rPr lang="en-US" sz="1600" dirty="0" err="1"/>
              <a:t>Youman</a:t>
            </a:r>
            <a:endParaRPr lang="en-US" sz="1600" dirty="0"/>
          </a:p>
        </p:txBody>
      </p:sp>
      <p:sp>
        <p:nvSpPr>
          <p:cNvPr id="16" name="TextBox 15">
            <a:extLst>
              <a:ext uri="{FF2B5EF4-FFF2-40B4-BE49-F238E27FC236}">
                <a16:creationId xmlns:a16="http://schemas.microsoft.com/office/drawing/2014/main" id="{76C71940-A6B8-48E5-B4A1-562A746F2C0E}"/>
              </a:ext>
            </a:extLst>
          </p:cNvPr>
          <p:cNvSpPr txBox="1"/>
          <p:nvPr/>
        </p:nvSpPr>
        <p:spPr>
          <a:xfrm>
            <a:off x="160020" y="3394709"/>
            <a:ext cx="3225242" cy="1477328"/>
          </a:xfrm>
          <a:prstGeom prst="rect">
            <a:avLst/>
          </a:prstGeom>
          <a:noFill/>
        </p:spPr>
        <p:txBody>
          <a:bodyPr wrap="none" lIns="0" tIns="0" rIns="0" bIns="0" rtlCol="0">
            <a:spAutoFit/>
          </a:bodyPr>
          <a:lstStyle/>
          <a:p>
            <a:r>
              <a:rPr lang="en-US" sz="1600" b="1" dirty="0"/>
              <a:t>Leonard David Eesley</a:t>
            </a:r>
          </a:p>
          <a:p>
            <a:r>
              <a:rPr lang="en-US" sz="1600" dirty="0"/>
              <a:t>Born 11/19/1904</a:t>
            </a:r>
          </a:p>
          <a:p>
            <a:r>
              <a:rPr lang="en-US" sz="1600" dirty="0"/>
              <a:t>Died 1/8/1976</a:t>
            </a:r>
          </a:p>
          <a:p>
            <a:r>
              <a:rPr lang="en-US" sz="1600" dirty="0"/>
              <a:t>Photo taken circa 1929</a:t>
            </a:r>
          </a:p>
          <a:p>
            <a:endParaRPr lang="en-US" sz="1600" dirty="0"/>
          </a:p>
          <a:p>
            <a:r>
              <a:rPr lang="en-US" sz="1600" dirty="0"/>
              <a:t>Married Helen </a:t>
            </a:r>
            <a:r>
              <a:rPr lang="en-US" sz="1600" dirty="0" err="1"/>
              <a:t>Bernandine</a:t>
            </a:r>
            <a:r>
              <a:rPr lang="en-US" sz="1600" dirty="0"/>
              <a:t> </a:t>
            </a:r>
            <a:r>
              <a:rPr lang="en-US" sz="1600" dirty="0" err="1"/>
              <a:t>Alspach</a:t>
            </a:r>
            <a:endParaRPr lang="en-US" sz="1600" dirty="0"/>
          </a:p>
        </p:txBody>
      </p:sp>
      <p:sp>
        <p:nvSpPr>
          <p:cNvPr id="17" name="TextBox 16">
            <a:extLst>
              <a:ext uri="{FF2B5EF4-FFF2-40B4-BE49-F238E27FC236}">
                <a16:creationId xmlns:a16="http://schemas.microsoft.com/office/drawing/2014/main" id="{BB289D34-D3C3-4632-B2C0-C57DBCC29142}"/>
              </a:ext>
            </a:extLst>
          </p:cNvPr>
          <p:cNvSpPr txBox="1"/>
          <p:nvPr/>
        </p:nvSpPr>
        <p:spPr>
          <a:xfrm>
            <a:off x="92431" y="5620326"/>
            <a:ext cx="3360420" cy="492443"/>
          </a:xfrm>
          <a:prstGeom prst="rect">
            <a:avLst/>
          </a:prstGeom>
          <a:noFill/>
        </p:spPr>
        <p:txBody>
          <a:bodyPr wrap="square" lIns="0" tIns="0" rIns="0" bIns="0" rtlCol="0">
            <a:spAutoFit/>
          </a:bodyPr>
          <a:lstStyle/>
          <a:p>
            <a:r>
              <a:rPr lang="en-US" sz="1600" dirty="0"/>
              <a:t>Note:  Siblings Dale, Will, Mary, Lyle, Jean and Helen not pictured.</a:t>
            </a:r>
          </a:p>
        </p:txBody>
      </p:sp>
    </p:spTree>
    <p:extLst>
      <p:ext uri="{BB962C8B-B14F-4D97-AF65-F5344CB8AC3E}">
        <p14:creationId xmlns:p14="http://schemas.microsoft.com/office/powerpoint/2010/main" val="588763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ldKQ9DoBfoj95a8GlGGz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WW2FLqQzY2yuolcdJZ6kK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OTXbajRnxLwlXBypXh6AU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pxu2ilRQhD5exWipd3xWKA"/>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qDA.H2hztFWTzdPrimbvNw"/>
</p:tagLst>
</file>

<file path=ppt/theme/theme1.xml><?xml version="1.0" encoding="utf-8"?>
<a:theme xmlns:a="http://schemas.openxmlformats.org/drawingml/2006/main" name="150209_3M_PPTTemplate_v7">
  <a:themeElements>
    <a:clrScheme name="TRIFECTA 06 LtBlue_Blue_DkBlue">
      <a:dk1>
        <a:sysClr val="windowText" lastClr="000000"/>
      </a:dk1>
      <a:lt1>
        <a:srgbClr val="FFFFFF"/>
      </a:lt1>
      <a:dk2>
        <a:srgbClr val="A8A8A8"/>
      </a:dk2>
      <a:lt2>
        <a:srgbClr val="595959"/>
      </a:lt2>
      <a:accent1>
        <a:srgbClr val="00C8E6"/>
      </a:accent1>
      <a:accent2>
        <a:srgbClr val="003CE6"/>
      </a:accent2>
      <a:accent3>
        <a:srgbClr val="1E1E96"/>
      </a:accent3>
      <a:accent4>
        <a:srgbClr val="008423"/>
      </a:accent4>
      <a:accent5>
        <a:srgbClr val="D2D2D2"/>
      </a:accent5>
      <a:accent6>
        <a:srgbClr val="FF0000"/>
      </a:accent6>
      <a:hlink>
        <a:srgbClr val="0563C1"/>
      </a:hlink>
      <a:folHlink>
        <a:srgbClr val="1E4E79"/>
      </a:folHlink>
    </a:clrScheme>
    <a:fontScheme name="3M Fonts TTF">
      <a:majorFont>
        <a:latin typeface="3M Circular TT Bold"/>
        <a:ea typeface=""/>
        <a:cs typeface=""/>
      </a:majorFont>
      <a:minorFont>
        <a:latin typeface="3M Circular TT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0000"/>
        </a:solidFill>
        <a:ln>
          <a:noFill/>
        </a:ln>
      </a:spPr>
      <a:bodyPr lIns="180000" tIns="180000" rIns="180000" bIns="180000" rtlCol="0" anchor="t"/>
      <a:lstStyle>
        <a:defPPr>
          <a:defRPr sz="2000"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defRPr sz="2000" dirty="0" err="1" smtClean="0"/>
        </a:defPPr>
      </a:lstStyle>
    </a:txDef>
  </a:objectDefaults>
  <a:extraClrSchemeLst/>
  <a:extLst>
    <a:ext uri="{05A4C25C-085E-4340-85A3-A5531E510DB2}">
      <thm15:themeFamily xmlns:thm15="http://schemas.microsoft.com/office/thememl/2012/main" name="blank.potx" id="{76C96213-D747-4720-83D2-A9C4E37202CD}" vid="{02F324C2-696B-4914-8A1C-02B3EC5D0EAF}"/>
    </a:ext>
  </a:extLst>
</a:theme>
</file>

<file path=ppt/theme/theme2.xml><?xml version="1.0" encoding="utf-8"?>
<a:theme xmlns:a="http://schemas.openxmlformats.org/drawingml/2006/main" name="1_150209_3M_PPTTemplate_v7">
  <a:themeElements>
    <a:clrScheme name="TRIFECTA 3 LtGrn_Grn_LtBlue-A">
      <a:dk1>
        <a:sysClr val="windowText" lastClr="000000"/>
      </a:dk1>
      <a:lt1>
        <a:srgbClr val="FFFFFF"/>
      </a:lt1>
      <a:dk2>
        <a:srgbClr val="A8A8A8"/>
      </a:dk2>
      <a:lt2>
        <a:srgbClr val="595959"/>
      </a:lt2>
      <a:accent1>
        <a:srgbClr val="AAE600"/>
      </a:accent1>
      <a:accent2>
        <a:srgbClr val="00B432"/>
      </a:accent2>
      <a:accent3>
        <a:srgbClr val="00C8E6"/>
      </a:accent3>
      <a:accent4>
        <a:srgbClr val="005A18"/>
      </a:accent4>
      <a:accent5>
        <a:srgbClr val="D2D2D2"/>
      </a:accent5>
      <a:accent6>
        <a:srgbClr val="FF0000"/>
      </a:accent6>
      <a:hlink>
        <a:srgbClr val="0563C1"/>
      </a:hlink>
      <a:folHlink>
        <a:srgbClr val="1E4E79"/>
      </a:folHlink>
    </a:clrScheme>
    <a:fontScheme name="3M Fonts TTF">
      <a:majorFont>
        <a:latin typeface="3M Circular TT Bold"/>
        <a:ea typeface=""/>
        <a:cs typeface=""/>
      </a:majorFont>
      <a:minorFont>
        <a:latin typeface="3M Circular TT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0000"/>
        </a:solidFill>
        <a:ln>
          <a:noFill/>
        </a:ln>
      </a:spPr>
      <a:bodyPr lIns="180000" tIns="180000" rIns="180000" bIns="180000" rtlCol="0" anchor="t"/>
      <a:lstStyle>
        <a:defPPr>
          <a:defRPr sz="2000"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defRPr sz="2000" dirty="0" err="1" smtClean="0"/>
        </a:defPPr>
      </a:lstStyle>
    </a:txDef>
  </a:objectDefaults>
  <a:extraClrSchemeLst/>
  <a:extLst>
    <a:ext uri="{05A4C25C-085E-4340-85A3-A5531E510DB2}">
      <thm15:themeFamily xmlns:thm15="http://schemas.microsoft.com/office/thememl/2012/main" name="blank.potx" id="{76C96213-D747-4720-83D2-A9C4E37202CD}" vid="{02F324C2-696B-4914-8A1C-02B3EC5D0EAF}"/>
    </a:ext>
  </a:extLst>
</a:theme>
</file>

<file path=ppt/theme/theme3.xml><?xml version="1.0" encoding="utf-8"?>
<a:theme xmlns:a="http://schemas.openxmlformats.org/drawingml/2006/main" name="2_150209_3M_PPTTemplate_v7">
  <a:themeElements>
    <a:clrScheme name="TRIFECTA 3 LtGrn_Grn_LtBlue-A">
      <a:dk1>
        <a:sysClr val="windowText" lastClr="000000"/>
      </a:dk1>
      <a:lt1>
        <a:srgbClr val="FFFFFF"/>
      </a:lt1>
      <a:dk2>
        <a:srgbClr val="A8A8A8"/>
      </a:dk2>
      <a:lt2>
        <a:srgbClr val="595959"/>
      </a:lt2>
      <a:accent1>
        <a:srgbClr val="AAE600"/>
      </a:accent1>
      <a:accent2>
        <a:srgbClr val="00B432"/>
      </a:accent2>
      <a:accent3>
        <a:srgbClr val="00C8E6"/>
      </a:accent3>
      <a:accent4>
        <a:srgbClr val="005A18"/>
      </a:accent4>
      <a:accent5>
        <a:srgbClr val="D2D2D2"/>
      </a:accent5>
      <a:accent6>
        <a:srgbClr val="FF0000"/>
      </a:accent6>
      <a:hlink>
        <a:srgbClr val="0563C1"/>
      </a:hlink>
      <a:folHlink>
        <a:srgbClr val="1E4E79"/>
      </a:folHlink>
    </a:clrScheme>
    <a:fontScheme name="3M Fonts TTF">
      <a:majorFont>
        <a:latin typeface="3M Circular TT Bold"/>
        <a:ea typeface=""/>
        <a:cs typeface=""/>
      </a:majorFont>
      <a:minorFont>
        <a:latin typeface="3M Circular TT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0000"/>
        </a:solidFill>
        <a:ln>
          <a:noFill/>
        </a:ln>
      </a:spPr>
      <a:bodyPr lIns="180000" tIns="180000" rIns="180000" bIns="180000" rtlCol="0" anchor="t"/>
      <a:lstStyle>
        <a:defPPr>
          <a:defRPr sz="2000"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defRPr sz="2000" dirty="0" err="1" smtClean="0"/>
        </a:defPPr>
      </a:lstStyle>
    </a:txDef>
  </a:objectDefaults>
  <a:extraClrSchemeLst/>
  <a:extLst>
    <a:ext uri="{05A4C25C-085E-4340-85A3-A5531E510DB2}">
      <thm15:themeFamily xmlns:thm15="http://schemas.microsoft.com/office/thememl/2012/main" name="blank.potx" id="{76C96213-D747-4720-83D2-A9C4E37202CD}" vid="{02F324C2-696B-4914-8A1C-02B3EC5D0EAF}"/>
    </a:ext>
  </a:extLst>
</a:theme>
</file>

<file path=ppt/theme/theme4.xml><?xml version="1.0" encoding="utf-8"?>
<a:theme xmlns:a="http://schemas.openxmlformats.org/drawingml/2006/main" name="3_150209_3M_PPTTemplate_v7">
  <a:themeElements>
    <a:clrScheme name="TRIFECTA 3 LtGrn_Grn_LtBlue-A">
      <a:dk1>
        <a:sysClr val="windowText" lastClr="000000"/>
      </a:dk1>
      <a:lt1>
        <a:srgbClr val="FFFFFF"/>
      </a:lt1>
      <a:dk2>
        <a:srgbClr val="A8A8A8"/>
      </a:dk2>
      <a:lt2>
        <a:srgbClr val="595959"/>
      </a:lt2>
      <a:accent1>
        <a:srgbClr val="AAE600"/>
      </a:accent1>
      <a:accent2>
        <a:srgbClr val="00B432"/>
      </a:accent2>
      <a:accent3>
        <a:srgbClr val="00C8E6"/>
      </a:accent3>
      <a:accent4>
        <a:srgbClr val="005A18"/>
      </a:accent4>
      <a:accent5>
        <a:srgbClr val="D2D2D2"/>
      </a:accent5>
      <a:accent6>
        <a:srgbClr val="FF0000"/>
      </a:accent6>
      <a:hlink>
        <a:srgbClr val="0563C1"/>
      </a:hlink>
      <a:folHlink>
        <a:srgbClr val="1E4E79"/>
      </a:folHlink>
    </a:clrScheme>
    <a:fontScheme name="3M Fonts TTF">
      <a:majorFont>
        <a:latin typeface="3M Circular TT Bold"/>
        <a:ea typeface=""/>
        <a:cs typeface=""/>
      </a:majorFont>
      <a:minorFont>
        <a:latin typeface="3M Circular TT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0000"/>
        </a:solidFill>
        <a:ln>
          <a:noFill/>
        </a:ln>
      </a:spPr>
      <a:bodyPr lIns="180000" tIns="180000" rIns="180000" bIns="180000" rtlCol="0" anchor="t"/>
      <a:lstStyle>
        <a:defPPr>
          <a:defRPr sz="2000"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defRPr sz="2000" dirty="0" err="1" smtClean="0"/>
        </a:defPPr>
      </a:lstStyle>
    </a:txDef>
  </a:objectDefaults>
  <a:extraClrSchemeLst/>
  <a:extLst>
    <a:ext uri="{05A4C25C-085E-4340-85A3-A5531E510DB2}">
      <thm15:themeFamily xmlns:thm15="http://schemas.microsoft.com/office/thememl/2012/main" name="blank.potx" id="{76C96213-D747-4720-83D2-A9C4E37202CD}" vid="{02F324C2-696B-4914-8A1C-02B3EC5D0EAF}"/>
    </a:ext>
  </a:extLst>
</a:theme>
</file>

<file path=ppt/theme/theme5.xml><?xml version="1.0" encoding="utf-8"?>
<a:theme xmlns:a="http://schemas.openxmlformats.org/drawingml/2006/main" name="Office Theme">
  <a:themeElements>
    <a:clrScheme name="3M Colours">
      <a:dk1>
        <a:sysClr val="windowText" lastClr="000000"/>
      </a:dk1>
      <a:lt1>
        <a:sysClr val="window" lastClr="FFFFFF"/>
      </a:lt1>
      <a:dk2>
        <a:srgbClr val="595959"/>
      </a:dk2>
      <a:lt2>
        <a:srgbClr val="D2D2D2"/>
      </a:lt2>
      <a:accent1>
        <a:srgbClr val="FF0000"/>
      </a:accent1>
      <a:accent2>
        <a:srgbClr val="F5821E"/>
      </a:accent2>
      <a:accent3>
        <a:srgbClr val="FAAA19"/>
      </a:accent3>
      <a:accent4>
        <a:srgbClr val="FF0000"/>
      </a:accent4>
      <a:accent5>
        <a:srgbClr val="F5821E"/>
      </a:accent5>
      <a:accent6>
        <a:srgbClr val="FAAA19"/>
      </a:accent6>
      <a:hlink>
        <a:srgbClr val="000000"/>
      </a:hlink>
      <a:folHlink>
        <a:srgbClr val="000000"/>
      </a:folHlink>
    </a:clrScheme>
    <a:fontScheme name="3M">
      <a:majorFont>
        <a:latin typeface="3M Circular TT Bold"/>
        <a:ea typeface=""/>
        <a:cs typeface=""/>
      </a:majorFont>
      <a:minorFont>
        <a:latin typeface="3M Circular TT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3M Colours">
      <a:dk1>
        <a:sysClr val="windowText" lastClr="000000"/>
      </a:dk1>
      <a:lt1>
        <a:sysClr val="window" lastClr="FFFFFF"/>
      </a:lt1>
      <a:dk2>
        <a:srgbClr val="595959"/>
      </a:dk2>
      <a:lt2>
        <a:srgbClr val="D2D2D2"/>
      </a:lt2>
      <a:accent1>
        <a:srgbClr val="FF0000"/>
      </a:accent1>
      <a:accent2>
        <a:srgbClr val="F5821E"/>
      </a:accent2>
      <a:accent3>
        <a:srgbClr val="FAAA19"/>
      </a:accent3>
      <a:accent4>
        <a:srgbClr val="FF0000"/>
      </a:accent4>
      <a:accent5>
        <a:srgbClr val="F5821E"/>
      </a:accent5>
      <a:accent6>
        <a:srgbClr val="FAAA19"/>
      </a:accent6>
      <a:hlink>
        <a:srgbClr val="000000"/>
      </a:hlink>
      <a:folHlink>
        <a:srgbClr val="000000"/>
      </a:folHlink>
    </a:clrScheme>
    <a:fontScheme name="3M">
      <a:majorFont>
        <a:latin typeface="3M Circular TT Bold"/>
        <a:ea typeface=""/>
        <a:cs typeface=""/>
      </a:majorFont>
      <a:minorFont>
        <a:latin typeface="3M Circular TT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WP__DocumentOrLink" ma:contentTypeID="0x010100335637E950A0DA408432CA19FF17D14D01000C0E8C935DD47442A041508354060EAC" ma:contentTypeVersion="35" ma:contentTypeDescription="Create a new DWP document or Link" ma:contentTypeScope="" ma:versionID="4a719fa543795413d078733ce21afc3a">
  <xsd:schema xmlns:xsd="http://www.w3.org/2001/XMLSchema" xmlns:xs="http://www.w3.org/2001/XMLSchema" xmlns:p="http://schemas.microsoft.com/office/2006/metadata/properties" xmlns:ns1="http://schemas.microsoft.com/sharepoint/v3" xmlns:ns2="7eb3055d-b79b-47f0-9b50-7b00acc559a7" xmlns:ns3="d30860a1-62f9-4678-9d47-4ac937f1cf48" xmlns:ns4="49b1ff83-fcbf-447d-97e9-0d3e6f3a9a03" xmlns:ns5="de05bce7-19e4-4470-9e99-e71aad8a4e69" xmlns:ns6="aa83f50e-fad7-440e-8a78-a70fd23ce0c1" xmlns:ns7="http://schemas.microsoft.com/sharepoint/v4" xmlns:ns8="bbf35209-1a17-4361-a32b-47204fc0679a" targetNamespace="http://schemas.microsoft.com/office/2006/metadata/properties" ma:root="true" ma:fieldsID="8b7d32ffcb92c6ffe5c61d9d59ed36ba" ns1:_="" ns2:_="" ns3:_="" ns4:_="" ns5:_="" ns6:_="" ns7:_="" ns8:_="">
    <xsd:import namespace="http://schemas.microsoft.com/sharepoint/v3"/>
    <xsd:import namespace="7eb3055d-b79b-47f0-9b50-7b00acc559a7"/>
    <xsd:import namespace="d30860a1-62f9-4678-9d47-4ac937f1cf48"/>
    <xsd:import namespace="49b1ff83-fcbf-447d-97e9-0d3e6f3a9a03"/>
    <xsd:import namespace="de05bce7-19e4-4470-9e99-e71aad8a4e69"/>
    <xsd:import namespace="aa83f50e-fad7-440e-8a78-a70fd23ce0c1"/>
    <xsd:import namespace="http://schemas.microsoft.com/sharepoint/v4"/>
    <xsd:import namespace="bbf35209-1a17-4361-a32b-47204fc0679a"/>
    <xsd:element name="properties">
      <xsd:complexType>
        <xsd:sequence>
          <xsd:element name="documentManagement">
            <xsd:complexType>
              <xsd:all>
                <xsd:element ref="ns2:DWP_Description"/>
                <xsd:element ref="ns2:DWP_DisplayDiscription" minOccurs="0"/>
                <xsd:element ref="ns3:DWP_RecommendedCategory" minOccurs="0"/>
                <xsd:element ref="ns1:PublishingStartDate" minOccurs="0"/>
                <xsd:element ref="ns1:PublishingExpirationDate" minOccurs="0"/>
                <xsd:element ref="ns2:DWP_ContentReviewContact"/>
                <xsd:element ref="ns5:DWP_WPFilterText" minOccurs="0"/>
                <xsd:element ref="ns2:DWP_SortOrder" minOccurs="0"/>
                <xsd:element ref="ns5:o29fbec15738480c87332007ec7a3eb4" minOccurs="0"/>
                <xsd:element ref="ns5:k4effd1160df4ca99440bb32a5e947d9" minOccurs="0"/>
                <xsd:element ref="ns4:TaxCatchAll" minOccurs="0"/>
                <xsd:element ref="ns5:k4355050be1e45f6839ab5624d5a238e" minOccurs="0"/>
                <xsd:element ref="ns4:TaxCatchAllLabel" minOccurs="0"/>
                <xsd:element ref="ns5:h0b2370f341c47719a6bd0569a4947c7" minOccurs="0"/>
                <xsd:element ref="ns5:j11503dda6dd47db80b98cbcd84e08b6" minOccurs="0"/>
                <xsd:element ref="ns5:i341f0b3af254511a8d54386c375861c" minOccurs="0"/>
                <xsd:element ref="ns5:j0f161679aa94990ae82eba75dcfabe6" minOccurs="0"/>
                <xsd:element ref="ns4:e3a1e0c03e9245e3bacab64affc77f60" minOccurs="0"/>
                <xsd:element ref="ns5:cab996e59657485dbcc55f4ab2fcfe2b" minOccurs="0"/>
                <xsd:element ref="ns6:_" minOccurs="0"/>
                <xsd:element ref="ns7:IconOverlay" minOccurs="0"/>
                <xsd:element ref="ns8:SharedWithUsers" minOccurs="0"/>
                <xsd:element ref="ns8:SharedWithDetails" minOccurs="0"/>
                <xsd:element ref="ns3:Recommended_x0020_Content_x0020_Category_x003a_ID" minOccurs="0"/>
                <xsd:element ref="ns6:DWPCorp_Reusable_DocumentApprovalWF" minOccurs="0"/>
                <xsd:element ref="ns6:DWPCorp_Reusable_Document_UpdateTask" minOccurs="0"/>
                <xsd:element ref="ns6:DWPCorp_Reusable_DocumentLink_UpdateTask" minOccurs="0"/>
                <xsd:element ref="ns6:DWPCorp_Reusable_DocumentLink_ApprovalWF" minOccurs="0"/>
                <xsd:element ref="ns6:DWPCorp_Reusable_DocumentLinkApprovalWF" minOccurs="0"/>
                <xsd:element ref="ns6:DWPCorp_Reusable_DocumentLinkUpdateTask" minOccurs="0"/>
                <xsd:element ref="ns6:MediaServiceMetadata" minOccurs="0"/>
                <xsd:element ref="ns6: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13" nillable="true" ma:displayName="Scheduling Start Date" ma:description="Scheduling Start Date is a site column created by the Publishing feature. It is used to specify the date and time on which this page will first appear to site visitors." ma:internalName="PublishingStartDate">
      <xsd:simpleType>
        <xsd:restriction base="dms:Unknown"/>
      </xsd:simpleType>
    </xsd:element>
    <xsd:element name="PublishingExpirationDate" ma:index="14" nillable="true" ma:displayName="Scheduling End Date" ma:description="Scheduling End Date is a site column created by the Publishing feature. It is used to specify the date and time on which this page will no longer appear to site visitors."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eb3055d-b79b-47f0-9b50-7b00acc559a7" elementFormDefault="qualified">
    <xsd:import namespace="http://schemas.microsoft.com/office/2006/documentManagement/types"/>
    <xsd:import namespace="http://schemas.microsoft.com/office/infopath/2007/PartnerControls"/>
    <xsd:element name="DWP_Description" ma:index="1" ma:displayName="Description" ma:description="Enter a description for this content, which will appear in search results." ma:internalName="DWP_Description" ma:readOnly="false">
      <xsd:simpleType>
        <xsd:restriction base="dms:Note">
          <xsd:maxLength value="255"/>
        </xsd:restriction>
      </xsd:simpleType>
    </xsd:element>
    <xsd:element name="DWP_DisplayDiscription" ma:index="2" nillable="true" ma:displayName="Display Description" ma:description="Enter a description that will display in the web part.&#10;" ma:internalName="DWP_DisplayDiscription">
      <xsd:simpleType>
        <xsd:restriction base="dms:Note">
          <xsd:maxLength value="255"/>
        </xsd:restriction>
      </xsd:simpleType>
    </xsd:element>
    <xsd:element name="DWP_ContentReviewContact" ma:index="15" ma:displayName="Content Review Contact" ma:description="This contact will be notified when content has not been updated in 18 months. A non-user Outlook group is recommended." ma:SharePointGroup="0" ma:internalName="DWP_ContentReviewContact"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DWP_SortOrder" ma:index="19" nillable="true" ma:displayName="Sort Order" ma:decimals="0" ma:internalName="DWP_SortOrder" ma:percentage="FALSE">
      <xsd:simpleType>
        <xsd:restriction base="dms:Number">
          <xsd:minInclusive value="1"/>
        </xsd:restriction>
      </xsd:simpleType>
    </xsd:element>
  </xsd:schema>
  <xsd:schema xmlns:xsd="http://www.w3.org/2001/XMLSchema" xmlns:xs="http://www.w3.org/2001/XMLSchema" xmlns:dms="http://schemas.microsoft.com/office/2006/documentManagement/types" xmlns:pc="http://schemas.microsoft.com/office/infopath/2007/PartnerControls" targetNamespace="d30860a1-62f9-4678-9d47-4ac937f1cf48" elementFormDefault="qualified">
    <xsd:import namespace="http://schemas.microsoft.com/office/2006/documentManagement/types"/>
    <xsd:import namespace="http://schemas.microsoft.com/office/infopath/2007/PartnerControls"/>
    <xsd:element name="DWP_RecommendedCategory" ma:index="8" nillable="true" ma:displayName="Recommended Content Category" ma:description="Choose the applicable Recommended Content category for this content to display in the web part." ma:list="{7c4f7a28-ea5b-4b2d-afc6-859183b34dbd}" ma:internalName="DWP_RecommendedCategory" ma:showField="Title" ma:web="d30860a1-62f9-4678-9d47-4ac937f1cf48">
      <xsd:simpleType>
        <xsd:restriction base="dms:Lookup"/>
      </xsd:simpleType>
    </xsd:element>
    <xsd:element name="Recommended_x0020_Content_x0020_Category_x003a_ID" ma:index="42" nillable="true" ma:displayName="Recommended Content Category:ID" ma:list="{7c4f7a28-ea5b-4b2d-afc6-859183b34dbd}" ma:internalName="Recommended_x0020_Content_x0020_Category_x003A_ID" ma:readOnly="true" ma:showField="ID" ma:web="d30860a1-62f9-4678-9d47-4ac937f1cf48">
      <xsd:simpleType>
        <xsd:restriction base="dms:Lookup"/>
      </xsd:simpleType>
    </xsd:element>
  </xsd:schema>
  <xsd:schema xmlns:xsd="http://www.w3.org/2001/XMLSchema" xmlns:xs="http://www.w3.org/2001/XMLSchema" xmlns:dms="http://schemas.microsoft.com/office/2006/documentManagement/types" xmlns:pc="http://schemas.microsoft.com/office/infopath/2007/PartnerControls" targetNamespace="49b1ff83-fcbf-447d-97e9-0d3e6f3a9a03" elementFormDefault="qualified">
    <xsd:import namespace="http://schemas.microsoft.com/office/2006/documentManagement/types"/>
    <xsd:import namespace="http://schemas.microsoft.com/office/infopath/2007/PartnerControls"/>
    <xsd:element name="TaxCatchAll" ma:index="22" nillable="true" ma:displayName="Taxonomy Catch All Column" ma:description="" ma:hidden="true" ma:list="{3f92d6f1-c5ef-4f91-9f7a-a05a132a3a86}" ma:internalName="TaxCatchAll" ma:showField="CatchAllData" ma:web="d30860a1-62f9-4678-9d47-4ac937f1cf48">
      <xsd:complexType>
        <xsd:complexContent>
          <xsd:extension base="dms:MultiChoiceLookup">
            <xsd:sequence>
              <xsd:element name="Value" type="dms:Lookup" maxOccurs="unbounded" minOccurs="0" nillable="true"/>
            </xsd:sequence>
          </xsd:extension>
        </xsd:complexContent>
      </xsd:complexType>
    </xsd:element>
    <xsd:element name="TaxCatchAllLabel" ma:index="24" nillable="true" ma:displayName="Taxonomy Catch All Column1" ma:description="" ma:hidden="true" ma:list="{3f92d6f1-c5ef-4f91-9f7a-a05a132a3a86}" ma:internalName="TaxCatchAllLabel" ma:readOnly="true" ma:showField="CatchAllDataLabel" ma:web="d30860a1-62f9-4678-9d47-4ac937f1cf48">
      <xsd:complexType>
        <xsd:complexContent>
          <xsd:extension base="dms:MultiChoiceLookup">
            <xsd:sequence>
              <xsd:element name="Value" type="dms:Lookup" maxOccurs="unbounded" minOccurs="0" nillable="true"/>
            </xsd:sequence>
          </xsd:extension>
        </xsd:complexContent>
      </xsd:complexType>
    </xsd:element>
    <xsd:element name="e3a1e0c03e9245e3bacab64affc77f60" ma:index="33" nillable="true" ma:taxonomy="true" ma:internalName="e3a1e0c03e9245e3bacab64affc77f60" ma:taxonomyFieldName="Business_x0020_Function" ma:displayName="Business Function" ma:fieldId="{e3a1e0c0-3e92-45e3-baca-b64affc77f60}" ma:taxonomyMulti="true" ma:sspId="c727abb3-b6a4-4605-be73-24578a989ce7" ma:termSetId="ccd17a70-4b46-4b95-be60-df5b889b1576"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de05bce7-19e4-4470-9e99-e71aad8a4e69" elementFormDefault="qualified">
    <xsd:import namespace="http://schemas.microsoft.com/office/2006/documentManagement/types"/>
    <xsd:import namespace="http://schemas.microsoft.com/office/infopath/2007/PartnerControls"/>
    <xsd:element name="DWP_WPFilterText" ma:index="18" nillable="true" ma:displayName="Web Part Display Text" ma:description="Enter keywords that match the web part where you want this content to display." ma:internalName="DWP_WPFilterText">
      <xsd:simpleType>
        <xsd:restriction base="dms:Text">
          <xsd:maxLength value="255"/>
        </xsd:restriction>
      </xsd:simpleType>
    </xsd:element>
    <xsd:element name="o29fbec15738480c87332007ec7a3eb4" ma:index="20" ma:taxonomy="true" ma:internalName="o29fbec15738480c87332007ec7a3eb4" ma:taxonomyFieldName="DWP_Locations" ma:displayName="Locations" ma:readOnly="false" ma:default="" ma:fieldId="{829fbec1-5738-480c-8733-2007ec7a3eb4}" ma:taxonomyMulti="true" ma:sspId="c727abb3-b6a4-4605-be73-24578a989ce7" ma:termSetId="46a63d9e-7a93-4b2a-ba8e-b95b09f0d2a0" ma:anchorId="00000000-0000-0000-0000-000000000000" ma:open="false" ma:isKeyword="false">
      <xsd:complexType>
        <xsd:sequence>
          <xsd:element ref="pc:Terms" minOccurs="0" maxOccurs="1"/>
        </xsd:sequence>
      </xsd:complexType>
    </xsd:element>
    <xsd:element name="k4effd1160df4ca99440bb32a5e947d9" ma:index="21" nillable="true" ma:taxonomy="true" ma:internalName="k4effd1160df4ca99440bb32a5e947d9" ma:taxonomyFieldName="DWP_SearchKeywords" ma:displayName="Search Keywords" ma:default="" ma:fieldId="{44effd11-60df-4ca9-9440-bb32a5e947d9}" ma:taxonomyMulti="true" ma:sspId="c727abb3-b6a4-4605-be73-24578a989ce7" ma:termSetId="accfc612-9e97-46cf-9985-e2646ce8b0cd" ma:anchorId="00000000-0000-0000-0000-000000000000" ma:open="true" ma:isKeyword="false">
      <xsd:complexType>
        <xsd:sequence>
          <xsd:element ref="pc:Terms" minOccurs="0" maxOccurs="1"/>
        </xsd:sequence>
      </xsd:complexType>
    </xsd:element>
    <xsd:element name="k4355050be1e45f6839ab5624d5a238e" ma:index="23" ma:taxonomy="true" ma:internalName="k4355050be1e45f6839ab5624d5a238e" ma:taxonomyFieldName="DWP_InformationClassification" ma:displayName="Information Classification" ma:readOnly="false" ma:fieldId="{44355050-be1e-45f6-839a-b5624d5a238e}" ma:sspId="c727abb3-b6a4-4605-be73-24578a989ce7" ma:termSetId="7ab2394b-f68d-4cc8-8a22-90ffcb0a29cc" ma:anchorId="00000000-0000-0000-0000-000000000000" ma:open="false" ma:isKeyword="false">
      <xsd:complexType>
        <xsd:sequence>
          <xsd:element ref="pc:Terms" minOccurs="0" maxOccurs="1"/>
        </xsd:sequence>
      </xsd:complexType>
    </xsd:element>
    <xsd:element name="h0b2370f341c47719a6bd0569a4947c7" ma:index="26" nillable="true" ma:taxonomy="true" ma:internalName="h0b2370f341c47719a6bd0569a4947c7" ma:taxonomyFieldName="DWP_ExcludeLocation" ma:displayName="Exclude Locations" ma:default="" ma:fieldId="{10b2370f-341c-4771-9a6b-d0569a4947c7}" ma:taxonomyMulti="true" ma:sspId="c727abb3-b6a4-4605-be73-24578a989ce7" ma:termSetId="46a63d9e-7a93-4b2a-ba8e-b95b09f0d2a0" ma:anchorId="00000000-0000-0000-0000-000000000000" ma:open="false" ma:isKeyword="false">
      <xsd:complexType>
        <xsd:sequence>
          <xsd:element ref="pc:Terms" minOccurs="0" maxOccurs="1"/>
        </xsd:sequence>
      </xsd:complexType>
    </xsd:element>
    <xsd:element name="j11503dda6dd47db80b98cbcd84e08b6" ma:index="28" ma:taxonomy="true" ma:internalName="j11503dda6dd47db80b98cbcd84e08b6" ma:taxonomyFieldName="DWP_WrittenLanguage" ma:displayName="Written Language" ma:readOnly="false" ma:default="" ma:fieldId="{311503dd-a6dd-47db-80b9-8cbcd84e08b6}" ma:sspId="c727abb3-b6a4-4605-be73-24578a989ce7" ma:termSetId="59fb4d33-cb82-4da1-a0a3-27d7791f6b6b" ma:anchorId="00000000-0000-0000-0000-000000000000" ma:open="false" ma:isKeyword="false">
      <xsd:complexType>
        <xsd:sequence>
          <xsd:element ref="pc:Terms" minOccurs="0" maxOccurs="1"/>
        </xsd:sequence>
      </xsd:complexType>
    </xsd:element>
    <xsd:element name="i341f0b3af254511a8d54386c375861c" ma:index="29" ma:taxonomy="true" ma:internalName="i341f0b3af254511a8d54386c375861c" ma:taxonomyFieldName="DWP_SiteType" ma:displayName="Type of Site" ma:readOnly="false" ma:default="" ma:fieldId="{2341f0b3-af25-4511-a8d5-4386c375861c}" ma:sspId="c727abb3-b6a4-4605-be73-24578a989ce7" ma:termSetId="eaeefe27-dc3a-48b1-a955-8c927e3f4a4a" ma:anchorId="00000000-0000-0000-0000-000000000000" ma:open="false" ma:isKeyword="false">
      <xsd:complexType>
        <xsd:sequence>
          <xsd:element ref="pc:Terms" minOccurs="0" maxOccurs="1"/>
        </xsd:sequence>
      </xsd:complexType>
    </xsd:element>
    <xsd:element name="j0f161679aa94990ae82eba75dcfabe6" ma:index="31" ma:taxonomy="true" ma:internalName="j0f161679aa94990ae82eba75dcfabe6" ma:taxonomyFieldName="DWP_Translations" ma:displayName="Translations" ma:readOnly="false" ma:fieldId="{30f16167-9aa9-4990-ae82-eba75dcfabe6}" ma:taxonomyMulti="true" ma:sspId="c727abb3-b6a4-4605-be73-24578a989ce7" ma:termSetId="59fb4d33-cb82-4da1-a0a3-27d7791f6b6b" ma:anchorId="00000000-0000-0000-0000-000000000000" ma:open="false" ma:isKeyword="false">
      <xsd:complexType>
        <xsd:sequence>
          <xsd:element ref="pc:Terms" minOccurs="0" maxOccurs="1"/>
        </xsd:sequence>
      </xsd:complexType>
    </xsd:element>
    <xsd:element name="cab996e59657485dbcc55f4ab2fcfe2b" ma:index="35" nillable="true" ma:taxonomy="true" ma:internalName="cab996e59657485dbcc55f4ab2fcfe2b" ma:taxonomyFieldName="DWP_Organization" ma:displayName="Organization" ma:default="" ma:fieldId="{cab996e5-9657-485d-bcc5-5f4ab2fcfe2b}" ma:sspId="c727abb3-b6a4-4605-be73-24578a989ce7" ma:termSetId="a1863702-3d00-40e4-b027-dd8e4933b18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aa83f50e-fad7-440e-8a78-a70fd23ce0c1" elementFormDefault="qualified">
    <xsd:import namespace="http://schemas.microsoft.com/office/2006/documentManagement/types"/>
    <xsd:import namespace="http://schemas.microsoft.com/office/infopath/2007/PartnerControls"/>
    <xsd:element name="_" ma:index="38" nillable="true" ma:displayName="_" ma:format="Dropdown" ma:internalName="_" ma:readOnly="false">
      <xsd:simpleType>
        <xsd:restriction base="dms:Choice">
          <xsd:enumeration value="Best Practice Tips"/>
          <xsd:enumeration value="Calendars"/>
          <xsd:enumeration value="Campus Rooms &amp; Info"/>
          <xsd:enumeration value="Dept Meeting Presentations"/>
          <xsd:enumeration value="New Hire Orientation"/>
          <xsd:enumeration value="Organizational Charts"/>
          <xsd:enumeration value="Profile Pages"/>
          <xsd:enumeration value="Software Tip Sheets"/>
          <xsd:enumeration value="Templates"/>
          <xsd:enumeration value="Uber Tracker"/>
          <xsd:enumeration value="Workshop &amp; School Trek Tips &amp; Tools"/>
          <xsd:enumeration value="Year End Information"/>
          <xsd:enumeration value="1. Project Scoping &amp; Contracting"/>
          <xsd:enumeration value="2. Project Selection, Activation and Kickoff"/>
          <xsd:enumeration value="3. Project Closing"/>
          <xsd:enumeration value="4. Project Templates"/>
          <xsd:enumeration value="5. Travel"/>
          <xsd:enumeration value="6. External Licenses"/>
          <xsd:enumeration value="9. Wall of Tools"/>
          <xsd:enumeration value="Training &amp; Development Calendar"/>
          <xsd:enumeration value="3M Division Snapshots"/>
          <xsd:enumeration value="3M Position Snapshots"/>
          <xsd:enumeration value="Professional &amp; Personal Skills Development"/>
          <xsd:enumeration value="Competitive Intelligence"/>
          <xsd:enumeration value="Marketing Trainings &amp; Presentations"/>
          <xsd:enumeration value="Strategy Trainings &amp; Presentations"/>
          <xsd:enumeration value="Business Development Trainings &amp; Presentations"/>
          <xsd:enumeration value="Digital"/>
          <xsd:enumeration value="Brand"/>
          <xsd:enumeration value="Insights"/>
          <xsd:enumeration value="Pricing"/>
          <xsd:enumeration value="Customer Journey"/>
          <xsd:enumeration value="Marketing Automation"/>
          <xsd:enumeration value="Marketing Planning"/>
          <xsd:enumeration value="BD TBD 1"/>
          <xsd:enumeration value="BD TBD 2"/>
          <xsd:enumeration value="BD TBD 3"/>
          <xsd:enumeration value="BD TBD 4"/>
          <xsd:enumeration value="BD TBD 5"/>
          <xsd:enumeration value="BD Resources"/>
          <xsd:enumeration value="Playbook Resources"/>
          <xsd:enumeration value="Scenario Planning"/>
          <xsd:enumeration value="Strategy Resources"/>
          <xsd:enumeration value="War Gaming"/>
          <xsd:enumeration value="Corporate &amp; SMD Training"/>
          <xsd:enumeration value="Comm TBD 1"/>
          <xsd:enumeration value="Comm TBD 2"/>
          <xsd:enumeration value="Comm TBD 3"/>
          <xsd:enumeration value="Comm TBD 4"/>
          <xsd:enumeration value="Comm TBD 5"/>
        </xsd:restriction>
      </xsd:simpleType>
    </xsd:element>
    <xsd:element name="DWPCorp_Reusable_DocumentApprovalWF" ma:index="43" nillable="true" ma:displayName="DWPCorp_Reusable_DocumentApprovalWF" ma:internalName="DWPCorp_Reusable_DocumentApprovalWF">
      <xsd:complexType>
        <xsd:complexContent>
          <xsd:extension base="dms:URL">
            <xsd:sequence>
              <xsd:element name="Url" type="dms:ValidUrl" minOccurs="0" nillable="true"/>
              <xsd:element name="Description" type="xsd:string" nillable="true"/>
            </xsd:sequence>
          </xsd:extension>
        </xsd:complexContent>
      </xsd:complexType>
    </xsd:element>
    <xsd:element name="DWPCorp_Reusable_Document_UpdateTask" ma:index="44" nillable="true" ma:displayName="DWPCorp_Reusable_Document_UpdateTask" ma:internalName="DWPCorp_Reusable_Document_UpdateTask">
      <xsd:complexType>
        <xsd:complexContent>
          <xsd:extension base="dms:URL">
            <xsd:sequence>
              <xsd:element name="Url" type="dms:ValidUrl" minOccurs="0" nillable="true"/>
              <xsd:element name="Description" type="xsd:string" nillable="true"/>
            </xsd:sequence>
          </xsd:extension>
        </xsd:complexContent>
      </xsd:complexType>
    </xsd:element>
    <xsd:element name="DWPCorp_Reusable_DocumentLink_UpdateTask" ma:index="45" nillable="true" ma:displayName="DWPCorp_Reusable_DocumentLink_UpdateTask" ma:internalName="DWPCorp_Reusable_DocumentLink_UpdateTask">
      <xsd:complexType>
        <xsd:complexContent>
          <xsd:extension base="dms:URL">
            <xsd:sequence>
              <xsd:element name="Url" type="dms:ValidUrl" minOccurs="0" nillable="true"/>
              <xsd:element name="Description" type="xsd:string" nillable="true"/>
            </xsd:sequence>
          </xsd:extension>
        </xsd:complexContent>
      </xsd:complexType>
    </xsd:element>
    <xsd:element name="DWPCorp_Reusable_DocumentLink_ApprovalWF" ma:index="46" nillable="true" ma:displayName="DWPCorp_Reusable_DocumentLink_ApprovalWF" ma:internalName="DWPCorp_Reusable_DocumentLink_ApprovalWF">
      <xsd:complexType>
        <xsd:complexContent>
          <xsd:extension base="dms:URL">
            <xsd:sequence>
              <xsd:element name="Url" type="dms:ValidUrl" minOccurs="0" nillable="true"/>
              <xsd:element name="Description" type="xsd:string" nillable="true"/>
            </xsd:sequence>
          </xsd:extension>
        </xsd:complexContent>
      </xsd:complexType>
    </xsd:element>
    <xsd:element name="DWPCorp_Reusable_DocumentLinkApprovalWF" ma:index="47" nillable="true" ma:displayName="DWPCorp_Reusable_DocumentLinkApprovalWF" ma:internalName="DWPCorp_Reusable_DocumentLinkApprovalWF">
      <xsd:complexType>
        <xsd:complexContent>
          <xsd:extension base="dms:URL">
            <xsd:sequence>
              <xsd:element name="Url" type="dms:ValidUrl" minOccurs="0" nillable="true"/>
              <xsd:element name="Description" type="xsd:string" nillable="true"/>
            </xsd:sequence>
          </xsd:extension>
        </xsd:complexContent>
      </xsd:complexType>
    </xsd:element>
    <xsd:element name="DWPCorp_Reusable_DocumentLinkUpdateTask" ma:index="48" nillable="true" ma:displayName="DWPCorp_Reusable_DocumentLinkUpdateTask" ma:internalName="DWPCorp_Reusable_DocumentLinkUpdateTask">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49" nillable="true" ma:displayName="MediaServiceMetadata" ma:description="" ma:hidden="true" ma:internalName="MediaServiceMetadata" ma:readOnly="true">
      <xsd:simpleType>
        <xsd:restriction base="dms:Note"/>
      </xsd:simpleType>
    </xsd:element>
    <xsd:element name="MediaServiceFastMetadata" ma:index="50" nillable="true" ma:displayName="MediaServiceFastMetadata" ma:description=""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39"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bf35209-1a17-4361-a32b-47204fc0679a" elementFormDefault="qualified">
    <xsd:import namespace="http://schemas.microsoft.com/office/2006/documentManagement/types"/>
    <xsd:import namespace="http://schemas.microsoft.com/office/infopath/2007/PartnerControls"/>
    <xsd:element name="SharedWithUsers" ma:index="40"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41" nillable="true" ma:displayName="Shared With Details" ma:description=""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7" ma:displayName="Content Type"/>
        <xsd:element ref="dc:title" maxOccurs="1" ma:index="0"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k4355050be1e45f6839ab5624d5a238e xmlns="de05bce7-19e4-4470-9e99-e71aad8a4e69">
      <Terms xmlns="http://schemas.microsoft.com/office/infopath/2007/PartnerControls">
        <TermInfo xmlns="http://schemas.microsoft.com/office/infopath/2007/PartnerControls">
          <TermName xmlns="http://schemas.microsoft.com/office/infopath/2007/PartnerControls">Internal</TermName>
          <TermId xmlns="http://schemas.microsoft.com/office/infopath/2007/PartnerControls">dc280fc7-af4d-4805-9fd1-845cda2ccd13</TermId>
        </TermInfo>
      </Terms>
    </k4355050be1e45f6839ab5624d5a238e>
    <DWP_DisplayDiscription xmlns="7eb3055d-b79b-47f0-9b50-7b00acc559a7" xsi:nil="true"/>
    <DWP_SortOrder xmlns="7eb3055d-b79b-47f0-9b50-7b00acc559a7" xsi:nil="true"/>
    <DWP_RecommendedCategory xmlns="d30860a1-62f9-4678-9d47-4ac937f1cf48" xsi:nil="true"/>
    <TaxCatchAll xmlns="49b1ff83-fcbf-447d-97e9-0d3e6f3a9a03">
      <Value>6</Value>
      <Value>4</Value>
      <Value>9</Value>
      <Value>1</Value>
      <Value>7</Value>
    </TaxCatchAll>
    <DWP_Description xmlns="7eb3055d-b79b-47f0-9b50-7b00acc559a7">BDMS 2016 Presentation Template</DWP_Description>
    <DWP_WPFilterText xmlns="de05bce7-19e4-4470-9e99-e71aad8a4e69">Operations</DWP_WPFilterText>
    <j11503dda6dd47db80b98cbcd84e08b6 xmlns="de05bce7-19e4-4470-9e99-e71aad8a4e69">
      <Terms xmlns="http://schemas.microsoft.com/office/infopath/2007/PartnerControls">
        <TermInfo xmlns="http://schemas.microsoft.com/office/infopath/2007/PartnerControls">
          <TermName xmlns="http://schemas.microsoft.com/office/infopath/2007/PartnerControls">English</TermName>
          <TermId xmlns="http://schemas.microsoft.com/office/infopath/2007/PartnerControls">1282ed24-575e-49c7-8349-52da773a9eb4</TermId>
        </TermInfo>
      </Terms>
    </j11503dda6dd47db80b98cbcd84e08b6>
    <o29fbec15738480c87332007ec7a3eb4 xmlns="de05bce7-19e4-4470-9e99-e71aad8a4e69">
      <Terms xmlns="http://schemas.microsoft.com/office/infopath/2007/PartnerControls">
        <TermInfo xmlns="http://schemas.microsoft.com/office/infopath/2007/PartnerControls">
          <TermName xmlns="http://schemas.microsoft.com/office/infopath/2007/PartnerControls">All Locations</TermName>
          <TermId xmlns="http://schemas.microsoft.com/office/infopath/2007/PartnerControls">06b99132-9af7-43a3-9acf-761aed5b4727</TermId>
        </TermInfo>
      </Terms>
    </o29fbec15738480c87332007ec7a3eb4>
    <i341f0b3af254511a8d54386c375861c xmlns="de05bce7-19e4-4470-9e99-e71aad8a4e69">
      <Terms xmlns="http://schemas.microsoft.com/office/infopath/2007/PartnerControls">
        <TermInfo xmlns="http://schemas.microsoft.com/office/infopath/2007/PartnerControls">
          <TermName xmlns="http://schemas.microsoft.com/office/infopath/2007/PartnerControls">Organizations</TermName>
          <TermId xmlns="http://schemas.microsoft.com/office/infopath/2007/PartnerControls">813aaeb0-7f39-48d0-808e-22d3e74efc66</TermId>
        </TermInfo>
      </Terms>
    </i341f0b3af254511a8d54386c375861c>
    <PublishingExpirationDate xmlns="http://schemas.microsoft.com/sharepoint/v3" xsi:nil="true"/>
    <k4effd1160df4ca99440bb32a5e947d9 xmlns="de05bce7-19e4-4470-9e99-e71aad8a4e69">
      <Terms xmlns="http://schemas.microsoft.com/office/infopath/2007/PartnerControls"/>
    </k4effd1160df4ca99440bb32a5e947d9>
    <DWP_ContentReviewContact xmlns="7eb3055d-b79b-47f0-9b50-7b00acc559a7">
      <UserInfo>
        <DisplayName>Mary Vierling</DisplayName>
        <AccountId>126</AccountId>
        <AccountType/>
      </UserInfo>
    </DWP_ContentReviewContact>
    <PublishingStartDate xmlns="http://schemas.microsoft.com/sharepoint/v3" xsi:nil="true"/>
    <e3a1e0c03e9245e3bacab64affc77f60 xmlns="49b1ff83-fcbf-447d-97e9-0d3e6f3a9a03">
      <Terms xmlns="http://schemas.microsoft.com/office/infopath/2007/PartnerControls"/>
    </e3a1e0c03e9245e3bacab64affc77f60>
    <j0f161679aa94990ae82eba75dcfabe6 xmlns="de05bce7-19e4-4470-9e99-e71aad8a4e69">
      <Terms xmlns="http://schemas.microsoft.com/office/infopath/2007/PartnerControls">
        <TermInfo xmlns="http://schemas.microsoft.com/office/infopath/2007/PartnerControls">
          <TermName xmlns="http://schemas.microsoft.com/office/infopath/2007/PartnerControls">None</TermName>
          <TermId xmlns="http://schemas.microsoft.com/office/infopath/2007/PartnerControls">d540a8c5-6d5e-4864-96bf-f3f135162768</TermId>
        </TermInfo>
      </Terms>
    </j0f161679aa94990ae82eba75dcfabe6>
    <h0b2370f341c47719a6bd0569a4947c7 xmlns="de05bce7-19e4-4470-9e99-e71aad8a4e69">
      <Terms xmlns="http://schemas.microsoft.com/office/infopath/2007/PartnerControls"/>
    </h0b2370f341c47719a6bd0569a4947c7>
    <cab996e59657485dbcc55f4ab2fcfe2b xmlns="de05bce7-19e4-4470-9e99-e71aad8a4e69">
      <Terms xmlns="http://schemas.microsoft.com/office/infopath/2007/PartnerControls"/>
    </cab996e59657485dbcc55f4ab2fcfe2b>
    <_ xmlns="aa83f50e-fad7-440e-8a78-a70fd23ce0c1">Templates</_>
    <IconOverlay xmlns="http://schemas.microsoft.com/sharepoint/v4" xsi:nil="true"/>
    <DWPCorp_Reusable_DocumentLinkUpdateTask xmlns="aa83f50e-fad7-440e-8a78-a70fd23ce0c1">
      <Url xsi:nil="true"/>
      <Description xsi:nil="true"/>
    </DWPCorp_Reusable_DocumentLinkUpdateTask>
    <DWPCorp_Reusable_DocumentApprovalWF xmlns="aa83f50e-fad7-440e-8a78-a70fd23ce0c1">
      <Url xsi:nil="true"/>
      <Description xsi:nil="true"/>
    </DWPCorp_Reusable_DocumentApprovalWF>
    <DWPCorp_Reusable_Document_UpdateTask xmlns="aa83f50e-fad7-440e-8a78-a70fd23ce0c1">
      <Url xsi:nil="true"/>
      <Description xsi:nil="true"/>
    </DWPCorp_Reusable_Document_UpdateTask>
    <DWPCorp_Reusable_DocumentLink_ApprovalWF xmlns="aa83f50e-fad7-440e-8a78-a70fd23ce0c1">
      <Url xsi:nil="true"/>
      <Description xsi:nil="true"/>
    </DWPCorp_Reusable_DocumentLink_ApprovalWF>
    <DWPCorp_Reusable_DocumentLink_UpdateTask xmlns="aa83f50e-fad7-440e-8a78-a70fd23ce0c1">
      <Url xsi:nil="true"/>
      <Description xsi:nil="true"/>
    </DWPCorp_Reusable_DocumentLink_UpdateTask>
    <DWPCorp_Reusable_DocumentLinkApprovalWF xmlns="aa83f50e-fad7-440e-8a78-a70fd23ce0c1">
      <Url xsi:nil="true"/>
      <Description xsi:nil="true"/>
    </DWPCorp_Reusable_DocumentLinkApprovalWF>
    <SharedWithUsers xmlns="bbf35209-1a17-4361-a32b-47204fc0679a">
      <UserInfo>
        <DisplayName/>
        <AccountId xsi:nil="true"/>
        <AccountType/>
      </UserInfo>
    </SharedWithUsers>
  </documentManagement>
</p:properties>
</file>

<file path=customXml/itemProps1.xml><?xml version="1.0" encoding="utf-8"?>
<ds:datastoreItem xmlns:ds="http://schemas.openxmlformats.org/officeDocument/2006/customXml" ds:itemID="{A6EAA13B-0041-4EDE-8A00-485199DCBCED}">
  <ds:schemaRefs>
    <ds:schemaRef ds:uri="http://schemas.microsoft.com/sharepoint/v3/contenttype/forms"/>
  </ds:schemaRefs>
</ds:datastoreItem>
</file>

<file path=customXml/itemProps2.xml><?xml version="1.0" encoding="utf-8"?>
<ds:datastoreItem xmlns:ds="http://schemas.openxmlformats.org/officeDocument/2006/customXml" ds:itemID="{9CCDAFAF-23E8-4ADA-A613-AE5ECC30107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eb3055d-b79b-47f0-9b50-7b00acc559a7"/>
    <ds:schemaRef ds:uri="d30860a1-62f9-4678-9d47-4ac937f1cf48"/>
    <ds:schemaRef ds:uri="49b1ff83-fcbf-447d-97e9-0d3e6f3a9a03"/>
    <ds:schemaRef ds:uri="de05bce7-19e4-4470-9e99-e71aad8a4e69"/>
    <ds:schemaRef ds:uri="aa83f50e-fad7-440e-8a78-a70fd23ce0c1"/>
    <ds:schemaRef ds:uri="http://schemas.microsoft.com/sharepoint/v4"/>
    <ds:schemaRef ds:uri="bbf35209-1a17-4361-a32b-47204fc0679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F5A31D-5575-497C-8CDB-720B9FDF1391}">
  <ds:schemaRefs>
    <ds:schemaRef ds:uri="http://schemas.microsoft.com/sharepoint/v4"/>
    <ds:schemaRef ds:uri="d30860a1-62f9-4678-9d47-4ac937f1cf48"/>
    <ds:schemaRef ds:uri="aa83f50e-fad7-440e-8a78-a70fd23ce0c1"/>
    <ds:schemaRef ds:uri="http://schemas.microsoft.com/sharepoint/v3"/>
    <ds:schemaRef ds:uri="http://purl.org/dc/dcmitype/"/>
    <ds:schemaRef ds:uri="http://purl.org/dc/terms/"/>
    <ds:schemaRef ds:uri="http://schemas.microsoft.com/office/infopath/2007/PartnerControls"/>
    <ds:schemaRef ds:uri="bbf35209-1a17-4361-a32b-47204fc0679a"/>
    <ds:schemaRef ds:uri="http://schemas.openxmlformats.org/package/2006/metadata/core-properties"/>
    <ds:schemaRef ds:uri="http://purl.org/dc/elements/1.1/"/>
    <ds:schemaRef ds:uri="http://schemas.microsoft.com/office/2006/metadata/properties"/>
    <ds:schemaRef ds:uri="http://www.w3.org/XML/1998/namespace"/>
    <ds:schemaRef ds:uri="de05bce7-19e4-4470-9e99-e71aad8a4e69"/>
    <ds:schemaRef ds:uri="49b1ff83-fcbf-447d-97e9-0d3e6f3a9a03"/>
    <ds:schemaRef ds:uri="http://schemas.microsoft.com/office/2006/documentManagement/types"/>
    <ds:schemaRef ds:uri="7eb3055d-b79b-47f0-9b50-7b00acc559a7"/>
  </ds:schemaRefs>
</ds:datastoreItem>
</file>

<file path=docProps/app.xml><?xml version="1.0" encoding="utf-8"?>
<Properties xmlns="http://schemas.openxmlformats.org/officeDocument/2006/extended-properties" xmlns:vt="http://schemas.openxmlformats.org/officeDocument/2006/docPropsVTypes">
  <TotalTime>0</TotalTime>
  <Words>123</Words>
  <Application>Microsoft Macintosh PowerPoint</Application>
  <PresentationFormat>Widescreen</PresentationFormat>
  <Paragraphs>22</Paragraphs>
  <Slides>2</Slides>
  <Notes>2</Notes>
  <HiddenSlides>0</HiddenSlides>
  <MMClips>0</MMClips>
  <ScaleCrop>false</ScaleCrop>
  <HeadingPairs>
    <vt:vector size="8" baseType="variant">
      <vt:variant>
        <vt:lpstr>Fonts Used</vt:lpstr>
      </vt:variant>
      <vt:variant>
        <vt:i4>4</vt:i4>
      </vt:variant>
      <vt:variant>
        <vt:lpstr>Theme</vt:lpstr>
      </vt:variant>
      <vt:variant>
        <vt:i4>4</vt:i4>
      </vt:variant>
      <vt:variant>
        <vt:lpstr>Embedded OLE Servers</vt:lpstr>
      </vt:variant>
      <vt:variant>
        <vt:i4>1</vt:i4>
      </vt:variant>
      <vt:variant>
        <vt:lpstr>Slide Titles</vt:lpstr>
      </vt:variant>
      <vt:variant>
        <vt:i4>2</vt:i4>
      </vt:variant>
    </vt:vector>
  </HeadingPairs>
  <TitlesOfParts>
    <vt:vector size="11" baseType="lpstr">
      <vt:lpstr>ＭＳ Ｐゴシック</vt:lpstr>
      <vt:lpstr>3M Circular TT Bold</vt:lpstr>
      <vt:lpstr>3M Circular TT Book</vt:lpstr>
      <vt:lpstr>Arial</vt:lpstr>
      <vt:lpstr>150209_3M_PPTTemplate_v7</vt:lpstr>
      <vt:lpstr>1_150209_3M_PPTTemplate_v7</vt:lpstr>
      <vt:lpstr>2_150209_3M_PPTTemplate_v7</vt:lpstr>
      <vt:lpstr>3_150209_3M_PPTTemplate_v7</vt:lpstr>
      <vt:lpstr>think-cell Slide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Impactful Title</dc:title>
  <dc:creator/>
  <cp:lastModifiedBy/>
  <cp:revision>1</cp:revision>
  <dcterms:modified xsi:type="dcterms:W3CDTF">2026-06-05T04:05:02Z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1958178</vt:lpwstr>
  </property>
  <property fmtid="{D5CDD505-2E9C-101B-9397-08002B2CF9AE}" pid="3" name="NXPowerLiteSettings">
    <vt:lpwstr>A74006B004C800</vt:lpwstr>
  </property>
  <property fmtid="{D5CDD505-2E9C-101B-9397-08002B2CF9AE}" pid="4" name="NXPowerLiteVersion">
    <vt:lpwstr>D6.0.7</vt:lpwstr>
  </property>
  <property fmtid="{D5CDD505-2E9C-101B-9397-08002B2CF9AE}" pid="5" name="ContentTypeId">
    <vt:lpwstr>0x010100335637E950A0DA408432CA19FF17D14D01000C0E8C935DD47442A041508354060EAC</vt:lpwstr>
  </property>
  <property fmtid="{D5CDD505-2E9C-101B-9397-08002B2CF9AE}" pid="6" name="DWP_SearchKeywords">
    <vt:lpwstr/>
  </property>
  <property fmtid="{D5CDD505-2E9C-101B-9397-08002B2CF9AE}" pid="7" name="DWP_WrittenLanguage">
    <vt:lpwstr>6;#English|1282ed24-575e-49c7-8349-52da773a9eb4</vt:lpwstr>
  </property>
  <property fmtid="{D5CDD505-2E9C-101B-9397-08002B2CF9AE}" pid="8" name="DWP_ExcludeLocation">
    <vt:lpwstr/>
  </property>
  <property fmtid="{D5CDD505-2E9C-101B-9397-08002B2CF9AE}" pid="9" name="DWP_SiteType">
    <vt:lpwstr>9;#Organizations|813aaeb0-7f39-48d0-808e-22d3e74efc66</vt:lpwstr>
  </property>
  <property fmtid="{D5CDD505-2E9C-101B-9397-08002B2CF9AE}" pid="10" name="DWP_Translations">
    <vt:lpwstr>7;#None|d540a8c5-6d5e-4864-96bf-f3f135162768</vt:lpwstr>
  </property>
  <property fmtid="{D5CDD505-2E9C-101B-9397-08002B2CF9AE}" pid="11" name="DWP_Organization">
    <vt:lpwstr/>
  </property>
  <property fmtid="{D5CDD505-2E9C-101B-9397-08002B2CF9AE}" pid="12" name="Business Function">
    <vt:lpwstr/>
  </property>
  <property fmtid="{D5CDD505-2E9C-101B-9397-08002B2CF9AE}" pid="13" name="DWP_InformationClassification">
    <vt:lpwstr>1;#Internal|dc280fc7-af4d-4805-9fd1-845cda2ccd13</vt:lpwstr>
  </property>
  <property fmtid="{D5CDD505-2E9C-101B-9397-08002B2CF9AE}" pid="14" name="DWP_Locations">
    <vt:lpwstr>4;#All Locations|06b99132-9af7-43a3-9acf-761aed5b4727</vt:lpwstr>
  </property>
  <property fmtid="{D5CDD505-2E9C-101B-9397-08002B2CF9AE}" pid="15" name="xd_ProgID">
    <vt:lpwstr/>
  </property>
  <property fmtid="{D5CDD505-2E9C-101B-9397-08002B2CF9AE}" pid="16" name="TemplateUrl">
    <vt:lpwstr/>
  </property>
  <property fmtid="{D5CDD505-2E9C-101B-9397-08002B2CF9AE}" pid="17" name="ComplianceAssetId">
    <vt:lpwstr/>
  </property>
  <property fmtid="{D5CDD505-2E9C-101B-9397-08002B2CF9AE}" pid="18" name="display_urn">
    <vt:lpwstr>Mary Vierling</vt:lpwstr>
  </property>
  <property fmtid="{D5CDD505-2E9C-101B-9397-08002B2CF9AE}" pid="19" name="URL">
    <vt:lpwstr/>
  </property>
  <property fmtid="{D5CDD505-2E9C-101B-9397-08002B2CF9AE}" pid="20" name="xd_Signature">
    <vt:bool>false</vt:bool>
  </property>
</Properties>
</file>